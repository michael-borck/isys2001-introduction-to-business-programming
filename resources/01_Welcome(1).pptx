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5" r:id="rId7"/>
    <p:sldId id="266" r:id="rId8"/>
    <p:sldId id="285" r:id="rId9"/>
    <p:sldId id="281" r:id="rId10"/>
    <p:sldId id="287" r:id="rId11"/>
    <p:sldId id="286" r:id="rId12"/>
    <p:sldId id="288" r:id="rId1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p:restoredTop sz="67211"/>
  </p:normalViewPr>
  <p:slideViewPr>
    <p:cSldViewPr snapToGrid="0" snapToObjects="1">
      <p:cViewPr varScale="1">
        <p:scale>
          <a:sx n="84" d="100"/>
          <a:sy n="84" d="100"/>
        </p:scale>
        <p:origin x="33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FE1B7E-BA1A-440B-968B-2B9D811F947F}"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35FC73E-C20C-476A-908D-0FF18BB8ED5E}">
      <dgm:prSet/>
      <dgm:spPr/>
      <dgm:t>
        <a:bodyPr/>
        <a:lstStyle/>
        <a:p>
          <a:pPr>
            <a:defRPr cap="all"/>
          </a:pPr>
          <a:r>
            <a:rPr lang="en-AU"/>
            <a:t>Email</a:t>
          </a:r>
          <a:endParaRPr lang="en-US"/>
        </a:p>
      </dgm:t>
    </dgm:pt>
    <dgm:pt modelId="{9A387CBC-EFA8-4373-BA02-0FB85DF39936}" type="parTrans" cxnId="{71160208-C84E-4BAA-BA5F-8F3CCD5C6EC7}">
      <dgm:prSet/>
      <dgm:spPr/>
      <dgm:t>
        <a:bodyPr/>
        <a:lstStyle/>
        <a:p>
          <a:endParaRPr lang="en-US"/>
        </a:p>
      </dgm:t>
    </dgm:pt>
    <dgm:pt modelId="{E2A92FC2-D921-4E98-A8DB-72911332685F}" type="sibTrans" cxnId="{71160208-C84E-4BAA-BA5F-8F3CCD5C6EC7}">
      <dgm:prSet/>
      <dgm:spPr/>
      <dgm:t>
        <a:bodyPr/>
        <a:lstStyle/>
        <a:p>
          <a:endParaRPr lang="en-US"/>
        </a:p>
      </dgm:t>
    </dgm:pt>
    <dgm:pt modelId="{68A233B4-5C77-43E7-B9E6-A0720FB6EE77}">
      <dgm:prSet/>
      <dgm:spPr/>
      <dgm:t>
        <a:bodyPr/>
        <a:lstStyle/>
        <a:p>
          <a:pPr>
            <a:defRPr cap="all"/>
          </a:pPr>
          <a:r>
            <a:rPr lang="en-AU"/>
            <a:t>Live Chat</a:t>
          </a:r>
          <a:endParaRPr lang="en-US"/>
        </a:p>
      </dgm:t>
    </dgm:pt>
    <dgm:pt modelId="{58086253-C0DC-4C73-B624-F9C62FD46654}" type="parTrans" cxnId="{B2E02CCE-2262-4778-9FDD-49A7F61986AD}">
      <dgm:prSet/>
      <dgm:spPr/>
      <dgm:t>
        <a:bodyPr/>
        <a:lstStyle/>
        <a:p>
          <a:endParaRPr lang="en-US"/>
        </a:p>
      </dgm:t>
    </dgm:pt>
    <dgm:pt modelId="{29164A18-885C-4447-A9C7-DE73DCEA53A0}" type="sibTrans" cxnId="{B2E02CCE-2262-4778-9FDD-49A7F61986AD}">
      <dgm:prSet/>
      <dgm:spPr/>
      <dgm:t>
        <a:bodyPr/>
        <a:lstStyle/>
        <a:p>
          <a:endParaRPr lang="en-US"/>
        </a:p>
      </dgm:t>
    </dgm:pt>
    <dgm:pt modelId="{6F43DF6C-345B-4492-9795-1FDB2A481275}">
      <dgm:prSet/>
      <dgm:spPr/>
      <dgm:t>
        <a:bodyPr/>
        <a:lstStyle/>
        <a:p>
          <a:pPr>
            <a:defRPr cap="all"/>
          </a:pPr>
          <a:r>
            <a:rPr lang="en-AU"/>
            <a:t>Phone</a:t>
          </a:r>
          <a:endParaRPr lang="en-US"/>
        </a:p>
      </dgm:t>
    </dgm:pt>
    <dgm:pt modelId="{9F0B6383-6A11-44D0-B0C7-E460DAC17D07}" type="parTrans" cxnId="{43B21175-DAF0-4FC6-A8CF-5CFB55FA4001}">
      <dgm:prSet/>
      <dgm:spPr/>
      <dgm:t>
        <a:bodyPr/>
        <a:lstStyle/>
        <a:p>
          <a:endParaRPr lang="en-US"/>
        </a:p>
      </dgm:t>
    </dgm:pt>
    <dgm:pt modelId="{B1BD822A-676E-4182-8AF6-C3FA448B7FFD}" type="sibTrans" cxnId="{43B21175-DAF0-4FC6-A8CF-5CFB55FA4001}">
      <dgm:prSet/>
      <dgm:spPr/>
      <dgm:t>
        <a:bodyPr/>
        <a:lstStyle/>
        <a:p>
          <a:endParaRPr lang="en-US"/>
        </a:p>
      </dgm:t>
    </dgm:pt>
    <dgm:pt modelId="{2633D472-0572-487A-8E96-8124257437A7}">
      <dgm:prSet/>
      <dgm:spPr/>
      <dgm:t>
        <a:bodyPr/>
        <a:lstStyle/>
        <a:p>
          <a:pPr>
            <a:defRPr cap="all"/>
          </a:pPr>
          <a:r>
            <a:rPr lang="en-AU"/>
            <a:t>Face to Face</a:t>
          </a:r>
          <a:endParaRPr lang="en-US"/>
        </a:p>
      </dgm:t>
    </dgm:pt>
    <dgm:pt modelId="{0FC0ABE0-B372-458F-9AE0-A777F6950727}" type="parTrans" cxnId="{86DA55EE-20E3-4AF4-B3A7-D7B4EDE1C8BF}">
      <dgm:prSet/>
      <dgm:spPr/>
      <dgm:t>
        <a:bodyPr/>
        <a:lstStyle/>
        <a:p>
          <a:endParaRPr lang="en-US"/>
        </a:p>
      </dgm:t>
    </dgm:pt>
    <dgm:pt modelId="{5AC3416C-8C50-4BF4-83D5-0FA487E124ED}" type="sibTrans" cxnId="{86DA55EE-20E3-4AF4-B3A7-D7B4EDE1C8BF}">
      <dgm:prSet/>
      <dgm:spPr/>
      <dgm:t>
        <a:bodyPr/>
        <a:lstStyle/>
        <a:p>
          <a:endParaRPr lang="en-US"/>
        </a:p>
      </dgm:t>
    </dgm:pt>
    <dgm:pt modelId="{839FC6AF-0070-42BD-BDCB-053E8CC10ED3}" type="pres">
      <dgm:prSet presAssocID="{40FE1B7E-BA1A-440B-968B-2B9D811F947F}" presName="root" presStyleCnt="0">
        <dgm:presLayoutVars>
          <dgm:dir/>
          <dgm:resizeHandles val="exact"/>
        </dgm:presLayoutVars>
      </dgm:prSet>
      <dgm:spPr/>
    </dgm:pt>
    <dgm:pt modelId="{B3ABB220-B89C-427C-BC43-7C515A373D9D}" type="pres">
      <dgm:prSet presAssocID="{B35FC73E-C20C-476A-908D-0FF18BB8ED5E}" presName="compNode" presStyleCnt="0"/>
      <dgm:spPr/>
    </dgm:pt>
    <dgm:pt modelId="{F92D07C8-9834-4AC0-B575-4D43DE50DF14}" type="pres">
      <dgm:prSet presAssocID="{B35FC73E-C20C-476A-908D-0FF18BB8ED5E}" presName="iconBgRect" presStyleLbl="bgShp" presStyleIdx="0" presStyleCnt="4"/>
      <dgm:spPr/>
    </dgm:pt>
    <dgm:pt modelId="{03CC1707-5CB0-4A4D-A58A-2D10BF78CB6D}" type="pres">
      <dgm:prSet presAssocID="{B35FC73E-C20C-476A-908D-0FF18BB8ED5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ail"/>
        </a:ext>
      </dgm:extLst>
    </dgm:pt>
    <dgm:pt modelId="{4B9E2B05-2350-4DC1-A91E-8D0653797CBA}" type="pres">
      <dgm:prSet presAssocID="{B35FC73E-C20C-476A-908D-0FF18BB8ED5E}" presName="spaceRect" presStyleCnt="0"/>
      <dgm:spPr/>
    </dgm:pt>
    <dgm:pt modelId="{5F1021E2-97C3-46F8-AE8D-24978306BFE9}" type="pres">
      <dgm:prSet presAssocID="{B35FC73E-C20C-476A-908D-0FF18BB8ED5E}" presName="textRect" presStyleLbl="revTx" presStyleIdx="0" presStyleCnt="4">
        <dgm:presLayoutVars>
          <dgm:chMax val="1"/>
          <dgm:chPref val="1"/>
        </dgm:presLayoutVars>
      </dgm:prSet>
      <dgm:spPr/>
    </dgm:pt>
    <dgm:pt modelId="{5A68CB1B-C368-4ED9-B401-CAA331C81517}" type="pres">
      <dgm:prSet presAssocID="{E2A92FC2-D921-4E98-A8DB-72911332685F}" presName="sibTrans" presStyleCnt="0"/>
      <dgm:spPr/>
    </dgm:pt>
    <dgm:pt modelId="{FA32D5C5-1DDD-493F-8642-D8FCB610DBED}" type="pres">
      <dgm:prSet presAssocID="{68A233B4-5C77-43E7-B9E6-A0720FB6EE77}" presName="compNode" presStyleCnt="0"/>
      <dgm:spPr/>
    </dgm:pt>
    <dgm:pt modelId="{5358803B-3A3C-4155-88F2-306E19CFE212}" type="pres">
      <dgm:prSet presAssocID="{68A233B4-5C77-43E7-B9E6-A0720FB6EE77}" presName="iconBgRect" presStyleLbl="bgShp" presStyleIdx="1" presStyleCnt="4"/>
      <dgm:spPr/>
    </dgm:pt>
    <dgm:pt modelId="{BE5B2C23-5A3D-4C3A-B8E4-B63C667AEB52}" type="pres">
      <dgm:prSet presAssocID="{68A233B4-5C77-43E7-B9E6-A0720FB6EE7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66BC9B70-D68C-4419-BD3B-9647EE43B68F}" type="pres">
      <dgm:prSet presAssocID="{68A233B4-5C77-43E7-B9E6-A0720FB6EE77}" presName="spaceRect" presStyleCnt="0"/>
      <dgm:spPr/>
    </dgm:pt>
    <dgm:pt modelId="{2C5CDF26-932A-48CC-A36E-DC9C5B290FEA}" type="pres">
      <dgm:prSet presAssocID="{68A233B4-5C77-43E7-B9E6-A0720FB6EE77}" presName="textRect" presStyleLbl="revTx" presStyleIdx="1" presStyleCnt="4">
        <dgm:presLayoutVars>
          <dgm:chMax val="1"/>
          <dgm:chPref val="1"/>
        </dgm:presLayoutVars>
      </dgm:prSet>
      <dgm:spPr/>
    </dgm:pt>
    <dgm:pt modelId="{EFF0C1CA-344C-48BA-BDB8-A8264534B29B}" type="pres">
      <dgm:prSet presAssocID="{29164A18-885C-4447-A9C7-DE73DCEA53A0}" presName="sibTrans" presStyleCnt="0"/>
      <dgm:spPr/>
    </dgm:pt>
    <dgm:pt modelId="{3C1E02EC-679A-4C36-AE99-4BF9735D1A9D}" type="pres">
      <dgm:prSet presAssocID="{6F43DF6C-345B-4492-9795-1FDB2A481275}" presName="compNode" presStyleCnt="0"/>
      <dgm:spPr/>
    </dgm:pt>
    <dgm:pt modelId="{57E518D1-B9BE-48A0-9778-20C805A40C27}" type="pres">
      <dgm:prSet presAssocID="{6F43DF6C-345B-4492-9795-1FDB2A481275}" presName="iconBgRect" presStyleLbl="bgShp" presStyleIdx="2" presStyleCnt="4"/>
      <dgm:spPr/>
    </dgm:pt>
    <dgm:pt modelId="{BA423ACA-F4CB-4CF4-AB97-CF9BD4634C23}" type="pres">
      <dgm:prSet presAssocID="{6F43DF6C-345B-4492-9795-1FDB2A48127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aker Phone"/>
        </a:ext>
      </dgm:extLst>
    </dgm:pt>
    <dgm:pt modelId="{41BEE2FA-1B52-4662-B1D5-C9D3F8F8D0C7}" type="pres">
      <dgm:prSet presAssocID="{6F43DF6C-345B-4492-9795-1FDB2A481275}" presName="spaceRect" presStyleCnt="0"/>
      <dgm:spPr/>
    </dgm:pt>
    <dgm:pt modelId="{2C1A096B-5616-4990-9B6E-FBC356AFBDF9}" type="pres">
      <dgm:prSet presAssocID="{6F43DF6C-345B-4492-9795-1FDB2A481275}" presName="textRect" presStyleLbl="revTx" presStyleIdx="2" presStyleCnt="4">
        <dgm:presLayoutVars>
          <dgm:chMax val="1"/>
          <dgm:chPref val="1"/>
        </dgm:presLayoutVars>
      </dgm:prSet>
      <dgm:spPr/>
    </dgm:pt>
    <dgm:pt modelId="{5485D833-066D-419E-A7E2-1929C8B74449}" type="pres">
      <dgm:prSet presAssocID="{B1BD822A-676E-4182-8AF6-C3FA448B7FFD}" presName="sibTrans" presStyleCnt="0"/>
      <dgm:spPr/>
    </dgm:pt>
    <dgm:pt modelId="{215B9905-E441-4799-AC32-5B28B19E8893}" type="pres">
      <dgm:prSet presAssocID="{2633D472-0572-487A-8E96-8124257437A7}" presName="compNode" presStyleCnt="0"/>
      <dgm:spPr/>
    </dgm:pt>
    <dgm:pt modelId="{635AC0B9-A918-45FA-B6FE-AFD60EBEC9AF}" type="pres">
      <dgm:prSet presAssocID="{2633D472-0572-487A-8E96-8124257437A7}" presName="iconBgRect" presStyleLbl="bgShp" presStyleIdx="3" presStyleCnt="4"/>
      <dgm:spPr/>
    </dgm:pt>
    <dgm:pt modelId="{1AE1132F-D282-4C33-9F04-F8682F98D214}" type="pres">
      <dgm:prSet presAssocID="{2633D472-0572-487A-8E96-8124257437A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Smiling face outline with solid fill"/>
        </a:ext>
      </dgm:extLst>
    </dgm:pt>
    <dgm:pt modelId="{8D854155-31FE-42B1-B30B-2109BF57B0DC}" type="pres">
      <dgm:prSet presAssocID="{2633D472-0572-487A-8E96-8124257437A7}" presName="spaceRect" presStyleCnt="0"/>
      <dgm:spPr/>
    </dgm:pt>
    <dgm:pt modelId="{EE7BA036-E8BF-4FDF-B8D7-63BC7DE58AE3}" type="pres">
      <dgm:prSet presAssocID="{2633D472-0572-487A-8E96-8124257437A7}" presName="textRect" presStyleLbl="revTx" presStyleIdx="3" presStyleCnt="4">
        <dgm:presLayoutVars>
          <dgm:chMax val="1"/>
          <dgm:chPref val="1"/>
        </dgm:presLayoutVars>
      </dgm:prSet>
      <dgm:spPr/>
    </dgm:pt>
  </dgm:ptLst>
  <dgm:cxnLst>
    <dgm:cxn modelId="{71160208-C84E-4BAA-BA5F-8F3CCD5C6EC7}" srcId="{40FE1B7E-BA1A-440B-968B-2B9D811F947F}" destId="{B35FC73E-C20C-476A-908D-0FF18BB8ED5E}" srcOrd="0" destOrd="0" parTransId="{9A387CBC-EFA8-4373-BA02-0FB85DF39936}" sibTransId="{E2A92FC2-D921-4E98-A8DB-72911332685F}"/>
    <dgm:cxn modelId="{CF5A6730-ADBA-4349-90F4-D9175D1FBD11}" type="presOf" srcId="{2633D472-0572-487A-8E96-8124257437A7}" destId="{EE7BA036-E8BF-4FDF-B8D7-63BC7DE58AE3}" srcOrd="0" destOrd="0" presId="urn:microsoft.com/office/officeart/2018/5/layout/IconCircleLabelList"/>
    <dgm:cxn modelId="{C4375A34-53EC-4BF6-A26F-4DE9F80DB71F}" type="presOf" srcId="{B35FC73E-C20C-476A-908D-0FF18BB8ED5E}" destId="{5F1021E2-97C3-46F8-AE8D-24978306BFE9}" srcOrd="0" destOrd="0" presId="urn:microsoft.com/office/officeart/2018/5/layout/IconCircleLabelList"/>
    <dgm:cxn modelId="{423AB343-02C9-4F29-9DCE-EBFC52C3FD4B}" type="presOf" srcId="{6F43DF6C-345B-4492-9795-1FDB2A481275}" destId="{2C1A096B-5616-4990-9B6E-FBC356AFBDF9}" srcOrd="0" destOrd="0" presId="urn:microsoft.com/office/officeart/2018/5/layout/IconCircleLabelList"/>
    <dgm:cxn modelId="{43B21175-DAF0-4FC6-A8CF-5CFB55FA4001}" srcId="{40FE1B7E-BA1A-440B-968B-2B9D811F947F}" destId="{6F43DF6C-345B-4492-9795-1FDB2A481275}" srcOrd="2" destOrd="0" parTransId="{9F0B6383-6A11-44D0-B0C7-E460DAC17D07}" sibTransId="{B1BD822A-676E-4182-8AF6-C3FA448B7FFD}"/>
    <dgm:cxn modelId="{CC5F0C78-8BA8-42D9-84F6-9E20EFC75090}" type="presOf" srcId="{40FE1B7E-BA1A-440B-968B-2B9D811F947F}" destId="{839FC6AF-0070-42BD-BDCB-053E8CC10ED3}" srcOrd="0" destOrd="0" presId="urn:microsoft.com/office/officeart/2018/5/layout/IconCircleLabelList"/>
    <dgm:cxn modelId="{B2E02CCE-2262-4778-9FDD-49A7F61986AD}" srcId="{40FE1B7E-BA1A-440B-968B-2B9D811F947F}" destId="{68A233B4-5C77-43E7-B9E6-A0720FB6EE77}" srcOrd="1" destOrd="0" parTransId="{58086253-C0DC-4C73-B624-F9C62FD46654}" sibTransId="{29164A18-885C-4447-A9C7-DE73DCEA53A0}"/>
    <dgm:cxn modelId="{776F1DEB-88AA-4C16-B83D-3D63AA828797}" type="presOf" srcId="{68A233B4-5C77-43E7-B9E6-A0720FB6EE77}" destId="{2C5CDF26-932A-48CC-A36E-DC9C5B290FEA}" srcOrd="0" destOrd="0" presId="urn:microsoft.com/office/officeart/2018/5/layout/IconCircleLabelList"/>
    <dgm:cxn modelId="{86DA55EE-20E3-4AF4-B3A7-D7B4EDE1C8BF}" srcId="{40FE1B7E-BA1A-440B-968B-2B9D811F947F}" destId="{2633D472-0572-487A-8E96-8124257437A7}" srcOrd="3" destOrd="0" parTransId="{0FC0ABE0-B372-458F-9AE0-A777F6950727}" sibTransId="{5AC3416C-8C50-4BF4-83D5-0FA487E124ED}"/>
    <dgm:cxn modelId="{AC88B215-7E88-4135-9E49-70E967F3FB14}" type="presParOf" srcId="{839FC6AF-0070-42BD-BDCB-053E8CC10ED3}" destId="{B3ABB220-B89C-427C-BC43-7C515A373D9D}" srcOrd="0" destOrd="0" presId="urn:microsoft.com/office/officeart/2018/5/layout/IconCircleLabelList"/>
    <dgm:cxn modelId="{57080438-A2AF-4BEC-A5A3-496C49B5DA95}" type="presParOf" srcId="{B3ABB220-B89C-427C-BC43-7C515A373D9D}" destId="{F92D07C8-9834-4AC0-B575-4D43DE50DF14}" srcOrd="0" destOrd="0" presId="urn:microsoft.com/office/officeart/2018/5/layout/IconCircleLabelList"/>
    <dgm:cxn modelId="{E9046F37-6CAF-46AF-9438-E425FC41356F}" type="presParOf" srcId="{B3ABB220-B89C-427C-BC43-7C515A373D9D}" destId="{03CC1707-5CB0-4A4D-A58A-2D10BF78CB6D}" srcOrd="1" destOrd="0" presId="urn:microsoft.com/office/officeart/2018/5/layout/IconCircleLabelList"/>
    <dgm:cxn modelId="{27E2C331-9F08-40DA-A117-AA088672C849}" type="presParOf" srcId="{B3ABB220-B89C-427C-BC43-7C515A373D9D}" destId="{4B9E2B05-2350-4DC1-A91E-8D0653797CBA}" srcOrd="2" destOrd="0" presId="urn:microsoft.com/office/officeart/2018/5/layout/IconCircleLabelList"/>
    <dgm:cxn modelId="{821BB26C-60F2-4E70-A63C-90D6A8A34D8E}" type="presParOf" srcId="{B3ABB220-B89C-427C-BC43-7C515A373D9D}" destId="{5F1021E2-97C3-46F8-AE8D-24978306BFE9}" srcOrd="3" destOrd="0" presId="urn:microsoft.com/office/officeart/2018/5/layout/IconCircleLabelList"/>
    <dgm:cxn modelId="{EB34E740-2277-4052-B188-C98F0CE9277F}" type="presParOf" srcId="{839FC6AF-0070-42BD-BDCB-053E8CC10ED3}" destId="{5A68CB1B-C368-4ED9-B401-CAA331C81517}" srcOrd="1" destOrd="0" presId="urn:microsoft.com/office/officeart/2018/5/layout/IconCircleLabelList"/>
    <dgm:cxn modelId="{B0A5EC29-89E6-43AA-A4BC-B73FCA64FD9C}" type="presParOf" srcId="{839FC6AF-0070-42BD-BDCB-053E8CC10ED3}" destId="{FA32D5C5-1DDD-493F-8642-D8FCB610DBED}" srcOrd="2" destOrd="0" presId="urn:microsoft.com/office/officeart/2018/5/layout/IconCircleLabelList"/>
    <dgm:cxn modelId="{D80498F7-15CE-43D9-AA9E-BE57586AC7FE}" type="presParOf" srcId="{FA32D5C5-1DDD-493F-8642-D8FCB610DBED}" destId="{5358803B-3A3C-4155-88F2-306E19CFE212}" srcOrd="0" destOrd="0" presId="urn:microsoft.com/office/officeart/2018/5/layout/IconCircleLabelList"/>
    <dgm:cxn modelId="{1A79DA8C-E1C6-4D3A-ABA4-14028D36BF29}" type="presParOf" srcId="{FA32D5C5-1DDD-493F-8642-D8FCB610DBED}" destId="{BE5B2C23-5A3D-4C3A-B8E4-B63C667AEB52}" srcOrd="1" destOrd="0" presId="urn:microsoft.com/office/officeart/2018/5/layout/IconCircleLabelList"/>
    <dgm:cxn modelId="{6CBD2E43-F831-4853-97C9-5826C13A7261}" type="presParOf" srcId="{FA32D5C5-1DDD-493F-8642-D8FCB610DBED}" destId="{66BC9B70-D68C-4419-BD3B-9647EE43B68F}" srcOrd="2" destOrd="0" presId="urn:microsoft.com/office/officeart/2018/5/layout/IconCircleLabelList"/>
    <dgm:cxn modelId="{28B0264A-6313-43D7-B04A-18BDE279D70D}" type="presParOf" srcId="{FA32D5C5-1DDD-493F-8642-D8FCB610DBED}" destId="{2C5CDF26-932A-48CC-A36E-DC9C5B290FEA}" srcOrd="3" destOrd="0" presId="urn:microsoft.com/office/officeart/2018/5/layout/IconCircleLabelList"/>
    <dgm:cxn modelId="{4A7B16A0-BC3F-4A0A-8E1E-26B4474132C1}" type="presParOf" srcId="{839FC6AF-0070-42BD-BDCB-053E8CC10ED3}" destId="{EFF0C1CA-344C-48BA-BDB8-A8264534B29B}" srcOrd="3" destOrd="0" presId="urn:microsoft.com/office/officeart/2018/5/layout/IconCircleLabelList"/>
    <dgm:cxn modelId="{A63157C1-1495-4AF3-A4BA-1554B8DD8A19}" type="presParOf" srcId="{839FC6AF-0070-42BD-BDCB-053E8CC10ED3}" destId="{3C1E02EC-679A-4C36-AE99-4BF9735D1A9D}" srcOrd="4" destOrd="0" presId="urn:microsoft.com/office/officeart/2018/5/layout/IconCircleLabelList"/>
    <dgm:cxn modelId="{3005CB60-A7DA-4BCB-982B-E66178452023}" type="presParOf" srcId="{3C1E02EC-679A-4C36-AE99-4BF9735D1A9D}" destId="{57E518D1-B9BE-48A0-9778-20C805A40C27}" srcOrd="0" destOrd="0" presId="urn:microsoft.com/office/officeart/2018/5/layout/IconCircleLabelList"/>
    <dgm:cxn modelId="{F61476BC-DEDB-4FC9-BEB8-741A672E5400}" type="presParOf" srcId="{3C1E02EC-679A-4C36-AE99-4BF9735D1A9D}" destId="{BA423ACA-F4CB-4CF4-AB97-CF9BD4634C23}" srcOrd="1" destOrd="0" presId="urn:microsoft.com/office/officeart/2018/5/layout/IconCircleLabelList"/>
    <dgm:cxn modelId="{8A50D086-892E-4742-A45E-A2F9B020A079}" type="presParOf" srcId="{3C1E02EC-679A-4C36-AE99-4BF9735D1A9D}" destId="{41BEE2FA-1B52-4662-B1D5-C9D3F8F8D0C7}" srcOrd="2" destOrd="0" presId="urn:microsoft.com/office/officeart/2018/5/layout/IconCircleLabelList"/>
    <dgm:cxn modelId="{8A6FDE71-6166-4ACB-9E49-7AF97165861C}" type="presParOf" srcId="{3C1E02EC-679A-4C36-AE99-4BF9735D1A9D}" destId="{2C1A096B-5616-4990-9B6E-FBC356AFBDF9}" srcOrd="3" destOrd="0" presId="urn:microsoft.com/office/officeart/2018/5/layout/IconCircleLabelList"/>
    <dgm:cxn modelId="{08CA0307-A78F-47F7-A7D4-C5C9D7E82C85}" type="presParOf" srcId="{839FC6AF-0070-42BD-BDCB-053E8CC10ED3}" destId="{5485D833-066D-419E-A7E2-1929C8B74449}" srcOrd="5" destOrd="0" presId="urn:microsoft.com/office/officeart/2018/5/layout/IconCircleLabelList"/>
    <dgm:cxn modelId="{42CCC4F2-D95C-4A75-A381-E6C244FB14C3}" type="presParOf" srcId="{839FC6AF-0070-42BD-BDCB-053E8CC10ED3}" destId="{215B9905-E441-4799-AC32-5B28B19E8893}" srcOrd="6" destOrd="0" presId="urn:microsoft.com/office/officeart/2018/5/layout/IconCircleLabelList"/>
    <dgm:cxn modelId="{D0B28EAA-93F9-4FA4-BB3A-7E890E70FFA0}" type="presParOf" srcId="{215B9905-E441-4799-AC32-5B28B19E8893}" destId="{635AC0B9-A918-45FA-B6FE-AFD60EBEC9AF}" srcOrd="0" destOrd="0" presId="urn:microsoft.com/office/officeart/2018/5/layout/IconCircleLabelList"/>
    <dgm:cxn modelId="{D3EAB1EF-928E-49D8-9373-FC900527FB3E}" type="presParOf" srcId="{215B9905-E441-4799-AC32-5B28B19E8893}" destId="{1AE1132F-D282-4C33-9F04-F8682F98D214}" srcOrd="1" destOrd="0" presId="urn:microsoft.com/office/officeart/2018/5/layout/IconCircleLabelList"/>
    <dgm:cxn modelId="{74FF427B-2A6A-40E4-8982-D8E13B562EC3}" type="presParOf" srcId="{215B9905-E441-4799-AC32-5B28B19E8893}" destId="{8D854155-31FE-42B1-B30B-2109BF57B0DC}" srcOrd="2" destOrd="0" presId="urn:microsoft.com/office/officeart/2018/5/layout/IconCircleLabelList"/>
    <dgm:cxn modelId="{C9D6D5AB-FF80-4C2C-A96B-78E98966C7FE}" type="presParOf" srcId="{215B9905-E441-4799-AC32-5B28B19E8893}" destId="{EE7BA036-E8BF-4FDF-B8D7-63BC7DE58AE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ABBEDA-FF1A-4643-8941-73BF41D3743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55C9597-0E34-44E1-A8BA-AE32527E8F00}">
      <dgm:prSet/>
      <dgm:spPr/>
      <dgm:t>
        <a:bodyPr/>
        <a:lstStyle/>
        <a:p>
          <a:pPr>
            <a:lnSpc>
              <a:spcPct val="100000"/>
            </a:lnSpc>
          </a:pPr>
          <a:r>
            <a:rPr lang="en-AU" dirty="0"/>
            <a:t>Laptop or Desktop </a:t>
          </a:r>
          <a:endParaRPr lang="en-US" dirty="0"/>
        </a:p>
      </dgm:t>
    </dgm:pt>
    <dgm:pt modelId="{D099563B-045F-41FC-B09B-6FCE8ADE278D}" type="parTrans" cxnId="{77BE8B9A-5654-40BA-A831-21018B6E29F1}">
      <dgm:prSet/>
      <dgm:spPr/>
      <dgm:t>
        <a:bodyPr/>
        <a:lstStyle/>
        <a:p>
          <a:endParaRPr lang="en-US"/>
        </a:p>
      </dgm:t>
    </dgm:pt>
    <dgm:pt modelId="{0E28F7BE-60F4-4E9A-A52F-45CA84C6A2E8}" type="sibTrans" cxnId="{77BE8B9A-5654-40BA-A831-21018B6E29F1}">
      <dgm:prSet/>
      <dgm:spPr/>
      <dgm:t>
        <a:bodyPr/>
        <a:lstStyle/>
        <a:p>
          <a:pPr>
            <a:lnSpc>
              <a:spcPct val="100000"/>
            </a:lnSpc>
          </a:pPr>
          <a:endParaRPr lang="en-US"/>
        </a:p>
      </dgm:t>
    </dgm:pt>
    <dgm:pt modelId="{9179E2BE-3145-414D-9904-A2688BA1BCAB}">
      <dgm:prSet/>
      <dgm:spPr/>
      <dgm:t>
        <a:bodyPr/>
        <a:lstStyle/>
        <a:p>
          <a:pPr>
            <a:lnSpc>
              <a:spcPct val="100000"/>
            </a:lnSpc>
          </a:pPr>
          <a:r>
            <a:rPr lang="en-AU"/>
            <a:t>Modern Browser</a:t>
          </a:r>
          <a:endParaRPr lang="en-US"/>
        </a:p>
      </dgm:t>
    </dgm:pt>
    <dgm:pt modelId="{380C3E33-D6BA-4524-9153-F92D26FF6D5E}" type="parTrans" cxnId="{B1C9EE87-F4BA-4369-A600-A6252794C6EE}">
      <dgm:prSet/>
      <dgm:spPr/>
      <dgm:t>
        <a:bodyPr/>
        <a:lstStyle/>
        <a:p>
          <a:endParaRPr lang="en-US"/>
        </a:p>
      </dgm:t>
    </dgm:pt>
    <dgm:pt modelId="{E9BA060B-4A60-4434-9B3B-6573513C3AFA}" type="sibTrans" cxnId="{B1C9EE87-F4BA-4369-A600-A6252794C6EE}">
      <dgm:prSet/>
      <dgm:spPr/>
      <dgm:t>
        <a:bodyPr/>
        <a:lstStyle/>
        <a:p>
          <a:pPr>
            <a:lnSpc>
              <a:spcPct val="100000"/>
            </a:lnSpc>
          </a:pPr>
          <a:endParaRPr lang="en-US"/>
        </a:p>
      </dgm:t>
    </dgm:pt>
    <dgm:pt modelId="{090C1D62-CD67-4DEA-9F78-6B8A5D58C6DB}">
      <dgm:prSet/>
      <dgm:spPr/>
      <dgm:t>
        <a:bodyPr/>
        <a:lstStyle/>
        <a:p>
          <a:pPr>
            <a:lnSpc>
              <a:spcPct val="100000"/>
            </a:lnSpc>
          </a:pPr>
          <a:r>
            <a:rPr lang="en-AU" dirty="0"/>
            <a:t>Google/</a:t>
          </a:r>
          <a:r>
            <a:rPr lang="en-AU" dirty="0" err="1"/>
            <a:t>Github</a:t>
          </a:r>
          <a:endParaRPr lang="en-US" dirty="0"/>
        </a:p>
      </dgm:t>
    </dgm:pt>
    <dgm:pt modelId="{D871D304-BA6F-4363-B996-88B1C1CD8B22}" type="parTrans" cxnId="{67F77725-E6F9-4825-868D-C8CF1FE9C1A6}">
      <dgm:prSet/>
      <dgm:spPr/>
      <dgm:t>
        <a:bodyPr/>
        <a:lstStyle/>
        <a:p>
          <a:endParaRPr lang="en-US"/>
        </a:p>
      </dgm:t>
    </dgm:pt>
    <dgm:pt modelId="{5C8ADDCA-FA3D-4636-8E36-8D6974A4FFA7}" type="sibTrans" cxnId="{67F77725-E6F9-4825-868D-C8CF1FE9C1A6}">
      <dgm:prSet/>
      <dgm:spPr/>
      <dgm:t>
        <a:bodyPr/>
        <a:lstStyle/>
        <a:p>
          <a:endParaRPr lang="en-US"/>
        </a:p>
      </dgm:t>
    </dgm:pt>
    <dgm:pt modelId="{D264F47E-6C7C-446D-BA2E-A8111B001BCC}" type="pres">
      <dgm:prSet presAssocID="{52ABBEDA-FF1A-4643-8941-73BF41D37437}" presName="root" presStyleCnt="0">
        <dgm:presLayoutVars>
          <dgm:dir/>
          <dgm:resizeHandles val="exact"/>
        </dgm:presLayoutVars>
      </dgm:prSet>
      <dgm:spPr/>
    </dgm:pt>
    <dgm:pt modelId="{9E44ACED-FAA5-4278-B840-6586E654547A}" type="pres">
      <dgm:prSet presAssocID="{52ABBEDA-FF1A-4643-8941-73BF41D37437}" presName="container" presStyleCnt="0">
        <dgm:presLayoutVars>
          <dgm:dir/>
          <dgm:resizeHandles val="exact"/>
        </dgm:presLayoutVars>
      </dgm:prSet>
      <dgm:spPr/>
    </dgm:pt>
    <dgm:pt modelId="{87904E1F-E0F3-47AF-8BDC-E035FCC43DE3}" type="pres">
      <dgm:prSet presAssocID="{B55C9597-0E34-44E1-A8BA-AE32527E8F00}" presName="compNode" presStyleCnt="0"/>
      <dgm:spPr/>
    </dgm:pt>
    <dgm:pt modelId="{8215D934-51FD-43FB-8F64-4556A38B0CF9}" type="pres">
      <dgm:prSet presAssocID="{B55C9597-0E34-44E1-A8BA-AE32527E8F00}" presName="iconBgRect" presStyleLbl="bgShp" presStyleIdx="0" presStyleCnt="3"/>
      <dgm:spPr/>
    </dgm:pt>
    <dgm:pt modelId="{CB4693CE-CAA1-42CE-8404-727AA81977D0}" type="pres">
      <dgm:prSet presAssocID="{B55C9597-0E34-44E1-A8BA-AE32527E8F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o Phones outline"/>
        </a:ext>
      </dgm:extLst>
    </dgm:pt>
    <dgm:pt modelId="{45F27022-D4C5-43ED-8BB5-0E2574DC7591}" type="pres">
      <dgm:prSet presAssocID="{B55C9597-0E34-44E1-A8BA-AE32527E8F00}" presName="spaceRect" presStyleCnt="0"/>
      <dgm:spPr/>
    </dgm:pt>
    <dgm:pt modelId="{0CE53549-DE5A-4297-9FB8-84767A72D6F5}" type="pres">
      <dgm:prSet presAssocID="{B55C9597-0E34-44E1-A8BA-AE32527E8F00}" presName="textRect" presStyleLbl="revTx" presStyleIdx="0" presStyleCnt="3">
        <dgm:presLayoutVars>
          <dgm:chMax val="1"/>
          <dgm:chPref val="1"/>
        </dgm:presLayoutVars>
      </dgm:prSet>
      <dgm:spPr/>
    </dgm:pt>
    <dgm:pt modelId="{666323D1-B6D1-4E72-80BB-857CA7666FA2}" type="pres">
      <dgm:prSet presAssocID="{0E28F7BE-60F4-4E9A-A52F-45CA84C6A2E8}" presName="sibTrans" presStyleLbl="sibTrans2D1" presStyleIdx="0" presStyleCnt="0"/>
      <dgm:spPr/>
    </dgm:pt>
    <dgm:pt modelId="{28FB382F-AEEB-4DFC-8C0C-CC8084F30CD8}" type="pres">
      <dgm:prSet presAssocID="{9179E2BE-3145-414D-9904-A2688BA1BCAB}" presName="compNode" presStyleCnt="0"/>
      <dgm:spPr/>
    </dgm:pt>
    <dgm:pt modelId="{3D0FBF2B-23D8-40EE-9FD3-05204F9CB1C2}" type="pres">
      <dgm:prSet presAssocID="{9179E2BE-3145-414D-9904-A2688BA1BCAB}" presName="iconBgRect" presStyleLbl="bgShp" presStyleIdx="1" presStyleCnt="3"/>
      <dgm:spPr/>
    </dgm:pt>
    <dgm:pt modelId="{6771F638-C235-4E94-9A31-8AFEB528E9EE}" type="pres">
      <dgm:prSet presAssocID="{9179E2BE-3145-414D-9904-A2688BA1BCA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Internet outline"/>
        </a:ext>
      </dgm:extLst>
    </dgm:pt>
    <dgm:pt modelId="{042C9D65-B582-4417-87C8-856E591164EE}" type="pres">
      <dgm:prSet presAssocID="{9179E2BE-3145-414D-9904-A2688BA1BCAB}" presName="spaceRect" presStyleCnt="0"/>
      <dgm:spPr/>
    </dgm:pt>
    <dgm:pt modelId="{AD36BE6B-7BE7-4492-AE06-8E4D9CA02402}" type="pres">
      <dgm:prSet presAssocID="{9179E2BE-3145-414D-9904-A2688BA1BCAB}" presName="textRect" presStyleLbl="revTx" presStyleIdx="1" presStyleCnt="3">
        <dgm:presLayoutVars>
          <dgm:chMax val="1"/>
          <dgm:chPref val="1"/>
        </dgm:presLayoutVars>
      </dgm:prSet>
      <dgm:spPr/>
    </dgm:pt>
    <dgm:pt modelId="{BE52172C-FDF4-4A7B-943C-2987D7DCAF04}" type="pres">
      <dgm:prSet presAssocID="{E9BA060B-4A60-4434-9B3B-6573513C3AFA}" presName="sibTrans" presStyleLbl="sibTrans2D1" presStyleIdx="0" presStyleCnt="0"/>
      <dgm:spPr/>
    </dgm:pt>
    <dgm:pt modelId="{E8BCE9F0-AED1-49D3-9EEC-4303DBAAA87B}" type="pres">
      <dgm:prSet presAssocID="{090C1D62-CD67-4DEA-9F78-6B8A5D58C6DB}" presName="compNode" presStyleCnt="0"/>
      <dgm:spPr/>
    </dgm:pt>
    <dgm:pt modelId="{9E472F4F-9609-4C61-B83B-0817F0FF3C5F}" type="pres">
      <dgm:prSet presAssocID="{090C1D62-CD67-4DEA-9F78-6B8A5D58C6DB}" presName="iconBgRect" presStyleLbl="bgShp" presStyleIdx="2" presStyleCnt="3"/>
      <dgm:spPr/>
    </dgm:pt>
    <dgm:pt modelId="{6806F7C6-4BEB-4E6F-BA01-3B5734B89FDE}" type="pres">
      <dgm:prSet presAssocID="{090C1D62-CD67-4DEA-9F78-6B8A5D58C6D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hield Tick outline"/>
        </a:ext>
      </dgm:extLst>
    </dgm:pt>
    <dgm:pt modelId="{017EE8B8-D98C-40D5-9FAE-9BE377840BD7}" type="pres">
      <dgm:prSet presAssocID="{090C1D62-CD67-4DEA-9F78-6B8A5D58C6DB}" presName="spaceRect" presStyleCnt="0"/>
      <dgm:spPr/>
    </dgm:pt>
    <dgm:pt modelId="{57591E27-0FB8-4F2D-B18C-2582923B39F7}" type="pres">
      <dgm:prSet presAssocID="{090C1D62-CD67-4DEA-9F78-6B8A5D58C6DB}" presName="textRect" presStyleLbl="revTx" presStyleIdx="2" presStyleCnt="3">
        <dgm:presLayoutVars>
          <dgm:chMax val="1"/>
          <dgm:chPref val="1"/>
        </dgm:presLayoutVars>
      </dgm:prSet>
      <dgm:spPr/>
    </dgm:pt>
  </dgm:ptLst>
  <dgm:cxnLst>
    <dgm:cxn modelId="{67F77725-E6F9-4825-868D-C8CF1FE9C1A6}" srcId="{52ABBEDA-FF1A-4643-8941-73BF41D37437}" destId="{090C1D62-CD67-4DEA-9F78-6B8A5D58C6DB}" srcOrd="2" destOrd="0" parTransId="{D871D304-BA6F-4363-B996-88B1C1CD8B22}" sibTransId="{5C8ADDCA-FA3D-4636-8E36-8D6974A4FFA7}"/>
    <dgm:cxn modelId="{B4242334-69AB-2E4E-B1B9-7E31AA36ED05}" type="presOf" srcId="{090C1D62-CD67-4DEA-9F78-6B8A5D58C6DB}" destId="{57591E27-0FB8-4F2D-B18C-2582923B39F7}" srcOrd="0" destOrd="0" presId="urn:microsoft.com/office/officeart/2018/2/layout/IconCircleList"/>
    <dgm:cxn modelId="{DCFEBC5E-1D8B-F64B-B31B-865E9E51EF3C}" type="presOf" srcId="{0E28F7BE-60F4-4E9A-A52F-45CA84C6A2E8}" destId="{666323D1-B6D1-4E72-80BB-857CA7666FA2}" srcOrd="0" destOrd="0" presId="urn:microsoft.com/office/officeart/2018/2/layout/IconCircleList"/>
    <dgm:cxn modelId="{A608B06D-537A-7B47-A4C2-E4A7FB531572}" type="presOf" srcId="{9179E2BE-3145-414D-9904-A2688BA1BCAB}" destId="{AD36BE6B-7BE7-4492-AE06-8E4D9CA02402}" srcOrd="0" destOrd="0" presId="urn:microsoft.com/office/officeart/2018/2/layout/IconCircleList"/>
    <dgm:cxn modelId="{B1C9EE87-F4BA-4369-A600-A6252794C6EE}" srcId="{52ABBEDA-FF1A-4643-8941-73BF41D37437}" destId="{9179E2BE-3145-414D-9904-A2688BA1BCAB}" srcOrd="1" destOrd="0" parTransId="{380C3E33-D6BA-4524-9153-F92D26FF6D5E}" sibTransId="{E9BA060B-4A60-4434-9B3B-6573513C3AFA}"/>
    <dgm:cxn modelId="{77BE8B9A-5654-40BA-A831-21018B6E29F1}" srcId="{52ABBEDA-FF1A-4643-8941-73BF41D37437}" destId="{B55C9597-0E34-44E1-A8BA-AE32527E8F00}" srcOrd="0" destOrd="0" parTransId="{D099563B-045F-41FC-B09B-6FCE8ADE278D}" sibTransId="{0E28F7BE-60F4-4E9A-A52F-45CA84C6A2E8}"/>
    <dgm:cxn modelId="{3E26A3B7-E9D3-A54F-8E64-ADECCC294AB3}" type="presOf" srcId="{52ABBEDA-FF1A-4643-8941-73BF41D37437}" destId="{D264F47E-6C7C-446D-BA2E-A8111B001BCC}" srcOrd="0" destOrd="0" presId="urn:microsoft.com/office/officeart/2018/2/layout/IconCircleList"/>
    <dgm:cxn modelId="{7382B4C2-214A-8D44-8E4F-1DDAB91C7419}" type="presOf" srcId="{E9BA060B-4A60-4434-9B3B-6573513C3AFA}" destId="{BE52172C-FDF4-4A7B-943C-2987D7DCAF04}" srcOrd="0" destOrd="0" presId="urn:microsoft.com/office/officeart/2018/2/layout/IconCircleList"/>
    <dgm:cxn modelId="{7D8252F8-0FB1-784D-A2B1-09F5E7B5D73B}" type="presOf" srcId="{B55C9597-0E34-44E1-A8BA-AE32527E8F00}" destId="{0CE53549-DE5A-4297-9FB8-84767A72D6F5}" srcOrd="0" destOrd="0" presId="urn:microsoft.com/office/officeart/2018/2/layout/IconCircleList"/>
    <dgm:cxn modelId="{3253D6DD-C42D-314F-932C-A2BB0CA77FED}" type="presParOf" srcId="{D264F47E-6C7C-446D-BA2E-A8111B001BCC}" destId="{9E44ACED-FAA5-4278-B840-6586E654547A}" srcOrd="0" destOrd="0" presId="urn:microsoft.com/office/officeart/2018/2/layout/IconCircleList"/>
    <dgm:cxn modelId="{4F5125D1-D87B-2C46-BB4B-56E4D628190A}" type="presParOf" srcId="{9E44ACED-FAA5-4278-B840-6586E654547A}" destId="{87904E1F-E0F3-47AF-8BDC-E035FCC43DE3}" srcOrd="0" destOrd="0" presId="urn:microsoft.com/office/officeart/2018/2/layout/IconCircleList"/>
    <dgm:cxn modelId="{3F47884B-D4CC-6E47-9D52-147342C41F41}" type="presParOf" srcId="{87904E1F-E0F3-47AF-8BDC-E035FCC43DE3}" destId="{8215D934-51FD-43FB-8F64-4556A38B0CF9}" srcOrd="0" destOrd="0" presId="urn:microsoft.com/office/officeart/2018/2/layout/IconCircleList"/>
    <dgm:cxn modelId="{4C650F22-835D-E64E-A482-FEA08FD0516C}" type="presParOf" srcId="{87904E1F-E0F3-47AF-8BDC-E035FCC43DE3}" destId="{CB4693CE-CAA1-42CE-8404-727AA81977D0}" srcOrd="1" destOrd="0" presId="urn:microsoft.com/office/officeart/2018/2/layout/IconCircleList"/>
    <dgm:cxn modelId="{F1C5B100-FF55-F044-BAEA-2317C68533CD}" type="presParOf" srcId="{87904E1F-E0F3-47AF-8BDC-E035FCC43DE3}" destId="{45F27022-D4C5-43ED-8BB5-0E2574DC7591}" srcOrd="2" destOrd="0" presId="urn:microsoft.com/office/officeart/2018/2/layout/IconCircleList"/>
    <dgm:cxn modelId="{0CE681FD-40B6-C747-8D44-46C51C7F0912}" type="presParOf" srcId="{87904E1F-E0F3-47AF-8BDC-E035FCC43DE3}" destId="{0CE53549-DE5A-4297-9FB8-84767A72D6F5}" srcOrd="3" destOrd="0" presId="urn:microsoft.com/office/officeart/2018/2/layout/IconCircleList"/>
    <dgm:cxn modelId="{77C22730-C8D2-6243-9E0F-27BEB87A26D7}" type="presParOf" srcId="{9E44ACED-FAA5-4278-B840-6586E654547A}" destId="{666323D1-B6D1-4E72-80BB-857CA7666FA2}" srcOrd="1" destOrd="0" presId="urn:microsoft.com/office/officeart/2018/2/layout/IconCircleList"/>
    <dgm:cxn modelId="{D8AA6505-DD30-F940-A837-EB51B1987031}" type="presParOf" srcId="{9E44ACED-FAA5-4278-B840-6586E654547A}" destId="{28FB382F-AEEB-4DFC-8C0C-CC8084F30CD8}" srcOrd="2" destOrd="0" presId="urn:microsoft.com/office/officeart/2018/2/layout/IconCircleList"/>
    <dgm:cxn modelId="{D97E1FFA-5BFC-3D4A-96EE-C04524E75448}" type="presParOf" srcId="{28FB382F-AEEB-4DFC-8C0C-CC8084F30CD8}" destId="{3D0FBF2B-23D8-40EE-9FD3-05204F9CB1C2}" srcOrd="0" destOrd="0" presId="urn:microsoft.com/office/officeart/2018/2/layout/IconCircleList"/>
    <dgm:cxn modelId="{AE0813BA-5F4B-1849-8C2F-155EDD0512D9}" type="presParOf" srcId="{28FB382F-AEEB-4DFC-8C0C-CC8084F30CD8}" destId="{6771F638-C235-4E94-9A31-8AFEB528E9EE}" srcOrd="1" destOrd="0" presId="urn:microsoft.com/office/officeart/2018/2/layout/IconCircleList"/>
    <dgm:cxn modelId="{A8D7BE32-5E28-1948-BC74-F9350700FF93}" type="presParOf" srcId="{28FB382F-AEEB-4DFC-8C0C-CC8084F30CD8}" destId="{042C9D65-B582-4417-87C8-856E591164EE}" srcOrd="2" destOrd="0" presId="urn:microsoft.com/office/officeart/2018/2/layout/IconCircleList"/>
    <dgm:cxn modelId="{F4AA6584-77F0-5540-861F-F0FB49F313D7}" type="presParOf" srcId="{28FB382F-AEEB-4DFC-8C0C-CC8084F30CD8}" destId="{AD36BE6B-7BE7-4492-AE06-8E4D9CA02402}" srcOrd="3" destOrd="0" presId="urn:microsoft.com/office/officeart/2018/2/layout/IconCircleList"/>
    <dgm:cxn modelId="{06091968-66A7-0E4B-8BD8-6CE77B4A7D8D}" type="presParOf" srcId="{9E44ACED-FAA5-4278-B840-6586E654547A}" destId="{BE52172C-FDF4-4A7B-943C-2987D7DCAF04}" srcOrd="3" destOrd="0" presId="urn:microsoft.com/office/officeart/2018/2/layout/IconCircleList"/>
    <dgm:cxn modelId="{926EF566-EF77-094E-ACFB-E8D6C27DFADA}" type="presParOf" srcId="{9E44ACED-FAA5-4278-B840-6586E654547A}" destId="{E8BCE9F0-AED1-49D3-9EEC-4303DBAAA87B}" srcOrd="4" destOrd="0" presId="urn:microsoft.com/office/officeart/2018/2/layout/IconCircleList"/>
    <dgm:cxn modelId="{EF499660-76ED-3B49-9880-55A8874CCA82}" type="presParOf" srcId="{E8BCE9F0-AED1-49D3-9EEC-4303DBAAA87B}" destId="{9E472F4F-9609-4C61-B83B-0817F0FF3C5F}" srcOrd="0" destOrd="0" presId="urn:microsoft.com/office/officeart/2018/2/layout/IconCircleList"/>
    <dgm:cxn modelId="{04F9E086-3896-0948-B976-96F9AA713827}" type="presParOf" srcId="{E8BCE9F0-AED1-49D3-9EEC-4303DBAAA87B}" destId="{6806F7C6-4BEB-4E6F-BA01-3B5734B89FDE}" srcOrd="1" destOrd="0" presId="urn:microsoft.com/office/officeart/2018/2/layout/IconCircleList"/>
    <dgm:cxn modelId="{A0662366-3B94-CD48-9F70-27E442A57E95}" type="presParOf" srcId="{E8BCE9F0-AED1-49D3-9EEC-4303DBAAA87B}" destId="{017EE8B8-D98C-40D5-9FAE-9BE377840BD7}" srcOrd="2" destOrd="0" presId="urn:microsoft.com/office/officeart/2018/2/layout/IconCircleList"/>
    <dgm:cxn modelId="{34B3C535-A7BA-0741-BF7B-BD9D1BAF1C75}" type="presParOf" srcId="{E8BCE9F0-AED1-49D3-9EEC-4303DBAAA87B}" destId="{57591E27-0FB8-4F2D-B18C-2582923B39F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D07C8-9834-4AC0-B575-4D43DE50DF14}">
      <dsp:nvSpPr>
        <dsp:cNvPr id="0" name=""/>
        <dsp:cNvSpPr/>
      </dsp:nvSpPr>
      <dsp:spPr>
        <a:xfrm>
          <a:off x="333929"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CC1707-5CB0-4A4D-A58A-2D10BF78CB6D}">
      <dsp:nvSpPr>
        <dsp:cNvPr id="0" name=""/>
        <dsp:cNvSpPr/>
      </dsp:nvSpPr>
      <dsp:spPr>
        <a:xfrm>
          <a:off x="555132" y="401145"/>
          <a:ext cx="595546" cy="5955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1021E2-97C3-46F8-AE8D-24978306BFE9}">
      <dsp:nvSpPr>
        <dsp:cNvPr id="0" name=""/>
        <dsp:cNvSpPr/>
      </dsp:nvSpPr>
      <dsp:spPr>
        <a:xfrm>
          <a:off x="2124"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Email</a:t>
          </a:r>
          <a:endParaRPr lang="en-US" sz="2900" kern="1200"/>
        </a:p>
      </dsp:txBody>
      <dsp:txXfrm>
        <a:off x="2124" y="1541192"/>
        <a:ext cx="1701562" cy="680625"/>
      </dsp:txXfrm>
    </dsp:sp>
    <dsp:sp modelId="{5358803B-3A3C-4155-88F2-306E19CFE212}">
      <dsp:nvSpPr>
        <dsp:cNvPr id="0" name=""/>
        <dsp:cNvSpPr/>
      </dsp:nvSpPr>
      <dsp:spPr>
        <a:xfrm>
          <a:off x="2333265"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5B2C23-5A3D-4C3A-B8E4-B63C667AEB52}">
      <dsp:nvSpPr>
        <dsp:cNvPr id="0" name=""/>
        <dsp:cNvSpPr/>
      </dsp:nvSpPr>
      <dsp:spPr>
        <a:xfrm>
          <a:off x="2554468" y="401145"/>
          <a:ext cx="595546" cy="5955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5CDF26-932A-48CC-A36E-DC9C5B290FEA}">
      <dsp:nvSpPr>
        <dsp:cNvPr id="0" name=""/>
        <dsp:cNvSpPr/>
      </dsp:nvSpPr>
      <dsp:spPr>
        <a:xfrm>
          <a:off x="2001460"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Live Chat</a:t>
          </a:r>
          <a:endParaRPr lang="en-US" sz="2900" kern="1200"/>
        </a:p>
      </dsp:txBody>
      <dsp:txXfrm>
        <a:off x="2001460" y="1541192"/>
        <a:ext cx="1701562" cy="680625"/>
      </dsp:txXfrm>
    </dsp:sp>
    <dsp:sp modelId="{57E518D1-B9BE-48A0-9778-20C805A40C27}">
      <dsp:nvSpPr>
        <dsp:cNvPr id="0" name=""/>
        <dsp:cNvSpPr/>
      </dsp:nvSpPr>
      <dsp:spPr>
        <a:xfrm>
          <a:off x="4332601"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423ACA-F4CB-4CF4-AB97-CF9BD4634C23}">
      <dsp:nvSpPr>
        <dsp:cNvPr id="0" name=""/>
        <dsp:cNvSpPr/>
      </dsp:nvSpPr>
      <dsp:spPr>
        <a:xfrm>
          <a:off x="4553804" y="401145"/>
          <a:ext cx="595546" cy="5955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1A096B-5616-4990-9B6E-FBC356AFBDF9}">
      <dsp:nvSpPr>
        <dsp:cNvPr id="0" name=""/>
        <dsp:cNvSpPr/>
      </dsp:nvSpPr>
      <dsp:spPr>
        <a:xfrm>
          <a:off x="4000796"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Phone</a:t>
          </a:r>
          <a:endParaRPr lang="en-US" sz="2900" kern="1200"/>
        </a:p>
      </dsp:txBody>
      <dsp:txXfrm>
        <a:off x="4000796" y="1541192"/>
        <a:ext cx="1701562" cy="680625"/>
      </dsp:txXfrm>
    </dsp:sp>
    <dsp:sp modelId="{635AC0B9-A918-45FA-B6FE-AFD60EBEC9AF}">
      <dsp:nvSpPr>
        <dsp:cNvPr id="0" name=""/>
        <dsp:cNvSpPr/>
      </dsp:nvSpPr>
      <dsp:spPr>
        <a:xfrm>
          <a:off x="6331937" y="179942"/>
          <a:ext cx="1037953" cy="103795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E1132F-D282-4C33-9F04-F8682F98D214}">
      <dsp:nvSpPr>
        <dsp:cNvPr id="0" name=""/>
        <dsp:cNvSpPr/>
      </dsp:nvSpPr>
      <dsp:spPr>
        <a:xfrm>
          <a:off x="6553140" y="401145"/>
          <a:ext cx="595546" cy="59554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7BA036-E8BF-4FDF-B8D7-63BC7DE58AE3}">
      <dsp:nvSpPr>
        <dsp:cNvPr id="0" name=""/>
        <dsp:cNvSpPr/>
      </dsp:nvSpPr>
      <dsp:spPr>
        <a:xfrm>
          <a:off x="6000132" y="1541192"/>
          <a:ext cx="1701562" cy="680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AU" sz="2900" kern="1200"/>
            <a:t>Face to Face</a:t>
          </a:r>
          <a:endParaRPr lang="en-US" sz="2900" kern="1200"/>
        </a:p>
      </dsp:txBody>
      <dsp:txXfrm>
        <a:off x="6000132" y="1541192"/>
        <a:ext cx="1701562" cy="680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15D934-51FD-43FB-8F64-4556A38B0CF9}">
      <dsp:nvSpPr>
        <dsp:cNvPr id="0" name=""/>
        <dsp:cNvSpPr/>
      </dsp:nvSpPr>
      <dsp:spPr>
        <a:xfrm>
          <a:off x="2546" y="987447"/>
          <a:ext cx="600665" cy="60066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4693CE-CAA1-42CE-8404-727AA81977D0}">
      <dsp:nvSpPr>
        <dsp:cNvPr id="0" name=""/>
        <dsp:cNvSpPr/>
      </dsp:nvSpPr>
      <dsp:spPr>
        <a:xfrm>
          <a:off x="128686" y="1113586"/>
          <a:ext cx="348386" cy="3483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E53549-DE5A-4297-9FB8-84767A72D6F5}">
      <dsp:nvSpPr>
        <dsp:cNvPr id="0" name=""/>
        <dsp:cNvSpPr/>
      </dsp:nvSpPr>
      <dsp:spPr>
        <a:xfrm>
          <a:off x="731926" y="987447"/>
          <a:ext cx="1415854" cy="600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AU" sz="1700" kern="1200" dirty="0"/>
            <a:t>Laptop or Desktop </a:t>
          </a:r>
          <a:endParaRPr lang="en-US" sz="1700" kern="1200" dirty="0"/>
        </a:p>
      </dsp:txBody>
      <dsp:txXfrm>
        <a:off x="731926" y="987447"/>
        <a:ext cx="1415854" cy="600665"/>
      </dsp:txXfrm>
    </dsp:sp>
    <dsp:sp modelId="{3D0FBF2B-23D8-40EE-9FD3-05204F9CB1C2}">
      <dsp:nvSpPr>
        <dsp:cNvPr id="0" name=""/>
        <dsp:cNvSpPr/>
      </dsp:nvSpPr>
      <dsp:spPr>
        <a:xfrm>
          <a:off x="2394482" y="987447"/>
          <a:ext cx="600665" cy="60066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1F638-C235-4E94-9A31-8AFEB528E9EE}">
      <dsp:nvSpPr>
        <dsp:cNvPr id="0" name=""/>
        <dsp:cNvSpPr/>
      </dsp:nvSpPr>
      <dsp:spPr>
        <a:xfrm>
          <a:off x="2520622" y="1113586"/>
          <a:ext cx="348386" cy="3483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D36BE6B-7BE7-4492-AE06-8E4D9CA02402}">
      <dsp:nvSpPr>
        <dsp:cNvPr id="0" name=""/>
        <dsp:cNvSpPr/>
      </dsp:nvSpPr>
      <dsp:spPr>
        <a:xfrm>
          <a:off x="3123862" y="987447"/>
          <a:ext cx="1415854" cy="600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AU" sz="1700" kern="1200"/>
            <a:t>Modern Browser</a:t>
          </a:r>
          <a:endParaRPr lang="en-US" sz="1700" kern="1200"/>
        </a:p>
      </dsp:txBody>
      <dsp:txXfrm>
        <a:off x="3123862" y="987447"/>
        <a:ext cx="1415854" cy="600665"/>
      </dsp:txXfrm>
    </dsp:sp>
    <dsp:sp modelId="{9E472F4F-9609-4C61-B83B-0817F0FF3C5F}">
      <dsp:nvSpPr>
        <dsp:cNvPr id="0" name=""/>
        <dsp:cNvSpPr/>
      </dsp:nvSpPr>
      <dsp:spPr>
        <a:xfrm>
          <a:off x="4786419" y="987447"/>
          <a:ext cx="600665" cy="60066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06F7C6-4BEB-4E6F-BA01-3B5734B89FDE}">
      <dsp:nvSpPr>
        <dsp:cNvPr id="0" name=""/>
        <dsp:cNvSpPr/>
      </dsp:nvSpPr>
      <dsp:spPr>
        <a:xfrm>
          <a:off x="4912558" y="1113586"/>
          <a:ext cx="348386" cy="3483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591E27-0FB8-4F2D-B18C-2582923B39F7}">
      <dsp:nvSpPr>
        <dsp:cNvPr id="0" name=""/>
        <dsp:cNvSpPr/>
      </dsp:nvSpPr>
      <dsp:spPr>
        <a:xfrm>
          <a:off x="5515798" y="987447"/>
          <a:ext cx="1415854" cy="600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AU" sz="1700" kern="1200" dirty="0"/>
            <a:t>Google/</a:t>
          </a:r>
          <a:r>
            <a:rPr lang="en-AU" sz="1700" kern="1200" dirty="0" err="1"/>
            <a:t>Github</a:t>
          </a:r>
          <a:endParaRPr lang="en-US" sz="1700" kern="1200" dirty="0"/>
        </a:p>
      </dsp:txBody>
      <dsp:txXfrm>
        <a:off x="5515798" y="987447"/>
        <a:ext cx="1415854" cy="60066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9018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Welcome!</a:t>
            </a:r>
          </a:p>
          <a:p>
            <a:pPr marL="0" marR="0" lvl="0" indent="0" defTabSz="914400" eaLnBrk="1" fontAlgn="auto" latinLnBrk="0" hangingPunct="1">
              <a:lnSpc>
                <a:spcPct val="100000"/>
              </a:lnSpc>
              <a:spcBef>
                <a:spcPts val="400"/>
              </a:spcBef>
              <a:spcAft>
                <a:spcPts val="0"/>
              </a:spcAft>
              <a:buClrTx/>
              <a:buSzTx/>
              <a:buFontTx/>
              <a:buNone/>
              <a:tabLst/>
              <a:defRPr/>
            </a:pPr>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And so if you're feeling a little uncomfortable with the idea of taking a class like Introduction to Programming, know that almost every semester, 90% of the students who take ISYS5002 have never taken a programming course before. So if you look up, down, left, right, right now, odds are more than many of the classmates joining you here today are in a very similar position. What's ultimately matters in this course is not so much where you end up relative to your classmates, but where you end up relative to yourself when you began. Indeed, taking into account where you currently are, perhaps with no prior background, and considering where you will be in just three or so months is ultimately meant to be the measure of your own success. </a:t>
            </a:r>
            <a:endParaRPr lang="en-AU" dirty="0">
              <a:effectLst/>
            </a:endParaRPr>
          </a:p>
          <a:p>
            <a:endParaRPr lang="en-AU" dirty="0"/>
          </a:p>
        </p:txBody>
      </p:sp>
    </p:spTree>
    <p:extLst>
      <p:ext uri="{BB962C8B-B14F-4D97-AF65-F5344CB8AC3E}">
        <p14:creationId xmlns:p14="http://schemas.microsoft.com/office/powerpoint/2010/main" val="4277938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232035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674488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665966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The challenges faced in communicating with a computer are not due to your limitations as a human, but rather to the limitations of the computer as a machine.</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A computer might seem smart, but it is only because it is fast. It can execute simple steps very quickly. So your job is to break down tasks into simple steps. Another limitation is that a computer has a finite amount of storage space. This becomes obvious when you run out of space to store music on your phone or computer. </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What is less obvious is what happens when you store a number like pi, which has an infinite number of digits after the decimal point.  Only a finite number of digits can be stored as an approximation of the original number, called a floating point number.</a:t>
            </a:r>
          </a:p>
          <a:p>
            <a:endParaRPr lang="en-AU" dirty="0"/>
          </a:p>
        </p:txBody>
      </p:sp>
    </p:spTree>
    <p:extLst>
      <p:ext uri="{BB962C8B-B14F-4D97-AF65-F5344CB8AC3E}">
        <p14:creationId xmlns:p14="http://schemas.microsoft.com/office/powerpoint/2010/main" val="3838353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Programming is like solving a puzzle.</a:t>
            </a:r>
          </a:p>
          <a:p>
            <a:r>
              <a:rPr lang="en-AU" sz="1200" b="0" i="0" dirty="0">
                <a:effectLst/>
                <a:latin typeface="+mj-lt"/>
                <a:ea typeface="+mj-ea"/>
                <a:cs typeface="+mj-cs"/>
                <a:sym typeface="Arial"/>
              </a:rPr>
              <a:t>Learning from your mistakes is part of the learning process.</a:t>
            </a:r>
          </a:p>
          <a:p>
            <a:r>
              <a:rPr lang="en-AU" sz="1200" b="0" i="0" dirty="0">
                <a:effectLst/>
                <a:latin typeface="+mj-lt"/>
                <a:ea typeface="+mj-ea"/>
                <a:cs typeface="+mj-cs"/>
                <a:sym typeface="Arial"/>
              </a:rPr>
              <a:t>Practice is the key. The more you do, the better you get at it.</a:t>
            </a:r>
          </a:p>
          <a:p>
            <a:endParaRPr lang="en-AU" dirty="0"/>
          </a:p>
        </p:txBody>
      </p:sp>
    </p:spTree>
    <p:extLst>
      <p:ext uri="{BB962C8B-B14F-4D97-AF65-F5344CB8AC3E}">
        <p14:creationId xmlns:p14="http://schemas.microsoft.com/office/powerpoint/2010/main" val="32135675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332096"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a:t>
            </a:r>
            <a:r>
              <a:rPr lang="en-AU" sz="1000" dirty="0"/>
              <a:t>2001</a:t>
            </a:r>
            <a:r>
              <a:rPr sz="1000" dirty="0"/>
              <a:t> </a:t>
            </a:r>
            <a:r>
              <a:rPr lang="en-AU" sz="1000" dirty="0"/>
              <a:t>–</a:t>
            </a:r>
            <a:r>
              <a:rPr sz="1000" dirty="0"/>
              <a:t> </a:t>
            </a:r>
            <a:r>
              <a:rPr lang="en-AU" sz="1000" dirty="0"/>
              <a:t>Welcome</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5.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6000" b="-16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a:t>001</a:t>
            </a:r>
            <a:r>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lstStyle>
            <a:lvl1pPr defTabSz="768094">
              <a:defRPr sz="3600"/>
            </a:lvl1pPr>
          </a:lstStyle>
          <a:p>
            <a:r>
              <a:rPr lang="en-AU" dirty="0"/>
              <a:t>Welcome</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9E0B13-DD28-5D4E-92F4-2CFA67E2096B}"/>
              </a:ext>
            </a:extLst>
          </p:cNvPr>
          <p:cNvSpPr>
            <a:spLocks noGrp="1"/>
          </p:cNvSpPr>
          <p:nvPr>
            <p:ph type="body" idx="1"/>
          </p:nvPr>
        </p:nvSpPr>
        <p:spPr>
          <a:xfrm>
            <a:off x="457200" y="2353541"/>
            <a:ext cx="8229600" cy="2150918"/>
          </a:xfrm>
        </p:spPr>
        <p:txBody>
          <a:bodyPr/>
          <a:lstStyle/>
          <a:p>
            <a:pPr marL="0" indent="0" algn="ctr">
              <a:buNone/>
            </a:pPr>
            <a:r>
              <a:rPr lang="en-AU" sz="6600" dirty="0"/>
              <a:t>90% </a:t>
            </a:r>
          </a:p>
          <a:p>
            <a:pPr marL="0" indent="0" algn="ctr">
              <a:buNone/>
            </a:pPr>
            <a:r>
              <a:rPr lang="en-AU" dirty="0"/>
              <a:t>of students have never taken a programming course</a:t>
            </a:r>
          </a:p>
        </p:txBody>
      </p:sp>
    </p:spTree>
    <p:extLst>
      <p:ext uri="{BB962C8B-B14F-4D97-AF65-F5344CB8AC3E}">
        <p14:creationId xmlns:p14="http://schemas.microsoft.com/office/powerpoint/2010/main" val="84954590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9E0B13-DD28-5D4E-92F4-2CFA67E2096B}"/>
              </a:ext>
            </a:extLst>
          </p:cNvPr>
          <p:cNvSpPr>
            <a:spLocks noGrp="1"/>
          </p:cNvSpPr>
          <p:nvPr>
            <p:ph type="body" idx="1"/>
          </p:nvPr>
        </p:nvSpPr>
        <p:spPr>
          <a:xfrm>
            <a:off x="566304" y="1254125"/>
            <a:ext cx="8120495" cy="4349750"/>
          </a:xfrm>
        </p:spPr>
        <p:txBody>
          <a:bodyPr>
            <a:normAutofit/>
          </a:bodyPr>
          <a:lstStyle/>
          <a:p>
            <a:pPr marL="0" indent="0" algn="ctr">
              <a:buNone/>
            </a:pPr>
            <a:r>
              <a:rPr lang="en-AU" sz="4800" b="1" cap="all" dirty="0"/>
              <a:t>LIFE IS A JOURNEY, </a:t>
            </a:r>
          </a:p>
          <a:p>
            <a:pPr marL="0" indent="0" algn="ctr">
              <a:buNone/>
            </a:pPr>
            <a:r>
              <a:rPr lang="en-AU" sz="4800" b="1" cap="all" dirty="0"/>
              <a:t>NOT A DESTINATION. </a:t>
            </a:r>
          </a:p>
          <a:p>
            <a:pPr marL="0" indent="0" algn="ctr">
              <a:buNone/>
            </a:pPr>
            <a:r>
              <a:rPr lang="en-AU" sz="1800" dirty="0"/>
              <a:t>— </a:t>
            </a:r>
            <a:r>
              <a:rPr lang="en-AU" sz="1800" b="1" cap="all" dirty="0"/>
              <a:t>RALPH WALDO EMERSON</a:t>
            </a:r>
          </a:p>
          <a:p>
            <a:pPr marL="0" indent="0" algn="ctr">
              <a:buNone/>
            </a:pPr>
            <a:r>
              <a:rPr lang="en-AU" sz="6600" dirty="0"/>
              <a:t> </a:t>
            </a:r>
          </a:p>
          <a:p>
            <a:pPr marL="0" indent="0" algn="ctr">
              <a:buNone/>
            </a:pPr>
            <a:r>
              <a:rPr lang="en-AU" dirty="0"/>
              <a:t>This applies to learning, as well. The process of learning is more important than the often intangible result or “end goal.”</a:t>
            </a:r>
          </a:p>
        </p:txBody>
      </p:sp>
    </p:spTree>
    <p:extLst>
      <p:ext uri="{BB962C8B-B14F-4D97-AF65-F5344CB8AC3E}">
        <p14:creationId xmlns:p14="http://schemas.microsoft.com/office/powerpoint/2010/main" val="90556980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1020D04-A710-0748-8C1D-6A6945B6BC9D}"/>
              </a:ext>
            </a:extLst>
          </p:cNvPr>
          <p:cNvGrpSpPr/>
          <p:nvPr/>
        </p:nvGrpSpPr>
        <p:grpSpPr>
          <a:xfrm>
            <a:off x="1564734" y="1992255"/>
            <a:ext cx="6014532" cy="2534487"/>
            <a:chOff x="2700491" y="1648118"/>
            <a:chExt cx="6014532" cy="2534487"/>
          </a:xfrm>
        </p:grpSpPr>
        <p:sp>
          <p:nvSpPr>
            <p:cNvPr id="5" name="Rectangle 4">
              <a:extLst>
                <a:ext uri="{FF2B5EF4-FFF2-40B4-BE49-F238E27FC236}">
                  <a16:creationId xmlns:a16="http://schemas.microsoft.com/office/drawing/2014/main" id="{6045AAEC-3942-A548-8241-2BDF35BF8095}"/>
                </a:ext>
              </a:extLst>
            </p:cNvPr>
            <p:cNvSpPr/>
            <p:nvPr/>
          </p:nvSpPr>
          <p:spPr>
            <a:xfrm>
              <a:off x="2700491" y="3536274"/>
              <a:ext cx="6014532" cy="646331"/>
            </a:xfrm>
            <a:prstGeom prst="rect">
              <a:avLst/>
            </a:prstGeom>
          </p:spPr>
          <p:txBody>
            <a:bodyPr wrap="none">
              <a:spAutoFit/>
            </a:bodyPr>
            <a:lstStyle/>
            <a:p>
              <a:pPr algn="ctr"/>
              <a:r>
                <a:rPr lang="en-AU" sz="3600" dirty="0"/>
                <a:t>You Don’t Just watch Lectures!</a:t>
              </a:r>
            </a:p>
          </p:txBody>
        </p:sp>
        <p:pic>
          <p:nvPicPr>
            <p:cNvPr id="6" name="Graphic 5" descr="Warning with solid fill">
              <a:extLst>
                <a:ext uri="{FF2B5EF4-FFF2-40B4-BE49-F238E27FC236}">
                  <a16:creationId xmlns:a16="http://schemas.microsoft.com/office/drawing/2014/main" id="{71C0054A-9DED-E44B-8CDE-7833C425F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63679" y="1648118"/>
              <a:ext cx="1888156" cy="1888156"/>
            </a:xfrm>
            <a:prstGeom prst="rect">
              <a:avLst/>
            </a:prstGeom>
          </p:spPr>
        </p:pic>
      </p:grpSp>
    </p:spTree>
    <p:extLst>
      <p:ext uri="{BB962C8B-B14F-4D97-AF65-F5344CB8AC3E}">
        <p14:creationId xmlns:p14="http://schemas.microsoft.com/office/powerpoint/2010/main" val="8389689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C06FF5C5-5673-9645-A4B8-2AC413041B6C}"/>
              </a:ext>
            </a:extLst>
          </p:cNvPr>
          <p:cNvPicPr>
            <a:picLocks noChangeAspect="1"/>
          </p:cNvPicPr>
          <p:nvPr/>
        </p:nvPicPr>
        <p:blipFill rotWithShape="1">
          <a:blip r:embed="rId3">
            <a:extLst>
              <a:ext uri="{28A0092B-C50C-407E-A947-70E740481C1C}">
                <a14:useLocalDpi xmlns:a14="http://schemas.microsoft.com/office/drawing/2010/main" val="0"/>
              </a:ext>
            </a:extLst>
          </a:blip>
          <a:srcRect l="20166" r="21167"/>
          <a:stretch/>
        </p:blipFill>
        <p:spPr>
          <a:xfrm>
            <a:off x="1889760" y="857250"/>
            <a:ext cx="5364480" cy="5143500"/>
          </a:xfrm>
          <a:prstGeom prst="rect">
            <a:avLst/>
          </a:prstGeom>
        </p:spPr>
      </p:pic>
    </p:spTree>
    <p:extLst>
      <p:ext uri="{BB962C8B-B14F-4D97-AF65-F5344CB8AC3E}">
        <p14:creationId xmlns:p14="http://schemas.microsoft.com/office/powerpoint/2010/main" val="71933795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E12EA1D1-597F-468C-A448-B1D7C2E20396}"/>
              </a:ext>
            </a:extLst>
          </p:cNvPr>
          <p:cNvGraphicFramePr>
            <a:graphicFrameLocks noGrp="1"/>
          </p:cNvGraphicFramePr>
          <p:nvPr>
            <p:ph idx="1"/>
            <p:extLst>
              <p:ext uri="{D42A27DB-BD31-4B8C-83A1-F6EECF244321}">
                <p14:modId xmlns:p14="http://schemas.microsoft.com/office/powerpoint/2010/main" val="2348041890"/>
              </p:ext>
            </p:extLst>
          </p:nvPr>
        </p:nvGraphicFramePr>
        <p:xfrm>
          <a:off x="720090" y="2228120"/>
          <a:ext cx="7703820" cy="2401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857136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A6FEEF82-4EAF-E945-B43D-005A9B573037}"/>
              </a:ext>
            </a:extLst>
          </p:cNvPr>
          <p:cNvGraphicFramePr>
            <a:graphicFrameLocks/>
          </p:cNvGraphicFramePr>
          <p:nvPr>
            <p:extLst>
              <p:ext uri="{D42A27DB-BD31-4B8C-83A1-F6EECF244321}">
                <p14:modId xmlns:p14="http://schemas.microsoft.com/office/powerpoint/2010/main" val="1190887857"/>
              </p:ext>
            </p:extLst>
          </p:nvPr>
        </p:nvGraphicFramePr>
        <p:xfrm>
          <a:off x="1371600" y="1996440"/>
          <a:ext cx="6934200" cy="2575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65444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7910-C557-7D4A-A8DD-81D68892BD99}"/>
              </a:ext>
            </a:extLst>
          </p:cNvPr>
          <p:cNvSpPr>
            <a:spLocks noGrp="1"/>
          </p:cNvSpPr>
          <p:nvPr>
            <p:ph type="title"/>
          </p:nvPr>
        </p:nvSpPr>
        <p:spPr/>
        <p:txBody>
          <a:bodyPr/>
          <a:lstStyle/>
          <a:p>
            <a:r>
              <a:rPr lang="en-AU" dirty="0"/>
              <a:t>Problem with Computer!</a:t>
            </a:r>
          </a:p>
        </p:txBody>
      </p:sp>
      <p:sp>
        <p:nvSpPr>
          <p:cNvPr id="3" name="Text Placeholder 2">
            <a:extLst>
              <a:ext uri="{FF2B5EF4-FFF2-40B4-BE49-F238E27FC236}">
                <a16:creationId xmlns:a16="http://schemas.microsoft.com/office/drawing/2014/main" id="{C97E64CE-8A25-6F49-A41C-FDFE3C08D03D}"/>
              </a:ext>
            </a:extLst>
          </p:cNvPr>
          <p:cNvSpPr>
            <a:spLocks noGrp="1"/>
          </p:cNvSpPr>
          <p:nvPr>
            <p:ph type="body" idx="1"/>
          </p:nvPr>
        </p:nvSpPr>
        <p:spPr/>
        <p:txBody>
          <a:bodyPr/>
          <a:lstStyle/>
          <a:p>
            <a:r>
              <a:rPr lang="en-AU" dirty="0"/>
              <a:t>One thing at a time</a:t>
            </a:r>
          </a:p>
          <a:p>
            <a:r>
              <a:rPr lang="en-AU" dirty="0"/>
              <a:t>Basic Steps (fast)</a:t>
            </a:r>
          </a:p>
          <a:p>
            <a:r>
              <a:rPr lang="en-AU" dirty="0"/>
              <a:t>Limited Space</a:t>
            </a:r>
          </a:p>
          <a:p>
            <a:r>
              <a:rPr lang="en-AU" dirty="0"/>
              <a:t>Limited Language</a:t>
            </a:r>
          </a:p>
        </p:txBody>
      </p:sp>
      <p:pic>
        <p:nvPicPr>
          <p:cNvPr id="5" name="Picture 4" descr="Text, application&#10;&#10;Description automatically generated">
            <a:extLst>
              <a:ext uri="{FF2B5EF4-FFF2-40B4-BE49-F238E27FC236}">
                <a16:creationId xmlns:a16="http://schemas.microsoft.com/office/drawing/2014/main" id="{632AF0F6-3CAF-5F4C-9E84-07123797908D}"/>
              </a:ext>
            </a:extLst>
          </p:cNvPr>
          <p:cNvPicPr>
            <a:picLocks noChangeAspect="1"/>
          </p:cNvPicPr>
          <p:nvPr/>
        </p:nvPicPr>
        <p:blipFill rotWithShape="1">
          <a:blip r:embed="rId3">
            <a:biLevel thresh="75000"/>
            <a:extLst>
              <a:ext uri="{28A0092B-C50C-407E-A947-70E740481C1C}">
                <a14:useLocalDpi xmlns:a14="http://schemas.microsoft.com/office/drawing/2010/main" val="0"/>
              </a:ext>
            </a:extLst>
          </a:blip>
          <a:srcRect l="3548" t="9111" r="3548" b="7333"/>
          <a:stretch/>
        </p:blipFill>
        <p:spPr>
          <a:xfrm>
            <a:off x="4373880" y="1722120"/>
            <a:ext cx="3922192" cy="1706880"/>
          </a:xfrm>
          <a:prstGeom prst="rect">
            <a:avLst/>
          </a:prstGeom>
        </p:spPr>
      </p:pic>
    </p:spTree>
    <p:extLst>
      <p:ext uri="{BB962C8B-B14F-4D97-AF65-F5344CB8AC3E}">
        <p14:creationId xmlns:p14="http://schemas.microsoft.com/office/powerpoint/2010/main" val="75914111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cosmetic, colorful&#10;&#10;Description automatically generated">
            <a:extLst>
              <a:ext uri="{FF2B5EF4-FFF2-40B4-BE49-F238E27FC236}">
                <a16:creationId xmlns:a16="http://schemas.microsoft.com/office/drawing/2014/main" id="{A90CF821-D5F8-7E42-A3BE-94E88435046C}"/>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2000" contrast="-16000"/>
                    </a14:imgEffect>
                  </a14:imgLayer>
                </a14:imgProps>
              </a:ext>
              <a:ext uri="{28A0092B-C50C-407E-A947-70E740481C1C}">
                <a14:useLocalDpi xmlns:a14="http://schemas.microsoft.com/office/drawing/2010/main" val="0"/>
              </a:ext>
            </a:extLst>
          </a:blip>
          <a:srcRect l="10000" t="10000" r="32157" b="8529"/>
          <a:stretch/>
        </p:blipFill>
        <p:spPr>
          <a:xfrm>
            <a:off x="245272" y="1601320"/>
            <a:ext cx="3473290" cy="3261360"/>
          </a:xfrm>
          <a:prstGeom prst="rect">
            <a:avLst/>
          </a:prstGeom>
        </p:spPr>
      </p:pic>
      <p:pic>
        <p:nvPicPr>
          <p:cNvPr id="13" name="Picture 12">
            <a:extLst>
              <a:ext uri="{FF2B5EF4-FFF2-40B4-BE49-F238E27FC236}">
                <a16:creationId xmlns:a16="http://schemas.microsoft.com/office/drawing/2014/main" id="{2B20B663-2949-DA42-A9F4-E056E6DEE9CC}"/>
              </a:ext>
            </a:extLst>
          </p:cNvPr>
          <p:cNvPicPr>
            <a:picLocks noChangeAspect="1"/>
          </p:cNvPicPr>
          <p:nvPr/>
        </p:nvPicPr>
        <p:blipFill rotWithShape="1">
          <a:blip r:embed="rId5">
            <a:extLst>
              <a:ext uri="{28A0092B-C50C-407E-A947-70E740481C1C}">
                <a14:useLocalDpi xmlns:a14="http://schemas.microsoft.com/office/drawing/2010/main" val="0"/>
              </a:ext>
            </a:extLst>
          </a:blip>
          <a:srcRect l="25049" t="21165" r="25247" b="6893"/>
          <a:stretch/>
        </p:blipFill>
        <p:spPr>
          <a:xfrm>
            <a:off x="5425440" y="1349860"/>
            <a:ext cx="3825240" cy="3764280"/>
          </a:xfrm>
          <a:prstGeom prst="rect">
            <a:avLst/>
          </a:prstGeom>
        </p:spPr>
      </p:pic>
      <p:sp>
        <p:nvSpPr>
          <p:cNvPr id="2" name="Right Arrow 1">
            <a:extLst>
              <a:ext uri="{FF2B5EF4-FFF2-40B4-BE49-F238E27FC236}">
                <a16:creationId xmlns:a16="http://schemas.microsoft.com/office/drawing/2014/main" id="{C745B76D-7BFB-3D4A-ABA5-E79F61C94E82}"/>
              </a:ext>
            </a:extLst>
          </p:cNvPr>
          <p:cNvSpPr/>
          <p:nvPr/>
        </p:nvSpPr>
        <p:spPr>
          <a:xfrm>
            <a:off x="3718561" y="3032760"/>
            <a:ext cx="1889759" cy="792480"/>
          </a:xfrm>
          <a:prstGeom prst="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Tree>
    <p:extLst>
      <p:ext uri="{BB962C8B-B14F-4D97-AF65-F5344CB8AC3E}">
        <p14:creationId xmlns:p14="http://schemas.microsoft.com/office/powerpoint/2010/main" val="22785007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0506-3D05-604D-B380-5B7E57D6C816}"/>
              </a:ext>
            </a:extLst>
          </p:cNvPr>
          <p:cNvSpPr>
            <a:spLocks noGrp="1"/>
          </p:cNvSpPr>
          <p:nvPr>
            <p:ph type="title"/>
          </p:nvPr>
        </p:nvSpPr>
        <p:spPr/>
        <p:txBody>
          <a:bodyPr/>
          <a:lstStyle/>
          <a:p>
            <a:r>
              <a:rPr lang="en-AU" dirty="0"/>
              <a:t>Welcome!</a:t>
            </a:r>
          </a:p>
        </p:txBody>
      </p:sp>
      <p:sp>
        <p:nvSpPr>
          <p:cNvPr id="3" name="Text Placeholder 2">
            <a:extLst>
              <a:ext uri="{FF2B5EF4-FFF2-40B4-BE49-F238E27FC236}">
                <a16:creationId xmlns:a16="http://schemas.microsoft.com/office/drawing/2014/main" id="{39072742-A1DA-5042-98D4-241F1BF44781}"/>
              </a:ext>
            </a:extLst>
          </p:cNvPr>
          <p:cNvSpPr>
            <a:spLocks noGrp="1"/>
          </p:cNvSpPr>
          <p:nvPr>
            <p:ph type="body" idx="1"/>
          </p:nvPr>
        </p:nvSpPr>
        <p:spPr/>
        <p:txBody>
          <a:bodyPr/>
          <a:lstStyle/>
          <a:p>
            <a:r>
              <a:rPr lang="en-AU" dirty="0"/>
              <a:t>Assume no programming experiences</a:t>
            </a:r>
          </a:p>
          <a:p>
            <a:r>
              <a:rPr lang="en-AU" dirty="0"/>
              <a:t>Series of short lectures</a:t>
            </a:r>
          </a:p>
          <a:p>
            <a:r>
              <a:rPr lang="en-AU" dirty="0"/>
              <a:t>Weekly lab sessions</a:t>
            </a:r>
          </a:p>
          <a:p>
            <a:r>
              <a:rPr lang="en-AU" dirty="0"/>
              <a:t>Discuss the unit outline in first lab </a:t>
            </a:r>
          </a:p>
          <a:p>
            <a:r>
              <a:rPr lang="en-AU" dirty="0"/>
              <a:t>If confused ask questions</a:t>
            </a:r>
          </a:p>
          <a:p>
            <a:r>
              <a:rPr lang="en-AU" dirty="0"/>
              <a:t>Practice, practice, practice!</a:t>
            </a:r>
          </a:p>
        </p:txBody>
      </p:sp>
    </p:spTree>
    <p:extLst>
      <p:ext uri="{BB962C8B-B14F-4D97-AF65-F5344CB8AC3E}">
        <p14:creationId xmlns:p14="http://schemas.microsoft.com/office/powerpoint/2010/main" val="2821691276"/>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386</TotalTime>
  <Words>496</Words>
  <Application>Microsoft Macintosh PowerPoint</Application>
  <PresentationFormat>On-screen Show (4:3)</PresentationFormat>
  <Paragraphs>41</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Helvetica</vt:lpstr>
      <vt:lpstr>Wingdings</vt:lpstr>
      <vt:lpstr>curtin2010-PP2003</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with Computer!</vt:lpstr>
      <vt:lpstr>PowerPoint Presentation</vt:lpstr>
      <vt:lpstr>Welcome!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24</cp:revision>
  <dcterms:modified xsi:type="dcterms:W3CDTF">2022-02-27T15:21:06Z</dcterms:modified>
</cp:coreProperties>
</file>