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89" r:id="rId5"/>
    <p:sldId id="328" r:id="rId6"/>
    <p:sldId id="327" r:id="rId7"/>
    <p:sldId id="333" r:id="rId8"/>
    <p:sldId id="334" r:id="rId9"/>
    <p:sldId id="332" r:id="rId10"/>
    <p:sldId id="335" r:id="rId11"/>
    <p:sldId id="337" r:id="rId12"/>
    <p:sldId id="339" r:id="rId13"/>
    <p:sldId id="340" r:id="rId14"/>
    <p:sldId id="341" r:id="rId15"/>
    <p:sldId id="342" r:id="rId16"/>
    <p:sldId id="343" r:id="rId17"/>
    <p:sldId id="344" r:id="rId18"/>
    <p:sldId id="345" r:id="rId19"/>
    <p:sldId id="346" r:id="rId20"/>
    <p:sldId id="351" r:id="rId21"/>
    <p:sldId id="270" r:id="rId22"/>
    <p:sldId id="348" r:id="rId23"/>
    <p:sldId id="271" r:id="rId24"/>
    <p:sldId id="350" r:id="rId25"/>
    <p:sldId id="349" r:id="rId26"/>
    <p:sldId id="273" r:id="rId27"/>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F36750-3113-894B-9350-74B3504B552E}" v="23" dt="2022-09-27T06:02:05.00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11"/>
    <p:restoredTop sz="51127"/>
  </p:normalViewPr>
  <p:slideViewPr>
    <p:cSldViewPr snapToGrid="0" snapToObjects="1">
      <p:cViewPr varScale="1">
        <p:scale>
          <a:sx n="59" d="100"/>
          <a:sy n="59" d="100"/>
        </p:scale>
        <p:origin x="16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Borck" userId="5464a7b5-69e3-414c-bcfc-4d9e56576552" providerId="ADAL" clId="{18F36750-3113-894B-9350-74B3504B552E}"/>
    <pc:docChg chg="undo custSel addSld delSld modSld sldOrd modMainMaster">
      <pc:chgData name="Michael Borck" userId="5464a7b5-69e3-414c-bcfc-4d9e56576552" providerId="ADAL" clId="{18F36750-3113-894B-9350-74B3504B552E}" dt="2022-09-27T06:02:50.176" v="887" actId="20577"/>
      <pc:docMkLst>
        <pc:docMk/>
      </pc:docMkLst>
      <pc:sldChg chg="modSp mod setBg">
        <pc:chgData name="Michael Borck" userId="5464a7b5-69e3-414c-bcfc-4d9e56576552" providerId="ADAL" clId="{18F36750-3113-894B-9350-74B3504B552E}" dt="2022-09-27T06:02:13.639" v="847" actId="20577"/>
        <pc:sldMkLst>
          <pc:docMk/>
          <pc:sldMk cId="0" sldId="256"/>
        </pc:sldMkLst>
        <pc:spChg chg="mod">
          <ac:chgData name="Michael Borck" userId="5464a7b5-69e3-414c-bcfc-4d9e56576552" providerId="ADAL" clId="{18F36750-3113-894B-9350-74B3504B552E}" dt="2022-09-27T06:02:13.639" v="847" actId="20577"/>
          <ac:spMkLst>
            <pc:docMk/>
            <pc:sldMk cId="0" sldId="256"/>
            <ac:spMk id="201" creationId="{00000000-0000-0000-0000-000000000000}"/>
          </ac:spMkLst>
        </pc:spChg>
      </pc:sldChg>
      <pc:sldChg chg="modSp mod modNotesTx">
        <pc:chgData name="Michael Borck" userId="5464a7b5-69e3-414c-bcfc-4d9e56576552" providerId="ADAL" clId="{18F36750-3113-894B-9350-74B3504B552E}" dt="2022-09-27T05:08:19.057" v="184" actId="20577"/>
        <pc:sldMkLst>
          <pc:docMk/>
          <pc:sldMk cId="2753903384" sldId="289"/>
        </pc:sldMkLst>
        <pc:spChg chg="mod">
          <ac:chgData name="Michael Borck" userId="5464a7b5-69e3-414c-bcfc-4d9e56576552" providerId="ADAL" clId="{18F36750-3113-894B-9350-74B3504B552E}" dt="2022-09-27T05:08:19.057" v="184" actId="20577"/>
          <ac:spMkLst>
            <pc:docMk/>
            <pc:sldMk cId="2753903384" sldId="289"/>
            <ac:spMk id="3" creationId="{39072742-A1DA-5042-98D4-241F1BF44781}"/>
          </ac:spMkLst>
        </pc:spChg>
      </pc:sldChg>
      <pc:sldChg chg="modSp mod modNotesTx">
        <pc:chgData name="Michael Borck" userId="5464a7b5-69e3-414c-bcfc-4d9e56576552" providerId="ADAL" clId="{18F36750-3113-894B-9350-74B3504B552E}" dt="2022-09-27T05:40:28.047" v="596" actId="20577"/>
        <pc:sldMkLst>
          <pc:docMk/>
          <pc:sldMk cId="930278786" sldId="327"/>
        </pc:sldMkLst>
        <pc:spChg chg="mod">
          <ac:chgData name="Michael Borck" userId="5464a7b5-69e3-414c-bcfc-4d9e56576552" providerId="ADAL" clId="{18F36750-3113-894B-9350-74B3504B552E}" dt="2022-09-27T05:11:59.160" v="257" actId="20577"/>
          <ac:spMkLst>
            <pc:docMk/>
            <pc:sldMk cId="930278786" sldId="327"/>
            <ac:spMk id="2" creationId="{6D5488CF-691A-7C29-1393-C0A46C1F6B36}"/>
          </ac:spMkLst>
        </pc:spChg>
        <pc:spChg chg="mod">
          <ac:chgData name="Michael Borck" userId="5464a7b5-69e3-414c-bcfc-4d9e56576552" providerId="ADAL" clId="{18F36750-3113-894B-9350-74B3504B552E}" dt="2022-09-27T05:40:28.047" v="596" actId="20577"/>
          <ac:spMkLst>
            <pc:docMk/>
            <pc:sldMk cId="930278786" sldId="327"/>
            <ac:spMk id="3" creationId="{E5E201B7-8D8F-6058-4D07-97D51A91C3AC}"/>
          </ac:spMkLst>
        </pc:spChg>
      </pc:sldChg>
      <pc:sldChg chg="delSp modSp new mod modNotesTx">
        <pc:chgData name="Michael Borck" userId="5464a7b5-69e3-414c-bcfc-4d9e56576552" providerId="ADAL" clId="{18F36750-3113-894B-9350-74B3504B552E}" dt="2022-09-27T05:10:28.111" v="236"/>
        <pc:sldMkLst>
          <pc:docMk/>
          <pc:sldMk cId="3084247213" sldId="328"/>
        </pc:sldMkLst>
        <pc:spChg chg="mod">
          <ac:chgData name="Michael Borck" userId="5464a7b5-69e3-414c-bcfc-4d9e56576552" providerId="ADAL" clId="{18F36750-3113-894B-9350-74B3504B552E}" dt="2022-09-27T05:10:13.109" v="235" actId="1076"/>
          <ac:spMkLst>
            <pc:docMk/>
            <pc:sldMk cId="3084247213" sldId="328"/>
            <ac:spMk id="2" creationId="{FB78B1C6-DC78-CD22-F6E9-93FC6CAC9E85}"/>
          </ac:spMkLst>
        </pc:spChg>
        <pc:spChg chg="del">
          <ac:chgData name="Michael Borck" userId="5464a7b5-69e3-414c-bcfc-4d9e56576552" providerId="ADAL" clId="{18F36750-3113-894B-9350-74B3504B552E}" dt="2022-09-27T05:09:52.151" v="229" actId="478"/>
          <ac:spMkLst>
            <pc:docMk/>
            <pc:sldMk cId="3084247213" sldId="328"/>
            <ac:spMk id="3" creationId="{29C1FCE3-78AE-A2DA-E56A-EBCE905B419A}"/>
          </ac:spMkLst>
        </pc:spChg>
      </pc:sldChg>
      <pc:sldChg chg="del">
        <pc:chgData name="Michael Borck" userId="5464a7b5-69e3-414c-bcfc-4d9e56576552" providerId="ADAL" clId="{18F36750-3113-894B-9350-74B3504B552E}" dt="2022-09-27T05:08:33.953" v="185" actId="2696"/>
        <pc:sldMkLst>
          <pc:docMk/>
          <pc:sldMk cId="3773630508" sldId="328"/>
        </pc:sldMkLst>
      </pc:sldChg>
      <pc:sldChg chg="modSp add mod modShow modNotesTx">
        <pc:chgData name="Michael Borck" userId="5464a7b5-69e3-414c-bcfc-4d9e56576552" providerId="ADAL" clId="{18F36750-3113-894B-9350-74B3504B552E}" dt="2022-09-27T05:11:47.510" v="249" actId="729"/>
        <pc:sldMkLst>
          <pc:docMk/>
          <pc:sldMk cId="2330164448" sldId="329"/>
        </pc:sldMkLst>
        <pc:spChg chg="mod">
          <ac:chgData name="Michael Borck" userId="5464a7b5-69e3-414c-bcfc-4d9e56576552" providerId="ADAL" clId="{18F36750-3113-894B-9350-74B3504B552E}" dt="2022-09-27T05:10:40.591" v="247" actId="20577"/>
          <ac:spMkLst>
            <pc:docMk/>
            <pc:sldMk cId="2330164448" sldId="329"/>
            <ac:spMk id="2" creationId="{FB78B1C6-DC78-CD22-F6E9-93FC6CAC9E85}"/>
          </ac:spMkLst>
        </pc:spChg>
      </pc:sldChg>
      <pc:sldChg chg="del">
        <pc:chgData name="Michael Borck" userId="5464a7b5-69e3-414c-bcfc-4d9e56576552" providerId="ADAL" clId="{18F36750-3113-894B-9350-74B3504B552E}" dt="2022-09-27T05:08:33.953" v="185" actId="2696"/>
        <pc:sldMkLst>
          <pc:docMk/>
          <pc:sldMk cId="2932128730" sldId="329"/>
        </pc:sldMkLst>
      </pc:sldChg>
      <pc:sldChg chg="addSp delSp modSp new mod ord modNotesTx">
        <pc:chgData name="Michael Borck" userId="5464a7b5-69e3-414c-bcfc-4d9e56576552" providerId="ADAL" clId="{18F36750-3113-894B-9350-74B3504B552E}" dt="2022-09-27T05:21:08.078" v="318" actId="20578"/>
        <pc:sldMkLst>
          <pc:docMk/>
          <pc:sldMk cId="779766164" sldId="330"/>
        </pc:sldMkLst>
        <pc:spChg chg="mod">
          <ac:chgData name="Michael Borck" userId="5464a7b5-69e3-414c-bcfc-4d9e56576552" providerId="ADAL" clId="{18F36750-3113-894B-9350-74B3504B552E}" dt="2022-09-27T05:13:12.599" v="288" actId="20577"/>
          <ac:spMkLst>
            <pc:docMk/>
            <pc:sldMk cId="779766164" sldId="330"/>
            <ac:spMk id="2" creationId="{03CB71BF-9F2C-923D-58FC-82B0FBA6AAC3}"/>
          </ac:spMkLst>
        </pc:spChg>
        <pc:spChg chg="del mod">
          <ac:chgData name="Michael Borck" userId="5464a7b5-69e3-414c-bcfc-4d9e56576552" providerId="ADAL" clId="{18F36750-3113-894B-9350-74B3504B552E}" dt="2022-09-27T05:18:17.138" v="297" actId="478"/>
          <ac:spMkLst>
            <pc:docMk/>
            <pc:sldMk cId="779766164" sldId="330"/>
            <ac:spMk id="3" creationId="{B1AAC12D-D96B-2FC6-9104-ED3AFF2BDE24}"/>
          </ac:spMkLst>
        </pc:spChg>
        <pc:spChg chg="add del mod">
          <ac:chgData name="Michael Borck" userId="5464a7b5-69e3-414c-bcfc-4d9e56576552" providerId="ADAL" clId="{18F36750-3113-894B-9350-74B3504B552E}" dt="2022-09-27T05:18:19.751" v="298" actId="478"/>
          <ac:spMkLst>
            <pc:docMk/>
            <pc:sldMk cId="779766164" sldId="330"/>
            <ac:spMk id="7" creationId="{9E69D2AD-0164-F35F-B9E2-07FA416A0AEF}"/>
          </ac:spMkLst>
        </pc:spChg>
        <pc:picChg chg="add mod">
          <ac:chgData name="Michael Borck" userId="5464a7b5-69e3-414c-bcfc-4d9e56576552" providerId="ADAL" clId="{18F36750-3113-894B-9350-74B3504B552E}" dt="2022-09-27T05:18:27.414" v="301" actId="14100"/>
          <ac:picMkLst>
            <pc:docMk/>
            <pc:sldMk cId="779766164" sldId="330"/>
            <ac:picMk id="5" creationId="{BF456121-6EB0-D057-6173-3BCDC799C4E1}"/>
          </ac:picMkLst>
        </pc:picChg>
        <pc:picChg chg="add del mod">
          <ac:chgData name="Michael Borck" userId="5464a7b5-69e3-414c-bcfc-4d9e56576552" providerId="ADAL" clId="{18F36750-3113-894B-9350-74B3504B552E}" dt="2022-09-27T05:20:21.565" v="313" actId="478"/>
          <ac:picMkLst>
            <pc:docMk/>
            <pc:sldMk cId="779766164" sldId="330"/>
            <ac:picMk id="9" creationId="{352287CC-667E-30EA-56CD-0BC98FD2450B}"/>
          </ac:picMkLst>
        </pc:picChg>
      </pc:sldChg>
      <pc:sldChg chg="del">
        <pc:chgData name="Michael Borck" userId="5464a7b5-69e3-414c-bcfc-4d9e56576552" providerId="ADAL" clId="{18F36750-3113-894B-9350-74B3504B552E}" dt="2022-09-27T05:08:33.953" v="185" actId="2696"/>
        <pc:sldMkLst>
          <pc:docMk/>
          <pc:sldMk cId="997427846" sldId="330"/>
        </pc:sldMkLst>
      </pc:sldChg>
      <pc:sldChg chg="del">
        <pc:chgData name="Michael Borck" userId="5464a7b5-69e3-414c-bcfc-4d9e56576552" providerId="ADAL" clId="{18F36750-3113-894B-9350-74B3504B552E}" dt="2022-09-27T05:08:33.953" v="185" actId="2696"/>
        <pc:sldMkLst>
          <pc:docMk/>
          <pc:sldMk cId="1108152766" sldId="331"/>
        </pc:sldMkLst>
      </pc:sldChg>
      <pc:sldChg chg="delSp modSp add mod ord">
        <pc:chgData name="Michael Borck" userId="5464a7b5-69e3-414c-bcfc-4d9e56576552" providerId="ADAL" clId="{18F36750-3113-894B-9350-74B3504B552E}" dt="2022-09-27T05:21:11.102" v="319" actId="20578"/>
        <pc:sldMkLst>
          <pc:docMk/>
          <pc:sldMk cId="1884988665" sldId="331"/>
        </pc:sldMkLst>
        <pc:picChg chg="del">
          <ac:chgData name="Michael Borck" userId="5464a7b5-69e3-414c-bcfc-4d9e56576552" providerId="ADAL" clId="{18F36750-3113-894B-9350-74B3504B552E}" dt="2022-09-27T05:20:26.726" v="314" actId="478"/>
          <ac:picMkLst>
            <pc:docMk/>
            <pc:sldMk cId="1884988665" sldId="331"/>
            <ac:picMk id="5" creationId="{BF456121-6EB0-D057-6173-3BCDC799C4E1}"/>
          </ac:picMkLst>
        </pc:picChg>
        <pc:picChg chg="mod">
          <ac:chgData name="Michael Borck" userId="5464a7b5-69e3-414c-bcfc-4d9e56576552" providerId="ADAL" clId="{18F36750-3113-894B-9350-74B3504B552E}" dt="2022-09-27T05:20:35.129" v="317" actId="1076"/>
          <ac:picMkLst>
            <pc:docMk/>
            <pc:sldMk cId="1884988665" sldId="331"/>
            <ac:picMk id="9" creationId="{352287CC-667E-30EA-56CD-0BC98FD2450B}"/>
          </ac:picMkLst>
        </pc:picChg>
      </pc:sldChg>
      <pc:sldChg chg="addSp delSp modSp new mod ord modNotesTx">
        <pc:chgData name="Michael Borck" userId="5464a7b5-69e3-414c-bcfc-4d9e56576552" providerId="ADAL" clId="{18F36750-3113-894B-9350-74B3504B552E}" dt="2022-09-27T05:31:48.614" v="548" actId="20578"/>
        <pc:sldMkLst>
          <pc:docMk/>
          <pc:sldMk cId="157916271" sldId="332"/>
        </pc:sldMkLst>
        <pc:spChg chg="mod">
          <ac:chgData name="Michael Borck" userId="5464a7b5-69e3-414c-bcfc-4d9e56576552" providerId="ADAL" clId="{18F36750-3113-894B-9350-74B3504B552E}" dt="2022-09-27T05:23:37.907" v="443" actId="20577"/>
          <ac:spMkLst>
            <pc:docMk/>
            <pc:sldMk cId="157916271" sldId="332"/>
            <ac:spMk id="2" creationId="{A1987BAB-6735-7A85-7E1C-7057804FDE75}"/>
          </ac:spMkLst>
        </pc:spChg>
        <pc:spChg chg="del">
          <ac:chgData name="Michael Borck" userId="5464a7b5-69e3-414c-bcfc-4d9e56576552" providerId="ADAL" clId="{18F36750-3113-894B-9350-74B3504B552E}" dt="2022-09-27T05:24:33.731" v="445" actId="478"/>
          <ac:spMkLst>
            <pc:docMk/>
            <pc:sldMk cId="157916271" sldId="332"/>
            <ac:spMk id="3" creationId="{115786F2-BABA-72BA-FC96-84D31726FB78}"/>
          </ac:spMkLst>
        </pc:spChg>
        <pc:spChg chg="add mod">
          <ac:chgData name="Michael Borck" userId="5464a7b5-69e3-414c-bcfc-4d9e56576552" providerId="ADAL" clId="{18F36750-3113-894B-9350-74B3504B552E}" dt="2022-09-27T05:26:23.836" v="531" actId="1076"/>
          <ac:spMkLst>
            <pc:docMk/>
            <pc:sldMk cId="157916271" sldId="332"/>
            <ac:spMk id="4" creationId="{30A01B4F-B2EF-62D5-1351-A01CCA0FA9A8}"/>
          </ac:spMkLst>
        </pc:spChg>
        <pc:spChg chg="add del mod">
          <ac:chgData name="Michael Borck" userId="5464a7b5-69e3-414c-bcfc-4d9e56576552" providerId="ADAL" clId="{18F36750-3113-894B-9350-74B3504B552E}" dt="2022-09-27T05:25:44.178" v="527" actId="478"/>
          <ac:spMkLst>
            <pc:docMk/>
            <pc:sldMk cId="157916271" sldId="332"/>
            <ac:spMk id="5" creationId="{717D5EA5-48C0-FEF9-60B2-144FB4AB837D}"/>
          </ac:spMkLst>
        </pc:spChg>
        <pc:spChg chg="add mod">
          <ac:chgData name="Michael Borck" userId="5464a7b5-69e3-414c-bcfc-4d9e56576552" providerId="ADAL" clId="{18F36750-3113-894B-9350-74B3504B552E}" dt="2022-09-27T05:26:23.836" v="531" actId="1076"/>
          <ac:spMkLst>
            <pc:docMk/>
            <pc:sldMk cId="157916271" sldId="332"/>
            <ac:spMk id="6" creationId="{3F59953F-4682-D8F0-AC19-C03FDAD9C48F}"/>
          </ac:spMkLst>
        </pc:spChg>
        <pc:picChg chg="add del mod">
          <ac:chgData name="Michael Borck" userId="5464a7b5-69e3-414c-bcfc-4d9e56576552" providerId="ADAL" clId="{18F36750-3113-894B-9350-74B3504B552E}" dt="2022-09-27T05:29:22.649" v="540" actId="478"/>
          <ac:picMkLst>
            <pc:docMk/>
            <pc:sldMk cId="157916271" sldId="332"/>
            <ac:picMk id="8" creationId="{E1FFBE32-8CC0-EB01-AA4C-BBCED27E367C}"/>
          </ac:picMkLst>
        </pc:picChg>
      </pc:sldChg>
      <pc:sldChg chg="del">
        <pc:chgData name="Michael Borck" userId="5464a7b5-69e3-414c-bcfc-4d9e56576552" providerId="ADAL" clId="{18F36750-3113-894B-9350-74B3504B552E}" dt="2022-09-27T05:08:33.953" v="185" actId="2696"/>
        <pc:sldMkLst>
          <pc:docMk/>
          <pc:sldMk cId="4017951798" sldId="332"/>
        </pc:sldMkLst>
      </pc:sldChg>
      <pc:sldChg chg="del">
        <pc:chgData name="Michael Borck" userId="5464a7b5-69e3-414c-bcfc-4d9e56576552" providerId="ADAL" clId="{18F36750-3113-894B-9350-74B3504B552E}" dt="2022-09-27T05:08:33.953" v="185" actId="2696"/>
        <pc:sldMkLst>
          <pc:docMk/>
          <pc:sldMk cId="1152038053" sldId="333"/>
        </pc:sldMkLst>
      </pc:sldChg>
      <pc:sldChg chg="delSp modSp add mod">
        <pc:chgData name="Michael Borck" userId="5464a7b5-69e3-414c-bcfc-4d9e56576552" providerId="ADAL" clId="{18F36750-3113-894B-9350-74B3504B552E}" dt="2022-09-27T05:28:42.922" v="539" actId="14100"/>
        <pc:sldMkLst>
          <pc:docMk/>
          <pc:sldMk cId="2214204223" sldId="333"/>
        </pc:sldMkLst>
        <pc:spChg chg="del">
          <ac:chgData name="Michael Borck" userId="5464a7b5-69e3-414c-bcfc-4d9e56576552" providerId="ADAL" clId="{18F36750-3113-894B-9350-74B3504B552E}" dt="2022-09-27T05:28:32.827" v="535" actId="478"/>
          <ac:spMkLst>
            <pc:docMk/>
            <pc:sldMk cId="2214204223" sldId="333"/>
            <ac:spMk id="4" creationId="{30A01B4F-B2EF-62D5-1351-A01CCA0FA9A8}"/>
          </ac:spMkLst>
        </pc:spChg>
        <pc:spChg chg="del">
          <ac:chgData name="Michael Borck" userId="5464a7b5-69e3-414c-bcfc-4d9e56576552" providerId="ADAL" clId="{18F36750-3113-894B-9350-74B3504B552E}" dt="2022-09-27T05:28:35.395" v="536" actId="478"/>
          <ac:spMkLst>
            <pc:docMk/>
            <pc:sldMk cId="2214204223" sldId="333"/>
            <ac:spMk id="6" creationId="{3F59953F-4682-D8F0-AC19-C03FDAD9C48F}"/>
          </ac:spMkLst>
        </pc:spChg>
        <pc:picChg chg="mod">
          <ac:chgData name="Michael Borck" userId="5464a7b5-69e3-414c-bcfc-4d9e56576552" providerId="ADAL" clId="{18F36750-3113-894B-9350-74B3504B552E}" dt="2022-09-27T05:28:42.922" v="539" actId="14100"/>
          <ac:picMkLst>
            <pc:docMk/>
            <pc:sldMk cId="2214204223" sldId="333"/>
            <ac:picMk id="8" creationId="{E1FFBE32-8CC0-EB01-AA4C-BBCED27E367C}"/>
          </ac:picMkLst>
        </pc:picChg>
      </pc:sldChg>
      <pc:sldChg chg="del">
        <pc:chgData name="Michael Borck" userId="5464a7b5-69e3-414c-bcfc-4d9e56576552" providerId="ADAL" clId="{18F36750-3113-894B-9350-74B3504B552E}" dt="2022-09-27T05:08:33.953" v="185" actId="2696"/>
        <pc:sldMkLst>
          <pc:docMk/>
          <pc:sldMk cId="2937598549" sldId="334"/>
        </pc:sldMkLst>
      </pc:sldChg>
      <pc:sldChg chg="addSp delSp modSp add mod ord">
        <pc:chgData name="Michael Borck" userId="5464a7b5-69e3-414c-bcfc-4d9e56576552" providerId="ADAL" clId="{18F36750-3113-894B-9350-74B3504B552E}" dt="2022-09-27T05:31:58.502" v="549" actId="20578"/>
        <pc:sldMkLst>
          <pc:docMk/>
          <pc:sldMk cId="3775320232" sldId="334"/>
        </pc:sldMkLst>
        <pc:picChg chg="add mod">
          <ac:chgData name="Michael Borck" userId="5464a7b5-69e3-414c-bcfc-4d9e56576552" providerId="ADAL" clId="{18F36750-3113-894B-9350-74B3504B552E}" dt="2022-09-27T05:31:29.257" v="547" actId="14100"/>
          <ac:picMkLst>
            <pc:docMk/>
            <pc:sldMk cId="3775320232" sldId="334"/>
            <ac:picMk id="4" creationId="{F0E44145-441C-4C07-FF12-2DCC31020377}"/>
          </ac:picMkLst>
        </pc:picChg>
        <pc:picChg chg="del">
          <ac:chgData name="Michael Borck" userId="5464a7b5-69e3-414c-bcfc-4d9e56576552" providerId="ADAL" clId="{18F36750-3113-894B-9350-74B3504B552E}" dt="2022-09-27T05:29:31.395" v="542" actId="478"/>
          <ac:picMkLst>
            <pc:docMk/>
            <pc:sldMk cId="3775320232" sldId="334"/>
            <ac:picMk id="8" creationId="{E1FFBE32-8CC0-EB01-AA4C-BBCED27E367C}"/>
          </ac:picMkLst>
        </pc:picChg>
      </pc:sldChg>
      <pc:sldChg chg="addSp delSp modSp new mod modNotesTx">
        <pc:chgData name="Michael Borck" userId="5464a7b5-69e3-414c-bcfc-4d9e56576552" providerId="ADAL" clId="{18F36750-3113-894B-9350-74B3504B552E}" dt="2022-09-27T05:36:54.549" v="568" actId="14100"/>
        <pc:sldMkLst>
          <pc:docMk/>
          <pc:sldMk cId="435846327" sldId="335"/>
        </pc:sldMkLst>
        <pc:spChg chg="mod">
          <ac:chgData name="Michael Borck" userId="5464a7b5-69e3-414c-bcfc-4d9e56576552" providerId="ADAL" clId="{18F36750-3113-894B-9350-74B3504B552E}" dt="2022-09-27T05:32:41.174" v="556" actId="20577"/>
          <ac:spMkLst>
            <pc:docMk/>
            <pc:sldMk cId="435846327" sldId="335"/>
            <ac:spMk id="2" creationId="{4145B17B-6731-93E3-B09B-F86FF456877B}"/>
          </ac:spMkLst>
        </pc:spChg>
        <pc:spChg chg="del">
          <ac:chgData name="Michael Borck" userId="5464a7b5-69e3-414c-bcfc-4d9e56576552" providerId="ADAL" clId="{18F36750-3113-894B-9350-74B3504B552E}" dt="2022-09-27T05:36:22.603" v="560" actId="478"/>
          <ac:spMkLst>
            <pc:docMk/>
            <pc:sldMk cId="435846327" sldId="335"/>
            <ac:spMk id="3" creationId="{8536CFCD-497B-0C91-28C7-3E01C0AA38DD}"/>
          </ac:spMkLst>
        </pc:spChg>
        <pc:picChg chg="add del mod">
          <ac:chgData name="Michael Borck" userId="5464a7b5-69e3-414c-bcfc-4d9e56576552" providerId="ADAL" clId="{18F36750-3113-894B-9350-74B3504B552E}" dt="2022-09-27T05:36:29.316" v="563" actId="478"/>
          <ac:picMkLst>
            <pc:docMk/>
            <pc:sldMk cId="435846327" sldId="335"/>
            <ac:picMk id="5" creationId="{51260C71-E748-E983-E733-1AB63D275A81}"/>
          </ac:picMkLst>
        </pc:picChg>
        <pc:picChg chg="add mod">
          <ac:chgData name="Michael Borck" userId="5464a7b5-69e3-414c-bcfc-4d9e56576552" providerId="ADAL" clId="{18F36750-3113-894B-9350-74B3504B552E}" dt="2022-09-27T05:36:54.549" v="568" actId="14100"/>
          <ac:picMkLst>
            <pc:docMk/>
            <pc:sldMk cId="435846327" sldId="335"/>
            <ac:picMk id="7" creationId="{3B748FE2-1500-9066-9EE9-E9C1F363E46F}"/>
          </ac:picMkLst>
        </pc:picChg>
      </pc:sldChg>
      <pc:sldChg chg="del">
        <pc:chgData name="Michael Borck" userId="5464a7b5-69e3-414c-bcfc-4d9e56576552" providerId="ADAL" clId="{18F36750-3113-894B-9350-74B3504B552E}" dt="2022-09-27T05:08:33.953" v="185" actId="2696"/>
        <pc:sldMkLst>
          <pc:docMk/>
          <pc:sldMk cId="3065102042" sldId="335"/>
        </pc:sldMkLst>
      </pc:sldChg>
      <pc:sldChg chg="addSp delSp modSp add del mod">
        <pc:chgData name="Michael Borck" userId="5464a7b5-69e3-414c-bcfc-4d9e56576552" providerId="ADAL" clId="{18F36750-3113-894B-9350-74B3504B552E}" dt="2022-09-27T05:41:34.234" v="638" actId="2696"/>
        <pc:sldMkLst>
          <pc:docMk/>
          <pc:sldMk cId="2097657517" sldId="336"/>
        </pc:sldMkLst>
        <pc:picChg chg="add del mod">
          <ac:chgData name="Michael Borck" userId="5464a7b5-69e3-414c-bcfc-4d9e56576552" providerId="ADAL" clId="{18F36750-3113-894B-9350-74B3504B552E}" dt="2022-09-27T05:39:14.975" v="575" actId="21"/>
          <ac:picMkLst>
            <pc:docMk/>
            <pc:sldMk cId="2097657517" sldId="336"/>
            <ac:picMk id="4" creationId="{BDD6083B-B17A-8E62-39B1-6A98813EE7FA}"/>
          </ac:picMkLst>
        </pc:picChg>
      </pc:sldChg>
      <pc:sldChg chg="del">
        <pc:chgData name="Michael Borck" userId="5464a7b5-69e3-414c-bcfc-4d9e56576552" providerId="ADAL" clId="{18F36750-3113-894B-9350-74B3504B552E}" dt="2022-09-27T05:08:33.953" v="185" actId="2696"/>
        <pc:sldMkLst>
          <pc:docMk/>
          <pc:sldMk cId="2586670987" sldId="336"/>
        </pc:sldMkLst>
      </pc:sldChg>
      <pc:sldChg chg="addSp delSp modSp add mod">
        <pc:chgData name="Michael Borck" userId="5464a7b5-69e3-414c-bcfc-4d9e56576552" providerId="ADAL" clId="{18F36750-3113-894B-9350-74B3504B552E}" dt="2022-09-27T05:41:22.312" v="637" actId="20577"/>
        <pc:sldMkLst>
          <pc:docMk/>
          <pc:sldMk cId="2704759251" sldId="337"/>
        </pc:sldMkLst>
        <pc:spChg chg="mod">
          <ac:chgData name="Michael Borck" userId="5464a7b5-69e3-414c-bcfc-4d9e56576552" providerId="ADAL" clId="{18F36750-3113-894B-9350-74B3504B552E}" dt="2022-09-27T05:41:22.312" v="637" actId="20577"/>
          <ac:spMkLst>
            <pc:docMk/>
            <pc:sldMk cId="2704759251" sldId="337"/>
            <ac:spMk id="2" creationId="{4145B17B-6731-93E3-B09B-F86FF456877B}"/>
          </ac:spMkLst>
        </pc:spChg>
        <pc:picChg chg="add mod">
          <ac:chgData name="Michael Borck" userId="5464a7b5-69e3-414c-bcfc-4d9e56576552" providerId="ADAL" clId="{18F36750-3113-894B-9350-74B3504B552E}" dt="2022-09-27T05:39:23.211" v="578" actId="14100"/>
          <ac:picMkLst>
            <pc:docMk/>
            <pc:sldMk cId="2704759251" sldId="337"/>
            <ac:picMk id="3" creationId="{4EA1565E-B413-EAE4-301A-518435A2A677}"/>
          </ac:picMkLst>
        </pc:picChg>
        <pc:picChg chg="del">
          <ac:chgData name="Michael Borck" userId="5464a7b5-69e3-414c-bcfc-4d9e56576552" providerId="ADAL" clId="{18F36750-3113-894B-9350-74B3504B552E}" dt="2022-09-27T05:39:04.586" v="573" actId="478"/>
          <ac:picMkLst>
            <pc:docMk/>
            <pc:sldMk cId="2704759251" sldId="337"/>
            <ac:picMk id="4" creationId="{BDD6083B-B17A-8E62-39B1-6A98813EE7FA}"/>
          </ac:picMkLst>
        </pc:picChg>
        <pc:picChg chg="del">
          <ac:chgData name="Michael Borck" userId="5464a7b5-69e3-414c-bcfc-4d9e56576552" providerId="ADAL" clId="{18F36750-3113-894B-9350-74B3504B552E}" dt="2022-09-27T05:39:09.952" v="574" actId="478"/>
          <ac:picMkLst>
            <pc:docMk/>
            <pc:sldMk cId="2704759251" sldId="337"/>
            <ac:picMk id="7" creationId="{3B748FE2-1500-9066-9EE9-E9C1F363E46F}"/>
          </ac:picMkLst>
        </pc:picChg>
      </pc:sldChg>
      <pc:sldChg chg="del">
        <pc:chgData name="Michael Borck" userId="5464a7b5-69e3-414c-bcfc-4d9e56576552" providerId="ADAL" clId="{18F36750-3113-894B-9350-74B3504B552E}" dt="2022-09-27T05:08:33.953" v="185" actId="2696"/>
        <pc:sldMkLst>
          <pc:docMk/>
          <pc:sldMk cId="4060100765" sldId="337"/>
        </pc:sldMkLst>
      </pc:sldChg>
      <pc:sldChg chg="addSp delSp modSp add del mod modNotesTx">
        <pc:chgData name="Michael Borck" userId="5464a7b5-69e3-414c-bcfc-4d9e56576552" providerId="ADAL" clId="{18F36750-3113-894B-9350-74B3504B552E}" dt="2022-09-27T05:43:47.213" v="645"/>
        <pc:sldMkLst>
          <pc:docMk/>
          <pc:sldMk cId="188514035" sldId="338"/>
        </pc:sldMkLst>
        <pc:spChg chg="mod">
          <ac:chgData name="Michael Borck" userId="5464a7b5-69e3-414c-bcfc-4d9e56576552" providerId="ADAL" clId="{18F36750-3113-894B-9350-74B3504B552E}" dt="2022-09-27T05:40:46.406" v="603" actId="20577"/>
          <ac:spMkLst>
            <pc:docMk/>
            <pc:sldMk cId="188514035" sldId="338"/>
            <ac:spMk id="2" creationId="{4145B17B-6731-93E3-B09B-F86FF456877B}"/>
          </ac:spMkLst>
        </pc:spChg>
        <pc:picChg chg="del">
          <ac:chgData name="Michael Borck" userId="5464a7b5-69e3-414c-bcfc-4d9e56576552" providerId="ADAL" clId="{18F36750-3113-894B-9350-74B3504B552E}" dt="2022-09-27T05:41:08.438" v="624" actId="478"/>
          <ac:picMkLst>
            <pc:docMk/>
            <pc:sldMk cId="188514035" sldId="338"/>
            <ac:picMk id="3" creationId="{4EA1565E-B413-EAE4-301A-518435A2A677}"/>
          </ac:picMkLst>
        </pc:picChg>
        <pc:picChg chg="add mod">
          <ac:chgData name="Michael Borck" userId="5464a7b5-69e3-414c-bcfc-4d9e56576552" providerId="ADAL" clId="{18F36750-3113-894B-9350-74B3504B552E}" dt="2022-09-27T05:42:58.312" v="644" actId="14100"/>
          <ac:picMkLst>
            <pc:docMk/>
            <pc:sldMk cId="188514035" sldId="338"/>
            <ac:picMk id="5" creationId="{4A9965E7-E02A-93F9-4DF4-47CBBF9D00E6}"/>
          </ac:picMkLst>
        </pc:picChg>
      </pc:sldChg>
      <pc:sldChg chg="del">
        <pc:chgData name="Michael Borck" userId="5464a7b5-69e3-414c-bcfc-4d9e56576552" providerId="ADAL" clId="{18F36750-3113-894B-9350-74B3504B552E}" dt="2022-09-27T05:08:33.953" v="185" actId="2696"/>
        <pc:sldMkLst>
          <pc:docMk/>
          <pc:sldMk cId="2240115876" sldId="338"/>
        </pc:sldMkLst>
      </pc:sldChg>
      <pc:sldChg chg="addSp delSp modSp add mod modNotesTx">
        <pc:chgData name="Michael Borck" userId="5464a7b5-69e3-414c-bcfc-4d9e56576552" providerId="ADAL" clId="{18F36750-3113-894B-9350-74B3504B552E}" dt="2022-09-27T05:46:41.328" v="654" actId="14100"/>
        <pc:sldMkLst>
          <pc:docMk/>
          <pc:sldMk cId="961039409" sldId="339"/>
        </pc:sldMkLst>
        <pc:spChg chg="mod">
          <ac:chgData name="Michael Borck" userId="5464a7b5-69e3-414c-bcfc-4d9e56576552" providerId="ADAL" clId="{18F36750-3113-894B-9350-74B3504B552E}" dt="2022-09-27T05:40:59.359" v="620" actId="20577"/>
          <ac:spMkLst>
            <pc:docMk/>
            <pc:sldMk cId="961039409" sldId="339"/>
            <ac:spMk id="2" creationId="{4145B17B-6731-93E3-B09B-F86FF456877B}"/>
          </ac:spMkLst>
        </pc:spChg>
        <pc:picChg chg="del">
          <ac:chgData name="Michael Borck" userId="5464a7b5-69e3-414c-bcfc-4d9e56576552" providerId="ADAL" clId="{18F36750-3113-894B-9350-74B3504B552E}" dt="2022-09-27T05:41:01.511" v="621" actId="478"/>
          <ac:picMkLst>
            <pc:docMk/>
            <pc:sldMk cId="961039409" sldId="339"/>
            <ac:picMk id="3" creationId="{4EA1565E-B413-EAE4-301A-518435A2A677}"/>
          </ac:picMkLst>
        </pc:picChg>
        <pc:picChg chg="add mod">
          <ac:chgData name="Michael Borck" userId="5464a7b5-69e3-414c-bcfc-4d9e56576552" providerId="ADAL" clId="{18F36750-3113-894B-9350-74B3504B552E}" dt="2022-09-27T05:46:41.328" v="654" actId="14100"/>
          <ac:picMkLst>
            <pc:docMk/>
            <pc:sldMk cId="961039409" sldId="339"/>
            <ac:picMk id="5" creationId="{78BEE540-413E-72E9-1365-71E77C391624}"/>
          </ac:picMkLst>
        </pc:picChg>
      </pc:sldChg>
      <pc:sldChg chg="del">
        <pc:chgData name="Michael Borck" userId="5464a7b5-69e3-414c-bcfc-4d9e56576552" providerId="ADAL" clId="{18F36750-3113-894B-9350-74B3504B552E}" dt="2022-09-27T05:08:33.953" v="185" actId="2696"/>
        <pc:sldMkLst>
          <pc:docMk/>
          <pc:sldMk cId="3719045182" sldId="339"/>
        </pc:sldMkLst>
      </pc:sldChg>
      <pc:sldChg chg="addSp delSp modSp add mod modNotesTx">
        <pc:chgData name="Michael Borck" userId="5464a7b5-69e3-414c-bcfc-4d9e56576552" providerId="ADAL" clId="{18F36750-3113-894B-9350-74B3504B552E}" dt="2022-09-27T05:55:20.447" v="822" actId="20577"/>
        <pc:sldMkLst>
          <pc:docMk/>
          <pc:sldMk cId="3628065241" sldId="340"/>
        </pc:sldMkLst>
        <pc:spChg chg="mod">
          <ac:chgData name="Michael Borck" userId="5464a7b5-69e3-414c-bcfc-4d9e56576552" providerId="ADAL" clId="{18F36750-3113-894B-9350-74B3504B552E}" dt="2022-09-27T05:47:41.696" v="699" actId="20577"/>
          <ac:spMkLst>
            <pc:docMk/>
            <pc:sldMk cId="3628065241" sldId="340"/>
            <ac:spMk id="2" creationId="{4145B17B-6731-93E3-B09B-F86FF456877B}"/>
          </ac:spMkLst>
        </pc:spChg>
        <pc:picChg chg="add mod">
          <ac:chgData name="Michael Borck" userId="5464a7b5-69e3-414c-bcfc-4d9e56576552" providerId="ADAL" clId="{18F36750-3113-894B-9350-74B3504B552E}" dt="2022-09-27T05:54:28.316" v="818" actId="1076"/>
          <ac:picMkLst>
            <pc:docMk/>
            <pc:sldMk cId="3628065241" sldId="340"/>
            <ac:picMk id="4" creationId="{BFAF0ED5-F17D-7310-44A8-42F482DCD194}"/>
          </ac:picMkLst>
        </pc:picChg>
        <pc:picChg chg="del">
          <ac:chgData name="Michael Borck" userId="5464a7b5-69e3-414c-bcfc-4d9e56576552" providerId="ADAL" clId="{18F36750-3113-894B-9350-74B3504B552E}" dt="2022-09-27T05:46:59.266" v="658" actId="478"/>
          <ac:picMkLst>
            <pc:docMk/>
            <pc:sldMk cId="3628065241" sldId="340"/>
            <ac:picMk id="5" creationId="{78BEE540-413E-72E9-1365-71E77C391624}"/>
          </ac:picMkLst>
        </pc:picChg>
      </pc:sldChg>
      <pc:sldChg chg="del">
        <pc:chgData name="Michael Borck" userId="5464a7b5-69e3-414c-bcfc-4d9e56576552" providerId="ADAL" clId="{18F36750-3113-894B-9350-74B3504B552E}" dt="2022-09-27T05:08:33.953" v="185" actId="2696"/>
        <pc:sldMkLst>
          <pc:docMk/>
          <pc:sldMk cId="3776342066" sldId="340"/>
        </pc:sldMkLst>
      </pc:sldChg>
      <pc:sldChg chg="new del">
        <pc:chgData name="Michael Borck" userId="5464a7b5-69e3-414c-bcfc-4d9e56576552" providerId="ADAL" clId="{18F36750-3113-894B-9350-74B3504B552E}" dt="2022-09-27T05:46:53.664" v="656" actId="2696"/>
        <pc:sldMkLst>
          <pc:docMk/>
          <pc:sldMk cId="3854311259" sldId="340"/>
        </pc:sldMkLst>
      </pc:sldChg>
      <pc:sldChg chg="del">
        <pc:chgData name="Michael Borck" userId="5464a7b5-69e3-414c-bcfc-4d9e56576552" providerId="ADAL" clId="{18F36750-3113-894B-9350-74B3504B552E}" dt="2022-09-27T05:08:33.953" v="185" actId="2696"/>
        <pc:sldMkLst>
          <pc:docMk/>
          <pc:sldMk cId="1238904764" sldId="341"/>
        </pc:sldMkLst>
      </pc:sldChg>
      <pc:sldChg chg="addSp delSp modSp new mod">
        <pc:chgData name="Michael Borck" userId="5464a7b5-69e3-414c-bcfc-4d9e56576552" providerId="ADAL" clId="{18F36750-3113-894B-9350-74B3504B552E}" dt="2022-09-27T05:48:53.269" v="714" actId="1076"/>
        <pc:sldMkLst>
          <pc:docMk/>
          <pc:sldMk cId="3090060871" sldId="341"/>
        </pc:sldMkLst>
        <pc:spChg chg="mod">
          <ac:chgData name="Michael Borck" userId="5464a7b5-69e3-414c-bcfc-4d9e56576552" providerId="ADAL" clId="{18F36750-3113-894B-9350-74B3504B552E}" dt="2022-09-27T05:48:13.135" v="706" actId="20577"/>
          <ac:spMkLst>
            <pc:docMk/>
            <pc:sldMk cId="3090060871" sldId="341"/>
            <ac:spMk id="2" creationId="{16D262FE-99E4-C386-E144-FF19650BAC38}"/>
          </ac:spMkLst>
        </pc:spChg>
        <pc:spChg chg="del">
          <ac:chgData name="Michael Borck" userId="5464a7b5-69e3-414c-bcfc-4d9e56576552" providerId="ADAL" clId="{18F36750-3113-894B-9350-74B3504B552E}" dt="2022-09-27T05:48:16.399" v="707" actId="478"/>
          <ac:spMkLst>
            <pc:docMk/>
            <pc:sldMk cId="3090060871" sldId="341"/>
            <ac:spMk id="3" creationId="{FB4CB25E-2CA3-508B-C7F5-89EF79D15252}"/>
          </ac:spMkLst>
        </pc:spChg>
        <pc:spChg chg="add del">
          <ac:chgData name="Michael Borck" userId="5464a7b5-69e3-414c-bcfc-4d9e56576552" providerId="ADAL" clId="{18F36750-3113-894B-9350-74B3504B552E}" dt="2022-09-27T05:48:20.039" v="709" actId="22"/>
          <ac:spMkLst>
            <pc:docMk/>
            <pc:sldMk cId="3090060871" sldId="341"/>
            <ac:spMk id="5" creationId="{CCC5797C-6DEA-0B18-8F10-9DC2591E94EA}"/>
          </ac:spMkLst>
        </pc:spChg>
        <pc:picChg chg="add mod modCrop">
          <ac:chgData name="Michael Borck" userId="5464a7b5-69e3-414c-bcfc-4d9e56576552" providerId="ADAL" clId="{18F36750-3113-894B-9350-74B3504B552E}" dt="2022-09-27T05:48:53.269" v="714" actId="1076"/>
          <ac:picMkLst>
            <pc:docMk/>
            <pc:sldMk cId="3090060871" sldId="341"/>
            <ac:picMk id="6" creationId="{DF5AD43E-1359-4CBB-ED92-39495DCE7595}"/>
          </ac:picMkLst>
        </pc:picChg>
      </pc:sldChg>
      <pc:sldChg chg="del">
        <pc:chgData name="Michael Borck" userId="5464a7b5-69e3-414c-bcfc-4d9e56576552" providerId="ADAL" clId="{18F36750-3113-894B-9350-74B3504B552E}" dt="2022-09-27T05:08:33.953" v="185" actId="2696"/>
        <pc:sldMkLst>
          <pc:docMk/>
          <pc:sldMk cId="496344183" sldId="342"/>
        </pc:sldMkLst>
      </pc:sldChg>
      <pc:sldChg chg="addSp delSp modSp add mod">
        <pc:chgData name="Michael Borck" userId="5464a7b5-69e3-414c-bcfc-4d9e56576552" providerId="ADAL" clId="{18F36750-3113-894B-9350-74B3504B552E}" dt="2022-09-27T05:49:44.845" v="734" actId="1076"/>
        <pc:sldMkLst>
          <pc:docMk/>
          <pc:sldMk cId="1394538738" sldId="342"/>
        </pc:sldMkLst>
        <pc:spChg chg="mod">
          <ac:chgData name="Michael Borck" userId="5464a7b5-69e3-414c-bcfc-4d9e56576552" providerId="ADAL" clId="{18F36750-3113-894B-9350-74B3504B552E}" dt="2022-09-27T05:49:17.853" v="727" actId="20577"/>
          <ac:spMkLst>
            <pc:docMk/>
            <pc:sldMk cId="1394538738" sldId="342"/>
            <ac:spMk id="2" creationId="{16D262FE-99E4-C386-E144-FF19650BAC38}"/>
          </ac:spMkLst>
        </pc:spChg>
        <pc:picChg chg="add mod modCrop">
          <ac:chgData name="Michael Borck" userId="5464a7b5-69e3-414c-bcfc-4d9e56576552" providerId="ADAL" clId="{18F36750-3113-894B-9350-74B3504B552E}" dt="2022-09-27T05:49:44.845" v="734" actId="1076"/>
          <ac:picMkLst>
            <pc:docMk/>
            <pc:sldMk cId="1394538738" sldId="342"/>
            <ac:picMk id="3" creationId="{AC30F425-CCE0-5E0A-04AB-8D932D078969}"/>
          </ac:picMkLst>
        </pc:picChg>
        <pc:picChg chg="del">
          <ac:chgData name="Michael Borck" userId="5464a7b5-69e3-414c-bcfc-4d9e56576552" providerId="ADAL" clId="{18F36750-3113-894B-9350-74B3504B552E}" dt="2022-09-27T05:49:20.204" v="728" actId="478"/>
          <ac:picMkLst>
            <pc:docMk/>
            <pc:sldMk cId="1394538738" sldId="342"/>
            <ac:picMk id="6" creationId="{DF5AD43E-1359-4CBB-ED92-39495DCE7595}"/>
          </ac:picMkLst>
        </pc:picChg>
      </pc:sldChg>
      <pc:sldChg chg="del">
        <pc:chgData name="Michael Borck" userId="5464a7b5-69e3-414c-bcfc-4d9e56576552" providerId="ADAL" clId="{18F36750-3113-894B-9350-74B3504B552E}" dt="2022-09-27T05:08:33.953" v="185" actId="2696"/>
        <pc:sldMkLst>
          <pc:docMk/>
          <pc:sldMk cId="1524683098" sldId="343"/>
        </pc:sldMkLst>
      </pc:sldChg>
      <pc:sldChg chg="addSp delSp modSp add mod">
        <pc:chgData name="Michael Borck" userId="5464a7b5-69e3-414c-bcfc-4d9e56576552" providerId="ADAL" clId="{18F36750-3113-894B-9350-74B3504B552E}" dt="2022-09-27T05:50:34.998" v="759" actId="732"/>
        <pc:sldMkLst>
          <pc:docMk/>
          <pc:sldMk cId="2634487191" sldId="343"/>
        </pc:sldMkLst>
        <pc:spChg chg="mod">
          <ac:chgData name="Michael Borck" userId="5464a7b5-69e3-414c-bcfc-4d9e56576552" providerId="ADAL" clId="{18F36750-3113-894B-9350-74B3504B552E}" dt="2022-09-27T05:50:10.459" v="754" actId="20577"/>
          <ac:spMkLst>
            <pc:docMk/>
            <pc:sldMk cId="2634487191" sldId="343"/>
            <ac:spMk id="2" creationId="{16D262FE-99E4-C386-E144-FF19650BAC38}"/>
          </ac:spMkLst>
        </pc:spChg>
        <pc:picChg chg="del">
          <ac:chgData name="Michael Borck" userId="5464a7b5-69e3-414c-bcfc-4d9e56576552" providerId="ADAL" clId="{18F36750-3113-894B-9350-74B3504B552E}" dt="2022-09-27T05:50:03.555" v="736" actId="478"/>
          <ac:picMkLst>
            <pc:docMk/>
            <pc:sldMk cId="2634487191" sldId="343"/>
            <ac:picMk id="3" creationId="{AC30F425-CCE0-5E0A-04AB-8D932D078969}"/>
          </ac:picMkLst>
        </pc:picChg>
        <pc:picChg chg="add mod modCrop">
          <ac:chgData name="Michael Borck" userId="5464a7b5-69e3-414c-bcfc-4d9e56576552" providerId="ADAL" clId="{18F36750-3113-894B-9350-74B3504B552E}" dt="2022-09-27T05:50:34.998" v="759" actId="732"/>
          <ac:picMkLst>
            <pc:docMk/>
            <pc:sldMk cId="2634487191" sldId="343"/>
            <ac:picMk id="4" creationId="{EBBF0E4B-AB17-D862-768E-69BC40D0D699}"/>
          </ac:picMkLst>
        </pc:picChg>
      </pc:sldChg>
      <pc:sldChg chg="addSp delSp modSp add mod">
        <pc:chgData name="Michael Borck" userId="5464a7b5-69e3-414c-bcfc-4d9e56576552" providerId="ADAL" clId="{18F36750-3113-894B-9350-74B3504B552E}" dt="2022-09-27T05:51:19.363" v="771" actId="1076"/>
        <pc:sldMkLst>
          <pc:docMk/>
          <pc:sldMk cId="1334843559" sldId="344"/>
        </pc:sldMkLst>
        <pc:spChg chg="mod">
          <ac:chgData name="Michael Borck" userId="5464a7b5-69e3-414c-bcfc-4d9e56576552" providerId="ADAL" clId="{18F36750-3113-894B-9350-74B3504B552E}" dt="2022-09-27T05:50:54.875" v="764" actId="20577"/>
          <ac:spMkLst>
            <pc:docMk/>
            <pc:sldMk cId="1334843559" sldId="344"/>
            <ac:spMk id="2" creationId="{16D262FE-99E4-C386-E144-FF19650BAC38}"/>
          </ac:spMkLst>
        </pc:spChg>
        <pc:picChg chg="add mod modCrop">
          <ac:chgData name="Michael Borck" userId="5464a7b5-69e3-414c-bcfc-4d9e56576552" providerId="ADAL" clId="{18F36750-3113-894B-9350-74B3504B552E}" dt="2022-09-27T05:51:19.363" v="771" actId="1076"/>
          <ac:picMkLst>
            <pc:docMk/>
            <pc:sldMk cId="1334843559" sldId="344"/>
            <ac:picMk id="3" creationId="{ED1636A5-F3B2-3646-7514-55F2995B21F1}"/>
          </ac:picMkLst>
        </pc:picChg>
        <pc:picChg chg="del">
          <ac:chgData name="Michael Borck" userId="5464a7b5-69e3-414c-bcfc-4d9e56576552" providerId="ADAL" clId="{18F36750-3113-894B-9350-74B3504B552E}" dt="2022-09-27T05:50:56.719" v="765" actId="478"/>
          <ac:picMkLst>
            <pc:docMk/>
            <pc:sldMk cId="1334843559" sldId="344"/>
            <ac:picMk id="4" creationId="{EBBF0E4B-AB17-D862-768E-69BC40D0D699}"/>
          </ac:picMkLst>
        </pc:picChg>
      </pc:sldChg>
      <pc:sldChg chg="del">
        <pc:chgData name="Michael Borck" userId="5464a7b5-69e3-414c-bcfc-4d9e56576552" providerId="ADAL" clId="{18F36750-3113-894B-9350-74B3504B552E}" dt="2022-09-27T05:08:33.953" v="185" actId="2696"/>
        <pc:sldMkLst>
          <pc:docMk/>
          <pc:sldMk cId="2419002444" sldId="344"/>
        </pc:sldMkLst>
      </pc:sldChg>
      <pc:sldChg chg="addSp delSp modSp add mod">
        <pc:chgData name="Michael Borck" userId="5464a7b5-69e3-414c-bcfc-4d9e56576552" providerId="ADAL" clId="{18F36750-3113-894B-9350-74B3504B552E}" dt="2022-09-27T05:52:03.317" v="796" actId="1076"/>
        <pc:sldMkLst>
          <pc:docMk/>
          <pc:sldMk cId="197376425" sldId="345"/>
        </pc:sldMkLst>
        <pc:spChg chg="mod">
          <ac:chgData name="Michael Borck" userId="5464a7b5-69e3-414c-bcfc-4d9e56576552" providerId="ADAL" clId="{18F36750-3113-894B-9350-74B3504B552E}" dt="2022-09-27T05:51:39.623" v="789" actId="20577"/>
          <ac:spMkLst>
            <pc:docMk/>
            <pc:sldMk cId="197376425" sldId="345"/>
            <ac:spMk id="2" creationId="{16D262FE-99E4-C386-E144-FF19650BAC38}"/>
          </ac:spMkLst>
        </pc:spChg>
        <pc:picChg chg="del">
          <ac:chgData name="Michael Borck" userId="5464a7b5-69e3-414c-bcfc-4d9e56576552" providerId="ADAL" clId="{18F36750-3113-894B-9350-74B3504B552E}" dt="2022-09-27T05:51:41.447" v="790" actId="478"/>
          <ac:picMkLst>
            <pc:docMk/>
            <pc:sldMk cId="197376425" sldId="345"/>
            <ac:picMk id="3" creationId="{ED1636A5-F3B2-3646-7514-55F2995B21F1}"/>
          </ac:picMkLst>
        </pc:picChg>
        <pc:picChg chg="add mod modCrop">
          <ac:chgData name="Michael Borck" userId="5464a7b5-69e3-414c-bcfc-4d9e56576552" providerId="ADAL" clId="{18F36750-3113-894B-9350-74B3504B552E}" dt="2022-09-27T05:52:03.317" v="796" actId="1076"/>
          <ac:picMkLst>
            <pc:docMk/>
            <pc:sldMk cId="197376425" sldId="345"/>
            <ac:picMk id="4" creationId="{8FD47C98-D946-40D1-ABFD-9CC64B70A764}"/>
          </ac:picMkLst>
        </pc:picChg>
      </pc:sldChg>
      <pc:sldChg chg="del">
        <pc:chgData name="Michael Borck" userId="5464a7b5-69e3-414c-bcfc-4d9e56576552" providerId="ADAL" clId="{18F36750-3113-894B-9350-74B3504B552E}" dt="2022-09-27T05:08:33.953" v="185" actId="2696"/>
        <pc:sldMkLst>
          <pc:docMk/>
          <pc:sldMk cId="1708822100" sldId="345"/>
        </pc:sldMkLst>
      </pc:sldChg>
      <pc:sldChg chg="addSp delSp modSp add mod">
        <pc:chgData name="Michael Borck" userId="5464a7b5-69e3-414c-bcfc-4d9e56576552" providerId="ADAL" clId="{18F36750-3113-894B-9350-74B3504B552E}" dt="2022-09-27T05:52:40.548" v="812" actId="1076"/>
        <pc:sldMkLst>
          <pc:docMk/>
          <pc:sldMk cId="100785096" sldId="346"/>
        </pc:sldMkLst>
        <pc:spChg chg="mod">
          <ac:chgData name="Michael Borck" userId="5464a7b5-69e3-414c-bcfc-4d9e56576552" providerId="ADAL" clId="{18F36750-3113-894B-9350-74B3504B552E}" dt="2022-09-27T05:52:13.828" v="806" actId="20577"/>
          <ac:spMkLst>
            <pc:docMk/>
            <pc:sldMk cId="100785096" sldId="346"/>
            <ac:spMk id="2" creationId="{16D262FE-99E4-C386-E144-FF19650BAC38}"/>
          </ac:spMkLst>
        </pc:spChg>
        <pc:picChg chg="add mod modCrop">
          <ac:chgData name="Michael Borck" userId="5464a7b5-69e3-414c-bcfc-4d9e56576552" providerId="ADAL" clId="{18F36750-3113-894B-9350-74B3504B552E}" dt="2022-09-27T05:52:40.548" v="812" actId="1076"/>
          <ac:picMkLst>
            <pc:docMk/>
            <pc:sldMk cId="100785096" sldId="346"/>
            <ac:picMk id="3" creationId="{54AE356B-4CCB-69C6-64F3-5FE2161CADEE}"/>
          </ac:picMkLst>
        </pc:picChg>
        <pc:picChg chg="del">
          <ac:chgData name="Michael Borck" userId="5464a7b5-69e3-414c-bcfc-4d9e56576552" providerId="ADAL" clId="{18F36750-3113-894B-9350-74B3504B552E}" dt="2022-09-27T05:52:16.028" v="807" actId="478"/>
          <ac:picMkLst>
            <pc:docMk/>
            <pc:sldMk cId="100785096" sldId="346"/>
            <ac:picMk id="4" creationId="{8FD47C98-D946-40D1-ABFD-9CC64B70A764}"/>
          </ac:picMkLst>
        </pc:picChg>
      </pc:sldChg>
      <pc:sldChg chg="add">
        <pc:chgData name="Michael Borck" userId="5464a7b5-69e3-414c-bcfc-4d9e56576552" providerId="ADAL" clId="{18F36750-3113-894B-9350-74B3504B552E}" dt="2022-09-27T05:56:08.077" v="823"/>
        <pc:sldMkLst>
          <pc:docMk/>
          <pc:sldMk cId="533424870" sldId="347"/>
        </pc:sldMkLst>
      </pc:sldChg>
      <pc:sldMasterChg chg="modSp mod">
        <pc:chgData name="Michael Borck" userId="5464a7b5-69e3-414c-bcfc-4d9e56576552" providerId="ADAL" clId="{18F36750-3113-894B-9350-74B3504B552E}" dt="2022-09-27T06:02:50.176" v="887" actId="20577"/>
        <pc:sldMasterMkLst>
          <pc:docMk/>
          <pc:sldMasterMk cId="0" sldId="2147483648"/>
        </pc:sldMasterMkLst>
        <pc:spChg chg="mod">
          <ac:chgData name="Michael Borck" userId="5464a7b5-69e3-414c-bcfc-4d9e56576552" providerId="ADAL" clId="{18F36750-3113-894B-9350-74B3504B552E}" dt="2022-09-27T06:02:50.176" v="887" actId="20577"/>
          <ac:spMkLst>
            <pc:docMk/>
            <pc:sldMasterMk cId="0" sldId="2147483648"/>
            <ac:spMk id="6" creationId="{00000000-0000-0000-0000-000000000000}"/>
          </ac:spMkLst>
        </pc:spChg>
      </pc:sldMasterChg>
    </pc:docChg>
  </pc:docChgLst>
  <pc:docChgLst>
    <pc:chgData name="Michael Borck" userId="5464a7b5-69e3-414c-bcfc-4d9e56576552" providerId="ADAL" clId="{E5A2C9A3-8295-334D-9BFD-4715FA128A98}"/>
    <pc:docChg chg="undo custSel addSld delSld modSld sldOrd modMainMaster">
      <pc:chgData name="Michael Borck" userId="5464a7b5-69e3-414c-bcfc-4d9e56576552" providerId="ADAL" clId="{E5A2C9A3-8295-334D-9BFD-4715FA128A98}" dt="2022-09-20T04:40:01.742" v="2641" actId="729"/>
      <pc:docMkLst>
        <pc:docMk/>
      </pc:docMkLst>
      <pc:sldChg chg="modSp mod setBg">
        <pc:chgData name="Michael Borck" userId="5464a7b5-69e3-414c-bcfc-4d9e56576552" providerId="ADAL" clId="{E5A2C9A3-8295-334D-9BFD-4715FA128A98}" dt="2022-09-20T02:59:52.735" v="2592"/>
        <pc:sldMkLst>
          <pc:docMk/>
          <pc:sldMk cId="0" sldId="256"/>
        </pc:sldMkLst>
        <pc:spChg chg="mod">
          <ac:chgData name="Michael Borck" userId="5464a7b5-69e3-414c-bcfc-4d9e56576552" providerId="ADAL" clId="{E5A2C9A3-8295-334D-9BFD-4715FA128A98}" dt="2022-09-19T21:17:36.220" v="20" actId="20577"/>
          <ac:spMkLst>
            <pc:docMk/>
            <pc:sldMk cId="0" sldId="256"/>
            <ac:spMk id="201" creationId="{00000000-0000-0000-0000-000000000000}"/>
          </ac:spMkLst>
        </pc:spChg>
      </pc:sldChg>
      <pc:sldChg chg="modSp mod">
        <pc:chgData name="Michael Borck" userId="5464a7b5-69e3-414c-bcfc-4d9e56576552" providerId="ADAL" clId="{E5A2C9A3-8295-334D-9BFD-4715FA128A98}" dt="2022-09-20T03:00:47.804" v="2615" actId="20577"/>
        <pc:sldMkLst>
          <pc:docMk/>
          <pc:sldMk cId="2753903384" sldId="289"/>
        </pc:sldMkLst>
        <pc:spChg chg="mod">
          <ac:chgData name="Michael Borck" userId="5464a7b5-69e3-414c-bcfc-4d9e56576552" providerId="ADAL" clId="{E5A2C9A3-8295-334D-9BFD-4715FA128A98}" dt="2022-09-20T03:00:47.804" v="2615" actId="20577"/>
          <ac:spMkLst>
            <pc:docMk/>
            <pc:sldMk cId="2753903384" sldId="289"/>
            <ac:spMk id="3" creationId="{39072742-A1DA-5042-98D4-241F1BF44781}"/>
          </ac:spMkLst>
        </pc:spChg>
      </pc:sldChg>
      <pc:sldChg chg="del">
        <pc:chgData name="Michael Borck" userId="5464a7b5-69e3-414c-bcfc-4d9e56576552" providerId="ADAL" clId="{E5A2C9A3-8295-334D-9BFD-4715FA128A98}" dt="2022-09-20T03:00:56.533" v="2617" actId="2696"/>
        <pc:sldMkLst>
          <pc:docMk/>
          <pc:sldMk cId="3458759302" sldId="326"/>
        </pc:sldMkLst>
      </pc:sldChg>
      <pc:sldChg chg="addSp delSp modSp new mod modNotesTx">
        <pc:chgData name="Michael Borck" userId="5464a7b5-69e3-414c-bcfc-4d9e56576552" providerId="ADAL" clId="{E5A2C9A3-8295-334D-9BFD-4715FA128A98}" dt="2022-09-20T00:45:14.536" v="491"/>
        <pc:sldMkLst>
          <pc:docMk/>
          <pc:sldMk cId="930278786" sldId="327"/>
        </pc:sldMkLst>
        <pc:spChg chg="mod">
          <ac:chgData name="Michael Borck" userId="5464a7b5-69e3-414c-bcfc-4d9e56576552" providerId="ADAL" clId="{E5A2C9A3-8295-334D-9BFD-4715FA128A98}" dt="2022-09-20T00:39:47.537" v="207" actId="20577"/>
          <ac:spMkLst>
            <pc:docMk/>
            <pc:sldMk cId="930278786" sldId="327"/>
            <ac:spMk id="2" creationId="{6D5488CF-691A-7C29-1393-C0A46C1F6B36}"/>
          </ac:spMkLst>
        </pc:spChg>
        <pc:spChg chg="mod">
          <ac:chgData name="Michael Borck" userId="5464a7b5-69e3-414c-bcfc-4d9e56576552" providerId="ADAL" clId="{E5A2C9A3-8295-334D-9BFD-4715FA128A98}" dt="2022-09-20T00:44:50.865" v="490" actId="20577"/>
          <ac:spMkLst>
            <pc:docMk/>
            <pc:sldMk cId="930278786" sldId="327"/>
            <ac:spMk id="3" creationId="{E5E201B7-8D8F-6058-4D07-97D51A91C3AC}"/>
          </ac:spMkLst>
        </pc:spChg>
        <pc:graphicFrameChg chg="add del modGraphic">
          <ac:chgData name="Michael Borck" userId="5464a7b5-69e3-414c-bcfc-4d9e56576552" providerId="ADAL" clId="{E5A2C9A3-8295-334D-9BFD-4715FA128A98}" dt="2022-09-20T00:25:23.531" v="74" actId="1032"/>
          <ac:graphicFrameMkLst>
            <pc:docMk/>
            <pc:sldMk cId="930278786" sldId="327"/>
            <ac:graphicFrameMk id="4" creationId="{3BF8C3BF-8BB0-9E7F-C7AC-FAE38FB4D7CD}"/>
          </ac:graphicFrameMkLst>
        </pc:graphicFrameChg>
        <pc:graphicFrameChg chg="add del mod modGraphic">
          <ac:chgData name="Michael Borck" userId="5464a7b5-69e3-414c-bcfc-4d9e56576552" providerId="ADAL" clId="{E5A2C9A3-8295-334D-9BFD-4715FA128A98}" dt="2022-09-20T00:27:37.712" v="187" actId="478"/>
          <ac:graphicFrameMkLst>
            <pc:docMk/>
            <pc:sldMk cId="930278786" sldId="327"/>
            <ac:graphicFrameMk id="5" creationId="{17256269-60E5-0DBA-5443-61E1E6EBA921}"/>
          </ac:graphicFrameMkLst>
        </pc:graphicFrameChg>
      </pc:sldChg>
      <pc:sldChg chg="del">
        <pc:chgData name="Michael Borck" userId="5464a7b5-69e3-414c-bcfc-4d9e56576552" providerId="ADAL" clId="{E5A2C9A3-8295-334D-9BFD-4715FA128A98}" dt="2022-09-19T21:19:13.067" v="44" actId="2696"/>
        <pc:sldMkLst>
          <pc:docMk/>
          <pc:sldMk cId="1830813499" sldId="327"/>
        </pc:sldMkLst>
      </pc:sldChg>
      <pc:sldChg chg="addSp delSp modSp new mod modNotesTx">
        <pc:chgData name="Michael Borck" userId="5464a7b5-69e3-414c-bcfc-4d9e56576552" providerId="ADAL" clId="{E5A2C9A3-8295-334D-9BFD-4715FA128A98}" dt="2022-09-20T02:46:54.207" v="2535"/>
        <pc:sldMkLst>
          <pc:docMk/>
          <pc:sldMk cId="3773630508" sldId="328"/>
        </pc:sldMkLst>
        <pc:spChg chg="mod">
          <ac:chgData name="Michael Borck" userId="5464a7b5-69e3-414c-bcfc-4d9e56576552" providerId="ADAL" clId="{E5A2C9A3-8295-334D-9BFD-4715FA128A98}" dt="2022-09-20T00:48:46.545" v="501" actId="20577"/>
          <ac:spMkLst>
            <pc:docMk/>
            <pc:sldMk cId="3773630508" sldId="328"/>
            <ac:spMk id="2" creationId="{23263CC4-30EE-7868-CA38-ABA1FB2D8716}"/>
          </ac:spMkLst>
        </pc:spChg>
        <pc:spChg chg="mod">
          <ac:chgData name="Michael Borck" userId="5464a7b5-69e3-414c-bcfc-4d9e56576552" providerId="ADAL" clId="{E5A2C9A3-8295-334D-9BFD-4715FA128A98}" dt="2022-09-20T00:52:18.892" v="502" actId="14100"/>
          <ac:spMkLst>
            <pc:docMk/>
            <pc:sldMk cId="3773630508" sldId="328"/>
            <ac:spMk id="3" creationId="{1A36855C-EB6E-CBB8-2317-EAE509096CD4}"/>
          </ac:spMkLst>
        </pc:spChg>
        <pc:spChg chg="add mod">
          <ac:chgData name="Michael Borck" userId="5464a7b5-69e3-414c-bcfc-4d9e56576552" providerId="ADAL" clId="{E5A2C9A3-8295-334D-9BFD-4715FA128A98}" dt="2022-09-20T00:57:39.535" v="548" actId="208"/>
          <ac:spMkLst>
            <pc:docMk/>
            <pc:sldMk cId="3773630508" sldId="328"/>
            <ac:spMk id="4" creationId="{E80171E6-EBD1-4787-A42A-EC3266642307}"/>
          </ac:spMkLst>
        </pc:spChg>
        <pc:spChg chg="add mod">
          <ac:chgData name="Michael Borck" userId="5464a7b5-69e3-414c-bcfc-4d9e56576552" providerId="ADAL" clId="{E5A2C9A3-8295-334D-9BFD-4715FA128A98}" dt="2022-09-20T00:59:55.771" v="642" actId="122"/>
          <ac:spMkLst>
            <pc:docMk/>
            <pc:sldMk cId="3773630508" sldId="328"/>
            <ac:spMk id="5" creationId="{BCAC7071-F14A-C773-91BC-802636E7BB58}"/>
          </ac:spMkLst>
        </pc:spChg>
        <pc:spChg chg="add mod">
          <ac:chgData name="Michael Borck" userId="5464a7b5-69e3-414c-bcfc-4d9e56576552" providerId="ADAL" clId="{E5A2C9A3-8295-334D-9BFD-4715FA128A98}" dt="2022-09-20T00:59:58.361" v="643" actId="122"/>
          <ac:spMkLst>
            <pc:docMk/>
            <pc:sldMk cId="3773630508" sldId="328"/>
            <ac:spMk id="6" creationId="{AC32AA27-5606-513B-03D0-F9A6924B1E5F}"/>
          </ac:spMkLst>
        </pc:spChg>
        <pc:spChg chg="add mod">
          <ac:chgData name="Michael Borck" userId="5464a7b5-69e3-414c-bcfc-4d9e56576552" providerId="ADAL" clId="{E5A2C9A3-8295-334D-9BFD-4715FA128A98}" dt="2022-09-20T01:00:01.097" v="644" actId="122"/>
          <ac:spMkLst>
            <pc:docMk/>
            <pc:sldMk cId="3773630508" sldId="328"/>
            <ac:spMk id="7" creationId="{6F64C4D9-18B7-2A91-351E-C1C448F78777}"/>
          </ac:spMkLst>
        </pc:spChg>
        <pc:spChg chg="add mod">
          <ac:chgData name="Michael Borck" userId="5464a7b5-69e3-414c-bcfc-4d9e56576552" providerId="ADAL" clId="{E5A2C9A3-8295-334D-9BFD-4715FA128A98}" dt="2022-09-20T01:03:47.774" v="705" actId="20577"/>
          <ac:spMkLst>
            <pc:docMk/>
            <pc:sldMk cId="3773630508" sldId="328"/>
            <ac:spMk id="8" creationId="{609EABED-798E-BA5C-A507-7833BD373B19}"/>
          </ac:spMkLst>
        </pc:spChg>
        <pc:spChg chg="add del mod">
          <ac:chgData name="Michael Borck" userId="5464a7b5-69e3-414c-bcfc-4d9e56576552" providerId="ADAL" clId="{E5A2C9A3-8295-334D-9BFD-4715FA128A98}" dt="2022-09-20T00:54:55.613" v="539" actId="478"/>
          <ac:spMkLst>
            <pc:docMk/>
            <pc:sldMk cId="3773630508" sldId="328"/>
            <ac:spMk id="9" creationId="{30BA7D3F-87D8-2F92-D233-3A4D67BFDC4B}"/>
          </ac:spMkLst>
        </pc:spChg>
        <pc:spChg chg="add mod">
          <ac:chgData name="Michael Borck" userId="5464a7b5-69e3-414c-bcfc-4d9e56576552" providerId="ADAL" clId="{E5A2C9A3-8295-334D-9BFD-4715FA128A98}" dt="2022-09-20T00:59:51.206" v="641" actId="1076"/>
          <ac:spMkLst>
            <pc:docMk/>
            <pc:sldMk cId="3773630508" sldId="328"/>
            <ac:spMk id="19" creationId="{FD01EC14-A6D0-D690-A666-7BC1BDD3462B}"/>
          </ac:spMkLst>
        </pc:spChg>
        <pc:spChg chg="add mod">
          <ac:chgData name="Michael Borck" userId="5464a7b5-69e3-414c-bcfc-4d9e56576552" providerId="ADAL" clId="{E5A2C9A3-8295-334D-9BFD-4715FA128A98}" dt="2022-09-20T01:00:17.654" v="656" actId="20577"/>
          <ac:spMkLst>
            <pc:docMk/>
            <pc:sldMk cId="3773630508" sldId="328"/>
            <ac:spMk id="20" creationId="{30E727A6-10F2-4F7A-2EF9-7641ABC8698B}"/>
          </ac:spMkLst>
        </pc:spChg>
        <pc:spChg chg="add mod">
          <ac:chgData name="Michael Borck" userId="5464a7b5-69e3-414c-bcfc-4d9e56576552" providerId="ADAL" clId="{E5A2C9A3-8295-334D-9BFD-4715FA128A98}" dt="2022-09-20T01:01:07.613" v="665" actId="1076"/>
          <ac:spMkLst>
            <pc:docMk/>
            <pc:sldMk cId="3773630508" sldId="328"/>
            <ac:spMk id="21" creationId="{A95187B2-9C01-6CAB-B0CB-FE8C89BB4FF2}"/>
          </ac:spMkLst>
        </pc:spChg>
        <pc:picChg chg="add del mod">
          <ac:chgData name="Michael Borck" userId="5464a7b5-69e3-414c-bcfc-4d9e56576552" providerId="ADAL" clId="{E5A2C9A3-8295-334D-9BFD-4715FA128A98}" dt="2022-09-20T00:55:48.829" v="542" actId="478"/>
          <ac:picMkLst>
            <pc:docMk/>
            <pc:sldMk cId="3773630508" sldId="328"/>
            <ac:picMk id="13" creationId="{7D804A94-0C7D-49EB-F8F9-F28820910400}"/>
          </ac:picMkLst>
        </pc:picChg>
        <pc:picChg chg="add mod">
          <ac:chgData name="Michael Borck" userId="5464a7b5-69e3-414c-bcfc-4d9e56576552" providerId="ADAL" clId="{E5A2C9A3-8295-334D-9BFD-4715FA128A98}" dt="2022-09-20T00:56:38.688" v="545" actId="1076"/>
          <ac:picMkLst>
            <pc:docMk/>
            <pc:sldMk cId="3773630508" sldId="328"/>
            <ac:picMk id="15" creationId="{CB87D087-2CE3-CF26-EA38-DAF9660AC617}"/>
          </ac:picMkLst>
        </pc:picChg>
        <pc:picChg chg="add mod">
          <ac:chgData name="Michael Borck" userId="5464a7b5-69e3-414c-bcfc-4d9e56576552" providerId="ADAL" clId="{E5A2C9A3-8295-334D-9BFD-4715FA128A98}" dt="2022-09-20T00:57:48.300" v="550" actId="1076"/>
          <ac:picMkLst>
            <pc:docMk/>
            <pc:sldMk cId="3773630508" sldId="328"/>
            <ac:picMk id="16" creationId="{184D9D0B-B8DA-1C64-A7FC-A99C9FF11AC9}"/>
          </ac:picMkLst>
        </pc:picChg>
        <pc:picChg chg="add mod">
          <ac:chgData name="Michael Borck" userId="5464a7b5-69e3-414c-bcfc-4d9e56576552" providerId="ADAL" clId="{E5A2C9A3-8295-334D-9BFD-4715FA128A98}" dt="2022-09-20T00:57:53.692" v="552" actId="1076"/>
          <ac:picMkLst>
            <pc:docMk/>
            <pc:sldMk cId="3773630508" sldId="328"/>
            <ac:picMk id="17" creationId="{099F00D0-77D8-3DAF-6F96-2E2CF4536383}"/>
          </ac:picMkLst>
        </pc:picChg>
        <pc:picChg chg="add del mod">
          <ac:chgData name="Michael Borck" userId="5464a7b5-69e3-414c-bcfc-4d9e56576552" providerId="ADAL" clId="{E5A2C9A3-8295-334D-9BFD-4715FA128A98}" dt="2022-09-20T01:00:44.250" v="657" actId="478"/>
          <ac:picMkLst>
            <pc:docMk/>
            <pc:sldMk cId="3773630508" sldId="328"/>
            <ac:picMk id="18" creationId="{550FA5AC-E301-1D54-9CFC-DD6338392BA3}"/>
          </ac:picMkLst>
        </pc:picChg>
        <pc:cxnChg chg="add del mod">
          <ac:chgData name="Michael Borck" userId="5464a7b5-69e3-414c-bcfc-4d9e56576552" providerId="ADAL" clId="{E5A2C9A3-8295-334D-9BFD-4715FA128A98}" dt="2022-09-20T00:54:28.230" v="538" actId="478"/>
          <ac:cxnSpMkLst>
            <pc:docMk/>
            <pc:sldMk cId="3773630508" sldId="328"/>
            <ac:cxnSpMk id="11" creationId="{25EAB4F2-2065-7BE5-8A64-E72125C41BB6}"/>
          </ac:cxnSpMkLst>
        </pc:cxnChg>
        <pc:cxnChg chg="add mod">
          <ac:chgData name="Michael Borck" userId="5464a7b5-69e3-414c-bcfc-4d9e56576552" providerId="ADAL" clId="{E5A2C9A3-8295-334D-9BFD-4715FA128A98}" dt="2022-09-20T01:01:49.433" v="669" actId="14100"/>
          <ac:cxnSpMkLst>
            <pc:docMk/>
            <pc:sldMk cId="3773630508" sldId="328"/>
            <ac:cxnSpMk id="23" creationId="{57D93A28-8FA2-66FE-BC26-B2EB1D62C931}"/>
          </ac:cxnSpMkLst>
        </pc:cxnChg>
        <pc:cxnChg chg="add mod">
          <ac:chgData name="Michael Borck" userId="5464a7b5-69e3-414c-bcfc-4d9e56576552" providerId="ADAL" clId="{E5A2C9A3-8295-334D-9BFD-4715FA128A98}" dt="2022-09-20T01:02:04.102" v="672" actId="14100"/>
          <ac:cxnSpMkLst>
            <pc:docMk/>
            <pc:sldMk cId="3773630508" sldId="328"/>
            <ac:cxnSpMk id="25" creationId="{B0A21B7E-F1A7-E41B-D2A3-AD92FE24244B}"/>
          </ac:cxnSpMkLst>
        </pc:cxnChg>
        <pc:cxnChg chg="add mod">
          <ac:chgData name="Michael Borck" userId="5464a7b5-69e3-414c-bcfc-4d9e56576552" providerId="ADAL" clId="{E5A2C9A3-8295-334D-9BFD-4715FA128A98}" dt="2022-09-20T01:02:21.148" v="676" actId="14100"/>
          <ac:cxnSpMkLst>
            <pc:docMk/>
            <pc:sldMk cId="3773630508" sldId="328"/>
            <ac:cxnSpMk id="28" creationId="{5C1C7799-B5DB-C97C-76E6-E1BF59C5B3FD}"/>
          </ac:cxnSpMkLst>
        </pc:cxnChg>
        <pc:cxnChg chg="add mod">
          <ac:chgData name="Michael Borck" userId="5464a7b5-69e3-414c-bcfc-4d9e56576552" providerId="ADAL" clId="{E5A2C9A3-8295-334D-9BFD-4715FA128A98}" dt="2022-09-20T01:02:49.337" v="681" actId="14100"/>
          <ac:cxnSpMkLst>
            <pc:docMk/>
            <pc:sldMk cId="3773630508" sldId="328"/>
            <ac:cxnSpMk id="31" creationId="{45B12F5B-DDB8-5188-036C-CDC0EB7D49AF}"/>
          </ac:cxnSpMkLst>
        </pc:cxnChg>
      </pc:sldChg>
      <pc:sldChg chg="addSp delSp modSp new mod">
        <pc:chgData name="Michael Borck" userId="5464a7b5-69e3-414c-bcfc-4d9e56576552" providerId="ADAL" clId="{E5A2C9A3-8295-334D-9BFD-4715FA128A98}" dt="2022-09-20T01:23:28.455" v="914" actId="14100"/>
        <pc:sldMkLst>
          <pc:docMk/>
          <pc:sldMk cId="2932128730" sldId="329"/>
        </pc:sldMkLst>
        <pc:spChg chg="mod">
          <ac:chgData name="Michael Borck" userId="5464a7b5-69e3-414c-bcfc-4d9e56576552" providerId="ADAL" clId="{E5A2C9A3-8295-334D-9BFD-4715FA128A98}" dt="2022-09-20T01:09:57.211" v="712" actId="20577"/>
          <ac:spMkLst>
            <pc:docMk/>
            <pc:sldMk cId="2932128730" sldId="329"/>
            <ac:spMk id="2" creationId="{07E26FA8-9132-6C6E-CADC-A4D0220F87BB}"/>
          </ac:spMkLst>
        </pc:spChg>
        <pc:spChg chg="del">
          <ac:chgData name="Michael Borck" userId="5464a7b5-69e3-414c-bcfc-4d9e56576552" providerId="ADAL" clId="{E5A2C9A3-8295-334D-9BFD-4715FA128A98}" dt="2022-09-20T01:11:59.737" v="737" actId="478"/>
          <ac:spMkLst>
            <pc:docMk/>
            <pc:sldMk cId="2932128730" sldId="329"/>
            <ac:spMk id="3" creationId="{15CCC248-F3E8-0FE1-8DAB-F9BF8C37189E}"/>
          </ac:spMkLst>
        </pc:spChg>
        <pc:spChg chg="add mod">
          <ac:chgData name="Michael Borck" userId="5464a7b5-69e3-414c-bcfc-4d9e56576552" providerId="ADAL" clId="{E5A2C9A3-8295-334D-9BFD-4715FA128A98}" dt="2022-09-20T01:20:18.986" v="813" actId="14100"/>
          <ac:spMkLst>
            <pc:docMk/>
            <pc:sldMk cId="2932128730" sldId="329"/>
            <ac:spMk id="6" creationId="{40AB3F87-50D4-0A6A-A913-B91F44E9E6E8}"/>
          </ac:spMkLst>
        </pc:spChg>
        <pc:spChg chg="add mod">
          <ac:chgData name="Michael Borck" userId="5464a7b5-69e3-414c-bcfc-4d9e56576552" providerId="ADAL" clId="{E5A2C9A3-8295-334D-9BFD-4715FA128A98}" dt="2022-09-20T01:21:47.044" v="900" actId="20577"/>
          <ac:spMkLst>
            <pc:docMk/>
            <pc:sldMk cId="2932128730" sldId="329"/>
            <ac:spMk id="12" creationId="{43279CD7-1157-838B-A09E-AD844F29F388}"/>
          </ac:spMkLst>
        </pc:spChg>
        <pc:spChg chg="add mod">
          <ac:chgData name="Michael Borck" userId="5464a7b5-69e3-414c-bcfc-4d9e56576552" providerId="ADAL" clId="{E5A2C9A3-8295-334D-9BFD-4715FA128A98}" dt="2022-09-20T01:20:47.702" v="834" actId="1076"/>
          <ac:spMkLst>
            <pc:docMk/>
            <pc:sldMk cId="2932128730" sldId="329"/>
            <ac:spMk id="15" creationId="{2C7EAEA3-BBFB-BA4D-0978-4B23B62D48A3}"/>
          </ac:spMkLst>
        </pc:spChg>
        <pc:spChg chg="add mod">
          <ac:chgData name="Michael Borck" userId="5464a7b5-69e3-414c-bcfc-4d9e56576552" providerId="ADAL" clId="{E5A2C9A3-8295-334D-9BFD-4715FA128A98}" dt="2022-09-20T01:21:39.212" v="897" actId="20577"/>
          <ac:spMkLst>
            <pc:docMk/>
            <pc:sldMk cId="2932128730" sldId="329"/>
            <ac:spMk id="16" creationId="{D42487AD-09E9-A2A8-21C3-2A7CC7A2FF49}"/>
          </ac:spMkLst>
        </pc:spChg>
        <pc:grpChg chg="add mod">
          <ac:chgData name="Michael Borck" userId="5464a7b5-69e3-414c-bcfc-4d9e56576552" providerId="ADAL" clId="{E5A2C9A3-8295-334D-9BFD-4715FA128A98}" dt="2022-09-20T01:22:06.417" v="903" actId="14100"/>
          <ac:grpSpMkLst>
            <pc:docMk/>
            <pc:sldMk cId="2932128730" sldId="329"/>
            <ac:grpSpMk id="17" creationId="{D6EA21E2-A9B0-B6D0-8F26-38E5088EB384}"/>
          </ac:grpSpMkLst>
        </pc:grpChg>
        <pc:picChg chg="add del mod">
          <ac:chgData name="Michael Borck" userId="5464a7b5-69e3-414c-bcfc-4d9e56576552" providerId="ADAL" clId="{E5A2C9A3-8295-334D-9BFD-4715FA128A98}" dt="2022-09-20T01:16:50.409" v="742" actId="478"/>
          <ac:picMkLst>
            <pc:docMk/>
            <pc:sldMk cId="2932128730" sldId="329"/>
            <ac:picMk id="5" creationId="{D1C4B278-F122-63C0-AAAC-3FC0994FFD64}"/>
          </ac:picMkLst>
        </pc:picChg>
        <pc:picChg chg="add del mod">
          <ac:chgData name="Michael Borck" userId="5464a7b5-69e3-414c-bcfc-4d9e56576552" providerId="ADAL" clId="{E5A2C9A3-8295-334D-9BFD-4715FA128A98}" dt="2022-09-20T01:22:41.009" v="910" actId="478"/>
          <ac:picMkLst>
            <pc:docMk/>
            <pc:sldMk cId="2932128730" sldId="329"/>
            <ac:picMk id="19" creationId="{D963C010-B6E3-0324-A97B-B7418C26209B}"/>
          </ac:picMkLst>
        </pc:picChg>
        <pc:picChg chg="add mod">
          <ac:chgData name="Michael Borck" userId="5464a7b5-69e3-414c-bcfc-4d9e56576552" providerId="ADAL" clId="{E5A2C9A3-8295-334D-9BFD-4715FA128A98}" dt="2022-09-20T01:23:28.455" v="914" actId="14100"/>
          <ac:picMkLst>
            <pc:docMk/>
            <pc:sldMk cId="2932128730" sldId="329"/>
            <ac:picMk id="21" creationId="{CB42D42D-6ABD-05A3-34EC-26F71D9D6932}"/>
          </ac:picMkLst>
        </pc:picChg>
        <pc:cxnChg chg="add mod">
          <ac:chgData name="Michael Borck" userId="5464a7b5-69e3-414c-bcfc-4d9e56576552" providerId="ADAL" clId="{E5A2C9A3-8295-334D-9BFD-4715FA128A98}" dt="2022-09-20T01:20:27.415" v="815" actId="14100"/>
          <ac:cxnSpMkLst>
            <pc:docMk/>
            <pc:sldMk cId="2932128730" sldId="329"/>
            <ac:cxnSpMk id="8" creationId="{68CBACE4-4E6C-4847-189F-150F0F290E49}"/>
          </ac:cxnSpMkLst>
        </pc:cxnChg>
        <pc:cxnChg chg="add mod">
          <ac:chgData name="Michael Borck" userId="5464a7b5-69e3-414c-bcfc-4d9e56576552" providerId="ADAL" clId="{E5A2C9A3-8295-334D-9BFD-4715FA128A98}" dt="2022-09-20T01:20:23.651" v="814" actId="14100"/>
          <ac:cxnSpMkLst>
            <pc:docMk/>
            <pc:sldMk cId="2932128730" sldId="329"/>
            <ac:cxnSpMk id="9" creationId="{4AA53824-8A0F-6CEA-A784-8A5D5CEF314B}"/>
          </ac:cxnSpMkLst>
        </pc:cxnChg>
      </pc:sldChg>
      <pc:sldChg chg="addSp delSp modSp new mod ord">
        <pc:chgData name="Michael Borck" userId="5464a7b5-69e3-414c-bcfc-4d9e56576552" providerId="ADAL" clId="{E5A2C9A3-8295-334D-9BFD-4715FA128A98}" dt="2022-09-20T02:04:18.260" v="1388" actId="20578"/>
        <pc:sldMkLst>
          <pc:docMk/>
          <pc:sldMk cId="997427846" sldId="330"/>
        </pc:sldMkLst>
        <pc:spChg chg="mod">
          <ac:chgData name="Michael Borck" userId="5464a7b5-69e3-414c-bcfc-4d9e56576552" providerId="ADAL" clId="{E5A2C9A3-8295-334D-9BFD-4715FA128A98}" dt="2022-09-20T01:10:34.389" v="727" actId="20577"/>
          <ac:spMkLst>
            <pc:docMk/>
            <pc:sldMk cId="997427846" sldId="330"/>
            <ac:spMk id="2" creationId="{7E87997A-FA15-61D7-F512-E1CA3941819B}"/>
          </ac:spMkLst>
        </pc:spChg>
        <pc:spChg chg="del">
          <ac:chgData name="Michael Borck" userId="5464a7b5-69e3-414c-bcfc-4d9e56576552" providerId="ADAL" clId="{E5A2C9A3-8295-334D-9BFD-4715FA128A98}" dt="2022-09-20T01:11:19.801" v="732" actId="478"/>
          <ac:spMkLst>
            <pc:docMk/>
            <pc:sldMk cId="997427846" sldId="330"/>
            <ac:spMk id="3" creationId="{644BE64F-752A-82BD-B420-CAFED6E32A92}"/>
          </ac:spMkLst>
        </pc:spChg>
        <pc:picChg chg="add mod modCrop">
          <ac:chgData name="Michael Borck" userId="5464a7b5-69e3-414c-bcfc-4d9e56576552" providerId="ADAL" clId="{E5A2C9A3-8295-334D-9BFD-4715FA128A98}" dt="2022-09-20T01:11:47.957" v="736" actId="732"/>
          <ac:picMkLst>
            <pc:docMk/>
            <pc:sldMk cId="997427846" sldId="330"/>
            <ac:picMk id="5" creationId="{5D94DF70-6478-A704-9589-7D58E2E7CD68}"/>
          </ac:picMkLst>
        </pc:picChg>
      </pc:sldChg>
      <pc:sldChg chg="modSp new mod ord">
        <pc:chgData name="Michael Borck" userId="5464a7b5-69e3-414c-bcfc-4d9e56576552" providerId="ADAL" clId="{E5A2C9A3-8295-334D-9BFD-4715FA128A98}" dt="2022-09-20T01:59:42.306" v="1347" actId="313"/>
        <pc:sldMkLst>
          <pc:docMk/>
          <pc:sldMk cId="1108152766" sldId="331"/>
        </pc:sldMkLst>
        <pc:spChg chg="mod">
          <ac:chgData name="Michael Borck" userId="5464a7b5-69e3-414c-bcfc-4d9e56576552" providerId="ADAL" clId="{E5A2C9A3-8295-334D-9BFD-4715FA128A98}" dt="2022-09-20T01:59:42.306" v="1347" actId="313"/>
          <ac:spMkLst>
            <pc:docMk/>
            <pc:sldMk cId="1108152766" sldId="331"/>
            <ac:spMk id="2" creationId="{B4A064AC-75ED-529A-2BB6-8CD281E04CF4}"/>
          </ac:spMkLst>
        </pc:spChg>
        <pc:spChg chg="mod">
          <ac:chgData name="Michael Borck" userId="5464a7b5-69e3-414c-bcfc-4d9e56576552" providerId="ADAL" clId="{E5A2C9A3-8295-334D-9BFD-4715FA128A98}" dt="2022-09-20T01:45:12.265" v="1071" actId="20577"/>
          <ac:spMkLst>
            <pc:docMk/>
            <pc:sldMk cId="1108152766" sldId="331"/>
            <ac:spMk id="3" creationId="{0BB49ABC-08D7-949C-0ECC-25D0040EA473}"/>
          </ac:spMkLst>
        </pc:spChg>
      </pc:sldChg>
      <pc:sldChg chg="modSp new mod modShow">
        <pc:chgData name="Michael Borck" userId="5464a7b5-69e3-414c-bcfc-4d9e56576552" providerId="ADAL" clId="{E5A2C9A3-8295-334D-9BFD-4715FA128A98}" dt="2022-09-20T04:40:01.742" v="2641" actId="729"/>
        <pc:sldMkLst>
          <pc:docMk/>
          <pc:sldMk cId="4017951798" sldId="332"/>
        </pc:sldMkLst>
        <pc:spChg chg="mod">
          <ac:chgData name="Michael Borck" userId="5464a7b5-69e3-414c-bcfc-4d9e56576552" providerId="ADAL" clId="{E5A2C9A3-8295-334D-9BFD-4715FA128A98}" dt="2022-09-20T01:47:16.526" v="1111" actId="20577"/>
          <ac:spMkLst>
            <pc:docMk/>
            <pc:sldMk cId="4017951798" sldId="332"/>
            <ac:spMk id="2" creationId="{B0446840-CDF6-3EB5-A1BA-4F8AF823BE86}"/>
          </ac:spMkLst>
        </pc:spChg>
        <pc:spChg chg="mod">
          <ac:chgData name="Michael Borck" userId="5464a7b5-69e3-414c-bcfc-4d9e56576552" providerId="ADAL" clId="{E5A2C9A3-8295-334D-9BFD-4715FA128A98}" dt="2022-09-20T02:27:16.749" v="2163" actId="20577"/>
          <ac:spMkLst>
            <pc:docMk/>
            <pc:sldMk cId="4017951798" sldId="332"/>
            <ac:spMk id="3" creationId="{8A08EBD5-5A42-840E-4E9B-BE93661C7E4D}"/>
          </ac:spMkLst>
        </pc:spChg>
      </pc:sldChg>
      <pc:sldChg chg="addSp delSp modSp new mod modNotesTx">
        <pc:chgData name="Michael Borck" userId="5464a7b5-69e3-414c-bcfc-4d9e56576552" providerId="ADAL" clId="{E5A2C9A3-8295-334D-9BFD-4715FA128A98}" dt="2022-09-20T02:12:53.341" v="1643"/>
        <pc:sldMkLst>
          <pc:docMk/>
          <pc:sldMk cId="1152038053" sldId="333"/>
        </pc:sldMkLst>
        <pc:spChg chg="del">
          <ac:chgData name="Michael Borck" userId="5464a7b5-69e3-414c-bcfc-4d9e56576552" providerId="ADAL" clId="{E5A2C9A3-8295-334D-9BFD-4715FA128A98}" dt="2022-09-20T01:55:18.739" v="1339" actId="478"/>
          <ac:spMkLst>
            <pc:docMk/>
            <pc:sldMk cId="1152038053" sldId="333"/>
            <ac:spMk id="2" creationId="{89E50E73-FA04-5841-84CE-1534A63EA224}"/>
          </ac:spMkLst>
        </pc:spChg>
        <pc:spChg chg="mod">
          <ac:chgData name="Michael Borck" userId="5464a7b5-69e3-414c-bcfc-4d9e56576552" providerId="ADAL" clId="{E5A2C9A3-8295-334D-9BFD-4715FA128A98}" dt="2022-09-20T01:55:46.176" v="1346" actId="1076"/>
          <ac:spMkLst>
            <pc:docMk/>
            <pc:sldMk cId="1152038053" sldId="333"/>
            <ac:spMk id="3" creationId="{CC5C7477-C3DC-DCD9-2668-1F4FC74ECFCC}"/>
          </ac:spMkLst>
        </pc:spChg>
        <pc:spChg chg="add del">
          <ac:chgData name="Michael Borck" userId="5464a7b5-69e3-414c-bcfc-4d9e56576552" providerId="ADAL" clId="{E5A2C9A3-8295-334D-9BFD-4715FA128A98}" dt="2022-09-20T01:53:59.384" v="1337"/>
          <ac:spMkLst>
            <pc:docMk/>
            <pc:sldMk cId="1152038053" sldId="333"/>
            <ac:spMk id="4" creationId="{1A28B9DE-2BB1-CA58-FBEA-4537DEAA4D73}"/>
          </ac:spMkLst>
        </pc:spChg>
        <pc:picChg chg="add del">
          <ac:chgData name="Michael Borck" userId="5464a7b5-69e3-414c-bcfc-4d9e56576552" providerId="ADAL" clId="{E5A2C9A3-8295-334D-9BFD-4715FA128A98}" dt="2022-09-20T01:53:59.384" v="1337"/>
          <ac:picMkLst>
            <pc:docMk/>
            <pc:sldMk cId="1152038053" sldId="333"/>
            <ac:picMk id="1025" creationId="{42EFD441-931A-815F-CBF5-B2506691737B}"/>
          </ac:picMkLst>
        </pc:picChg>
      </pc:sldChg>
      <pc:sldChg chg="addSp delSp modSp new mod">
        <pc:chgData name="Michael Borck" userId="5464a7b5-69e3-414c-bcfc-4d9e56576552" providerId="ADAL" clId="{E5A2C9A3-8295-334D-9BFD-4715FA128A98}" dt="2022-09-20T02:03:29.473" v="1386" actId="20577"/>
        <pc:sldMkLst>
          <pc:docMk/>
          <pc:sldMk cId="2937598549" sldId="334"/>
        </pc:sldMkLst>
        <pc:spChg chg="mod">
          <ac:chgData name="Michael Borck" userId="5464a7b5-69e3-414c-bcfc-4d9e56576552" providerId="ADAL" clId="{E5A2C9A3-8295-334D-9BFD-4715FA128A98}" dt="2022-09-20T02:03:29.473" v="1386" actId="20577"/>
          <ac:spMkLst>
            <pc:docMk/>
            <pc:sldMk cId="2937598549" sldId="334"/>
            <ac:spMk id="2" creationId="{1938F520-335E-FDA4-D8B7-EE6580EDA225}"/>
          </ac:spMkLst>
        </pc:spChg>
        <pc:spChg chg="del mod">
          <ac:chgData name="Michael Borck" userId="5464a7b5-69e3-414c-bcfc-4d9e56576552" providerId="ADAL" clId="{E5A2C9A3-8295-334D-9BFD-4715FA128A98}" dt="2022-09-20T02:03:11.058" v="1365" actId="478"/>
          <ac:spMkLst>
            <pc:docMk/>
            <pc:sldMk cId="2937598549" sldId="334"/>
            <ac:spMk id="3" creationId="{7AEE13E6-FECB-8FB5-AD9D-B428D9E83AF3}"/>
          </ac:spMkLst>
        </pc:spChg>
        <pc:picChg chg="add">
          <ac:chgData name="Michael Borck" userId="5464a7b5-69e3-414c-bcfc-4d9e56576552" providerId="ADAL" clId="{E5A2C9A3-8295-334D-9BFD-4715FA128A98}" dt="2022-09-20T02:03:14.263" v="1366"/>
          <ac:picMkLst>
            <pc:docMk/>
            <pc:sldMk cId="2937598549" sldId="334"/>
            <ac:picMk id="2050" creationId="{2B802864-D1A9-59BC-73DE-755BA6C5679F}"/>
          </ac:picMkLst>
        </pc:picChg>
      </pc:sldChg>
      <pc:sldChg chg="addSp delSp modSp new mod">
        <pc:chgData name="Michael Borck" userId="5464a7b5-69e3-414c-bcfc-4d9e56576552" providerId="ADAL" clId="{E5A2C9A3-8295-334D-9BFD-4715FA128A98}" dt="2022-09-20T02:08:19.841" v="1463" actId="1076"/>
        <pc:sldMkLst>
          <pc:docMk/>
          <pc:sldMk cId="3065102042" sldId="335"/>
        </pc:sldMkLst>
        <pc:spChg chg="mod">
          <ac:chgData name="Michael Borck" userId="5464a7b5-69e3-414c-bcfc-4d9e56576552" providerId="ADAL" clId="{E5A2C9A3-8295-334D-9BFD-4715FA128A98}" dt="2022-09-20T02:05:24.038" v="1402" actId="20577"/>
          <ac:spMkLst>
            <pc:docMk/>
            <pc:sldMk cId="3065102042" sldId="335"/>
            <ac:spMk id="2" creationId="{6E9E2166-9387-249F-C04F-BBED418096C2}"/>
          </ac:spMkLst>
        </pc:spChg>
        <pc:spChg chg="del">
          <ac:chgData name="Michael Borck" userId="5464a7b5-69e3-414c-bcfc-4d9e56576552" providerId="ADAL" clId="{E5A2C9A3-8295-334D-9BFD-4715FA128A98}" dt="2022-09-20T02:05:28.823" v="1403" actId="478"/>
          <ac:spMkLst>
            <pc:docMk/>
            <pc:sldMk cId="3065102042" sldId="335"/>
            <ac:spMk id="3" creationId="{7D4D162E-CCF0-2950-0AC8-1D514CD1F4A9}"/>
          </ac:spMkLst>
        </pc:spChg>
        <pc:spChg chg="add mod">
          <ac:chgData name="Michael Borck" userId="5464a7b5-69e3-414c-bcfc-4d9e56576552" providerId="ADAL" clId="{E5A2C9A3-8295-334D-9BFD-4715FA128A98}" dt="2022-09-20T02:07:30.854" v="1434" actId="20577"/>
          <ac:spMkLst>
            <pc:docMk/>
            <pc:sldMk cId="3065102042" sldId="335"/>
            <ac:spMk id="4" creationId="{C5B1B7C0-0AD0-E581-3D72-FFCD419FF420}"/>
          </ac:spMkLst>
        </pc:spChg>
        <pc:spChg chg="add mod">
          <ac:chgData name="Michael Borck" userId="5464a7b5-69e3-414c-bcfc-4d9e56576552" providerId="ADAL" clId="{E5A2C9A3-8295-334D-9BFD-4715FA128A98}" dt="2022-09-20T02:05:54.175" v="1409" actId="1076"/>
          <ac:spMkLst>
            <pc:docMk/>
            <pc:sldMk cId="3065102042" sldId="335"/>
            <ac:spMk id="5" creationId="{10A4D0AA-0EED-5AA1-067C-27B32E729979}"/>
          </ac:spMkLst>
        </pc:spChg>
        <pc:spChg chg="add mod">
          <ac:chgData name="Michael Borck" userId="5464a7b5-69e3-414c-bcfc-4d9e56576552" providerId="ADAL" clId="{E5A2C9A3-8295-334D-9BFD-4715FA128A98}" dt="2022-09-20T02:06:28.740" v="1414" actId="1076"/>
          <ac:spMkLst>
            <pc:docMk/>
            <pc:sldMk cId="3065102042" sldId="335"/>
            <ac:spMk id="6" creationId="{7BF01572-1CCD-E9EE-9745-66F36B69C588}"/>
          </ac:spMkLst>
        </pc:spChg>
        <pc:spChg chg="add mod">
          <ac:chgData name="Michael Borck" userId="5464a7b5-69e3-414c-bcfc-4d9e56576552" providerId="ADAL" clId="{E5A2C9A3-8295-334D-9BFD-4715FA128A98}" dt="2022-09-20T02:06:54.656" v="1423" actId="1076"/>
          <ac:spMkLst>
            <pc:docMk/>
            <pc:sldMk cId="3065102042" sldId="335"/>
            <ac:spMk id="11" creationId="{62CB67D4-5C33-7440-CD40-ABE68AEE1551}"/>
          </ac:spMkLst>
        </pc:spChg>
        <pc:spChg chg="add mod">
          <ac:chgData name="Michael Borck" userId="5464a7b5-69e3-414c-bcfc-4d9e56576552" providerId="ADAL" clId="{E5A2C9A3-8295-334D-9BFD-4715FA128A98}" dt="2022-09-20T02:07:18.788" v="1430" actId="1076"/>
          <ac:spMkLst>
            <pc:docMk/>
            <pc:sldMk cId="3065102042" sldId="335"/>
            <ac:spMk id="12" creationId="{8D728CB3-978A-AA49-C4F4-AC1CCF47F3AB}"/>
          </ac:spMkLst>
        </pc:spChg>
        <pc:spChg chg="add mod">
          <ac:chgData name="Michael Borck" userId="5464a7b5-69e3-414c-bcfc-4d9e56576552" providerId="ADAL" clId="{E5A2C9A3-8295-334D-9BFD-4715FA128A98}" dt="2022-09-20T02:07:51.367" v="1440" actId="1076"/>
          <ac:spMkLst>
            <pc:docMk/>
            <pc:sldMk cId="3065102042" sldId="335"/>
            <ac:spMk id="13" creationId="{3FCA3B2A-8CD3-B9F7-C2F9-F19291330BD0}"/>
          </ac:spMkLst>
        </pc:spChg>
        <pc:spChg chg="add mod">
          <ac:chgData name="Michael Borck" userId="5464a7b5-69e3-414c-bcfc-4d9e56576552" providerId="ADAL" clId="{E5A2C9A3-8295-334D-9BFD-4715FA128A98}" dt="2022-09-20T02:08:06.332" v="1451" actId="1076"/>
          <ac:spMkLst>
            <pc:docMk/>
            <pc:sldMk cId="3065102042" sldId="335"/>
            <ac:spMk id="14" creationId="{FF98CCC6-88E1-2714-296B-37492BD68754}"/>
          </ac:spMkLst>
        </pc:spChg>
        <pc:spChg chg="add mod">
          <ac:chgData name="Michael Borck" userId="5464a7b5-69e3-414c-bcfc-4d9e56576552" providerId="ADAL" clId="{E5A2C9A3-8295-334D-9BFD-4715FA128A98}" dt="2022-09-20T02:08:19.841" v="1463" actId="1076"/>
          <ac:spMkLst>
            <pc:docMk/>
            <pc:sldMk cId="3065102042" sldId="335"/>
            <ac:spMk id="15" creationId="{768EE8C0-47BF-C3A9-3575-1CED91ACE896}"/>
          </ac:spMkLst>
        </pc:spChg>
        <pc:cxnChg chg="add mod">
          <ac:chgData name="Michael Borck" userId="5464a7b5-69e3-414c-bcfc-4d9e56576552" providerId="ADAL" clId="{E5A2C9A3-8295-334D-9BFD-4715FA128A98}" dt="2022-09-20T02:07:30.854" v="1434" actId="20577"/>
          <ac:cxnSpMkLst>
            <pc:docMk/>
            <pc:sldMk cId="3065102042" sldId="335"/>
            <ac:cxnSpMk id="8" creationId="{B409737C-2A69-2227-4ED9-BB0B63F3D798}"/>
          </ac:cxnSpMkLst>
        </pc:cxnChg>
        <pc:cxnChg chg="add mod">
          <ac:chgData name="Michael Borck" userId="5464a7b5-69e3-414c-bcfc-4d9e56576552" providerId="ADAL" clId="{E5A2C9A3-8295-334D-9BFD-4715FA128A98}" dt="2022-09-20T02:06:39.222" v="1417" actId="14100"/>
          <ac:cxnSpMkLst>
            <pc:docMk/>
            <pc:sldMk cId="3065102042" sldId="335"/>
            <ac:cxnSpMk id="9" creationId="{F334F77F-FB4F-4C2C-307A-B66E96F35E35}"/>
          </ac:cxnSpMkLst>
        </pc:cxnChg>
      </pc:sldChg>
      <pc:sldChg chg="addSp modSp add mod">
        <pc:chgData name="Michael Borck" userId="5464a7b5-69e3-414c-bcfc-4d9e56576552" providerId="ADAL" clId="{E5A2C9A3-8295-334D-9BFD-4715FA128A98}" dt="2022-09-20T02:09:30.670" v="1482" actId="1076"/>
        <pc:sldMkLst>
          <pc:docMk/>
          <pc:sldMk cId="2586670987" sldId="336"/>
        </pc:sldMkLst>
        <pc:spChg chg="add mod">
          <ac:chgData name="Michael Borck" userId="5464a7b5-69e3-414c-bcfc-4d9e56576552" providerId="ADAL" clId="{E5A2C9A3-8295-334D-9BFD-4715FA128A98}" dt="2022-09-20T02:09:09.391" v="1469" actId="208"/>
          <ac:spMkLst>
            <pc:docMk/>
            <pc:sldMk cId="2586670987" sldId="336"/>
            <ac:spMk id="3" creationId="{BDB95687-E75F-21C8-4EC9-8E51356BC4D3}"/>
          </ac:spMkLst>
        </pc:spChg>
        <pc:spChg chg="add mod">
          <ac:chgData name="Michael Borck" userId="5464a7b5-69e3-414c-bcfc-4d9e56576552" providerId="ADAL" clId="{E5A2C9A3-8295-334D-9BFD-4715FA128A98}" dt="2022-09-20T02:09:30.670" v="1482" actId="1076"/>
          <ac:spMkLst>
            <pc:docMk/>
            <pc:sldMk cId="2586670987" sldId="336"/>
            <ac:spMk id="7" creationId="{263B7C29-AD2F-41AC-AF17-8C4D5A6BA84E}"/>
          </ac:spMkLst>
        </pc:spChg>
      </pc:sldChg>
      <pc:sldChg chg="addSp modSp add mod">
        <pc:chgData name="Michael Borck" userId="5464a7b5-69e3-414c-bcfc-4d9e56576552" providerId="ADAL" clId="{E5A2C9A3-8295-334D-9BFD-4715FA128A98}" dt="2022-09-20T02:10:20.822" v="1499" actId="20577"/>
        <pc:sldMkLst>
          <pc:docMk/>
          <pc:sldMk cId="4060100765" sldId="337"/>
        </pc:sldMkLst>
        <pc:spChg chg="add mod">
          <ac:chgData name="Michael Borck" userId="5464a7b5-69e3-414c-bcfc-4d9e56576552" providerId="ADAL" clId="{E5A2C9A3-8295-334D-9BFD-4715FA128A98}" dt="2022-09-20T02:10:12.048" v="1487" actId="14100"/>
          <ac:spMkLst>
            <pc:docMk/>
            <pc:sldMk cId="4060100765" sldId="337"/>
            <ac:spMk id="3" creationId="{2F26A988-E527-6BE3-DC1E-F7430215BFE6}"/>
          </ac:spMkLst>
        </pc:spChg>
        <pc:spChg chg="add mod">
          <ac:chgData name="Michael Borck" userId="5464a7b5-69e3-414c-bcfc-4d9e56576552" providerId="ADAL" clId="{E5A2C9A3-8295-334D-9BFD-4715FA128A98}" dt="2022-09-20T02:10:20.822" v="1499" actId="20577"/>
          <ac:spMkLst>
            <pc:docMk/>
            <pc:sldMk cId="4060100765" sldId="337"/>
            <ac:spMk id="7" creationId="{1D130E42-1318-5480-406F-80D665D35937}"/>
          </ac:spMkLst>
        </pc:spChg>
      </pc:sldChg>
      <pc:sldChg chg="modSp new mod">
        <pc:chgData name="Michael Borck" userId="5464a7b5-69e3-414c-bcfc-4d9e56576552" providerId="ADAL" clId="{E5A2C9A3-8295-334D-9BFD-4715FA128A98}" dt="2022-09-20T02:28:16.433" v="2237" actId="20577"/>
        <pc:sldMkLst>
          <pc:docMk/>
          <pc:sldMk cId="2240115876" sldId="338"/>
        </pc:sldMkLst>
        <pc:spChg chg="mod">
          <ac:chgData name="Michael Borck" userId="5464a7b5-69e3-414c-bcfc-4d9e56576552" providerId="ADAL" clId="{E5A2C9A3-8295-334D-9BFD-4715FA128A98}" dt="2022-09-20T02:27:30.702" v="2178" actId="20577"/>
          <ac:spMkLst>
            <pc:docMk/>
            <pc:sldMk cId="2240115876" sldId="338"/>
            <ac:spMk id="2" creationId="{2F15236B-D47C-06BF-2E27-8D8B83257EB4}"/>
          </ac:spMkLst>
        </pc:spChg>
        <pc:spChg chg="mod">
          <ac:chgData name="Michael Borck" userId="5464a7b5-69e3-414c-bcfc-4d9e56576552" providerId="ADAL" clId="{E5A2C9A3-8295-334D-9BFD-4715FA128A98}" dt="2022-09-20T02:28:16.433" v="2237" actId="20577"/>
          <ac:spMkLst>
            <pc:docMk/>
            <pc:sldMk cId="2240115876" sldId="338"/>
            <ac:spMk id="3" creationId="{541C37B1-BE08-51F0-1C70-A13072826EC2}"/>
          </ac:spMkLst>
        </pc:spChg>
      </pc:sldChg>
      <pc:sldChg chg="addSp delSp modSp new mod">
        <pc:chgData name="Michael Borck" userId="5464a7b5-69e3-414c-bcfc-4d9e56576552" providerId="ADAL" clId="{E5A2C9A3-8295-334D-9BFD-4715FA128A98}" dt="2022-09-20T02:26:51.466" v="2161" actId="20577"/>
        <pc:sldMkLst>
          <pc:docMk/>
          <pc:sldMk cId="3719045182" sldId="339"/>
        </pc:sldMkLst>
        <pc:spChg chg="mod">
          <ac:chgData name="Michael Borck" userId="5464a7b5-69e3-414c-bcfc-4d9e56576552" providerId="ADAL" clId="{E5A2C9A3-8295-334D-9BFD-4715FA128A98}" dt="2022-09-20T02:18:57.615" v="1839" actId="20577"/>
          <ac:spMkLst>
            <pc:docMk/>
            <pc:sldMk cId="3719045182" sldId="339"/>
            <ac:spMk id="2" creationId="{2633AA03-B9E6-2054-0323-5C5E56FF7CC5}"/>
          </ac:spMkLst>
        </pc:spChg>
        <pc:spChg chg="del">
          <ac:chgData name="Michael Borck" userId="5464a7b5-69e3-414c-bcfc-4d9e56576552" providerId="ADAL" clId="{E5A2C9A3-8295-334D-9BFD-4715FA128A98}" dt="2022-09-20T02:20:18.768" v="1840" actId="478"/>
          <ac:spMkLst>
            <pc:docMk/>
            <pc:sldMk cId="3719045182" sldId="339"/>
            <ac:spMk id="3" creationId="{7771B582-0CE3-174D-F740-3126D82D5723}"/>
          </ac:spMkLst>
        </pc:spChg>
        <pc:graphicFrameChg chg="add mod modGraphic">
          <ac:chgData name="Michael Borck" userId="5464a7b5-69e3-414c-bcfc-4d9e56576552" providerId="ADAL" clId="{E5A2C9A3-8295-334D-9BFD-4715FA128A98}" dt="2022-09-20T02:26:51.466" v="2161" actId="20577"/>
          <ac:graphicFrameMkLst>
            <pc:docMk/>
            <pc:sldMk cId="3719045182" sldId="339"/>
            <ac:graphicFrameMk id="4" creationId="{6F60DD5A-A6EF-BE20-67BB-539EA158CDF9}"/>
          </ac:graphicFrameMkLst>
        </pc:graphicFrameChg>
      </pc:sldChg>
      <pc:sldChg chg="addSp delSp modSp new mod ord modNotesTx">
        <pc:chgData name="Michael Borck" userId="5464a7b5-69e3-414c-bcfc-4d9e56576552" providerId="ADAL" clId="{E5A2C9A3-8295-334D-9BFD-4715FA128A98}" dt="2022-09-20T04:07:51.996" v="2639" actId="164"/>
        <pc:sldMkLst>
          <pc:docMk/>
          <pc:sldMk cId="3776342066" sldId="340"/>
        </pc:sldMkLst>
        <pc:spChg chg="mod">
          <ac:chgData name="Michael Borck" userId="5464a7b5-69e3-414c-bcfc-4d9e56576552" providerId="ADAL" clId="{E5A2C9A3-8295-334D-9BFD-4715FA128A98}" dt="2022-09-20T02:30:21.683" v="2265" actId="20577"/>
          <ac:spMkLst>
            <pc:docMk/>
            <pc:sldMk cId="3776342066" sldId="340"/>
            <ac:spMk id="2" creationId="{0B8505CE-2631-0D4F-5BE0-4F38A89BBFC8}"/>
          </ac:spMkLst>
        </pc:spChg>
        <pc:spChg chg="del">
          <ac:chgData name="Michael Borck" userId="5464a7b5-69e3-414c-bcfc-4d9e56576552" providerId="ADAL" clId="{E5A2C9A3-8295-334D-9BFD-4715FA128A98}" dt="2022-09-20T02:29:33.603" v="2239" actId="478"/>
          <ac:spMkLst>
            <pc:docMk/>
            <pc:sldMk cId="3776342066" sldId="340"/>
            <ac:spMk id="3" creationId="{CE1BA8F8-0485-E8E4-5801-497C3EFD5ED0}"/>
          </ac:spMkLst>
        </pc:spChg>
        <pc:spChg chg="add mod">
          <ac:chgData name="Michael Borck" userId="5464a7b5-69e3-414c-bcfc-4d9e56576552" providerId="ADAL" clId="{E5A2C9A3-8295-334D-9BFD-4715FA128A98}" dt="2022-09-20T02:31:30.603" v="2271" actId="2085"/>
          <ac:spMkLst>
            <pc:docMk/>
            <pc:sldMk cId="3776342066" sldId="340"/>
            <ac:spMk id="6" creationId="{F30A4686-59A4-BF6A-367C-03DC8AE481BE}"/>
          </ac:spMkLst>
        </pc:spChg>
        <pc:grpChg chg="add">
          <ac:chgData name="Michael Borck" userId="5464a7b5-69e3-414c-bcfc-4d9e56576552" providerId="ADAL" clId="{E5A2C9A3-8295-334D-9BFD-4715FA128A98}" dt="2022-09-20T04:07:51.996" v="2639" actId="164"/>
          <ac:grpSpMkLst>
            <pc:docMk/>
            <pc:sldMk cId="3776342066" sldId="340"/>
            <ac:grpSpMk id="7" creationId="{DA181519-7963-5397-9057-080B13507286}"/>
          </ac:grpSpMkLst>
        </pc:grpChg>
        <pc:picChg chg="add mod">
          <ac:chgData name="Michael Borck" userId="5464a7b5-69e3-414c-bcfc-4d9e56576552" providerId="ADAL" clId="{E5A2C9A3-8295-334D-9BFD-4715FA128A98}" dt="2022-09-20T02:30:09.428" v="2246" actId="14100"/>
          <ac:picMkLst>
            <pc:docMk/>
            <pc:sldMk cId="3776342066" sldId="340"/>
            <ac:picMk id="5" creationId="{76210C91-E6F4-D92D-0351-22921EE6EBAD}"/>
          </ac:picMkLst>
        </pc:picChg>
      </pc:sldChg>
      <pc:sldChg chg="addSp delSp modSp add mod">
        <pc:chgData name="Michael Borck" userId="5464a7b5-69e3-414c-bcfc-4d9e56576552" providerId="ADAL" clId="{E5A2C9A3-8295-334D-9BFD-4715FA128A98}" dt="2022-09-20T04:10:41.866" v="2640" actId="164"/>
        <pc:sldMkLst>
          <pc:docMk/>
          <pc:sldMk cId="1238904764" sldId="341"/>
        </pc:sldMkLst>
        <pc:spChg chg="add del mod">
          <ac:chgData name="Michael Borck" userId="5464a7b5-69e3-414c-bcfc-4d9e56576552" providerId="ADAL" clId="{E5A2C9A3-8295-334D-9BFD-4715FA128A98}" dt="2022-09-20T02:35:59.392" v="2290" actId="14100"/>
          <ac:spMkLst>
            <pc:docMk/>
            <pc:sldMk cId="1238904764" sldId="341"/>
            <ac:spMk id="3" creationId="{275983D5-28E3-27EE-69D0-2D5646FEA247}"/>
          </ac:spMkLst>
        </pc:spChg>
        <pc:spChg chg="add mod">
          <ac:chgData name="Michael Borck" userId="5464a7b5-69e3-414c-bcfc-4d9e56576552" providerId="ADAL" clId="{E5A2C9A3-8295-334D-9BFD-4715FA128A98}" dt="2022-09-20T02:36:14.883" v="2303" actId="1076"/>
          <ac:spMkLst>
            <pc:docMk/>
            <pc:sldMk cId="1238904764" sldId="341"/>
            <ac:spMk id="4" creationId="{A98688DC-618B-C842-8EE3-23F62ABAF952}"/>
          </ac:spMkLst>
        </pc:spChg>
        <pc:grpChg chg="add">
          <ac:chgData name="Michael Borck" userId="5464a7b5-69e3-414c-bcfc-4d9e56576552" providerId="ADAL" clId="{E5A2C9A3-8295-334D-9BFD-4715FA128A98}" dt="2022-09-20T04:10:41.866" v="2640" actId="164"/>
          <ac:grpSpMkLst>
            <pc:docMk/>
            <pc:sldMk cId="1238904764" sldId="341"/>
            <ac:grpSpMk id="7" creationId="{CDA4624C-00F1-612A-E3D1-44FBEB50518A}"/>
          </ac:grpSpMkLst>
        </pc:grpChg>
        <pc:picChg chg="mod">
          <ac:chgData name="Michael Borck" userId="5464a7b5-69e3-414c-bcfc-4d9e56576552" providerId="ADAL" clId="{E5A2C9A3-8295-334D-9BFD-4715FA128A98}" dt="2022-09-20T02:35:26.611" v="2286" actId="2085"/>
          <ac:picMkLst>
            <pc:docMk/>
            <pc:sldMk cId="1238904764" sldId="341"/>
            <ac:picMk id="5" creationId="{76210C91-E6F4-D92D-0351-22921EE6EBAD}"/>
          </ac:picMkLst>
        </pc:picChg>
      </pc:sldChg>
      <pc:sldChg chg="addSp delSp modSp new mod modNotesTx">
        <pc:chgData name="Michael Borck" userId="5464a7b5-69e3-414c-bcfc-4d9e56576552" providerId="ADAL" clId="{E5A2C9A3-8295-334D-9BFD-4715FA128A98}" dt="2022-09-20T02:44:37.397" v="2412" actId="1076"/>
        <pc:sldMkLst>
          <pc:docMk/>
          <pc:sldMk cId="496344183" sldId="342"/>
        </pc:sldMkLst>
        <pc:spChg chg="mod">
          <ac:chgData name="Michael Borck" userId="5464a7b5-69e3-414c-bcfc-4d9e56576552" providerId="ADAL" clId="{E5A2C9A3-8295-334D-9BFD-4715FA128A98}" dt="2022-09-20T02:37:59.568" v="2328" actId="20577"/>
          <ac:spMkLst>
            <pc:docMk/>
            <pc:sldMk cId="496344183" sldId="342"/>
            <ac:spMk id="2" creationId="{84FD26CA-C864-0779-6482-3A8CA941C622}"/>
          </ac:spMkLst>
        </pc:spChg>
        <pc:spChg chg="del mod">
          <ac:chgData name="Michael Borck" userId="5464a7b5-69e3-414c-bcfc-4d9e56576552" providerId="ADAL" clId="{E5A2C9A3-8295-334D-9BFD-4715FA128A98}" dt="2022-09-20T02:38:50.552" v="2334" actId="478"/>
          <ac:spMkLst>
            <pc:docMk/>
            <pc:sldMk cId="496344183" sldId="342"/>
            <ac:spMk id="3" creationId="{2FFDF99C-760F-CB6D-D573-1D5A28E4EFDF}"/>
          </ac:spMkLst>
        </pc:spChg>
        <pc:spChg chg="add mod">
          <ac:chgData name="Michael Borck" userId="5464a7b5-69e3-414c-bcfc-4d9e56576552" providerId="ADAL" clId="{E5A2C9A3-8295-334D-9BFD-4715FA128A98}" dt="2022-09-20T02:44:37.397" v="2412" actId="1076"/>
          <ac:spMkLst>
            <pc:docMk/>
            <pc:sldMk cId="496344183" sldId="342"/>
            <ac:spMk id="9" creationId="{EA4859E4-B535-E676-7CE3-B84CD3F62D4B}"/>
          </ac:spMkLst>
        </pc:spChg>
        <pc:grpChg chg="add mod">
          <ac:chgData name="Michael Borck" userId="5464a7b5-69e3-414c-bcfc-4d9e56576552" providerId="ADAL" clId="{E5A2C9A3-8295-334D-9BFD-4715FA128A98}" dt="2022-09-20T02:40:58.258" v="2355" actId="14100"/>
          <ac:grpSpMkLst>
            <pc:docMk/>
            <pc:sldMk cId="496344183" sldId="342"/>
            <ac:grpSpMk id="8" creationId="{318D999D-6AAF-C2F1-58B8-73F3A0B8711C}"/>
          </ac:grpSpMkLst>
        </pc:grpChg>
        <pc:picChg chg="add mod">
          <ac:chgData name="Michael Borck" userId="5464a7b5-69e3-414c-bcfc-4d9e56576552" providerId="ADAL" clId="{E5A2C9A3-8295-334D-9BFD-4715FA128A98}" dt="2022-09-20T02:38:43.940" v="2333" actId="1076"/>
          <ac:picMkLst>
            <pc:docMk/>
            <pc:sldMk cId="496344183" sldId="342"/>
            <ac:picMk id="5" creationId="{88A6597F-1062-822B-4E50-8332B1B08E65}"/>
          </ac:picMkLst>
        </pc:picChg>
        <pc:picChg chg="add mod modCrop">
          <ac:chgData name="Michael Borck" userId="5464a7b5-69e3-414c-bcfc-4d9e56576552" providerId="ADAL" clId="{E5A2C9A3-8295-334D-9BFD-4715FA128A98}" dt="2022-09-20T02:40:15.184" v="2349" actId="732"/>
          <ac:picMkLst>
            <pc:docMk/>
            <pc:sldMk cId="496344183" sldId="342"/>
            <ac:picMk id="7" creationId="{03AB1FC1-279E-35F7-2E3A-50EBA86B17DA}"/>
          </ac:picMkLst>
        </pc:picChg>
      </pc:sldChg>
      <pc:sldChg chg="modSp new mod">
        <pc:chgData name="Michael Borck" userId="5464a7b5-69e3-414c-bcfc-4d9e56576552" providerId="ADAL" clId="{E5A2C9A3-8295-334D-9BFD-4715FA128A98}" dt="2022-09-20T02:46:07.449" v="2534" actId="15"/>
        <pc:sldMkLst>
          <pc:docMk/>
          <pc:sldMk cId="1524683098" sldId="343"/>
        </pc:sldMkLst>
        <pc:spChg chg="mod">
          <ac:chgData name="Michael Borck" userId="5464a7b5-69e3-414c-bcfc-4d9e56576552" providerId="ADAL" clId="{E5A2C9A3-8295-334D-9BFD-4715FA128A98}" dt="2022-09-20T02:45:09.081" v="2429" actId="20577"/>
          <ac:spMkLst>
            <pc:docMk/>
            <pc:sldMk cId="1524683098" sldId="343"/>
            <ac:spMk id="2" creationId="{A8414EE8-9AF8-314F-AD0D-00215CDA632C}"/>
          </ac:spMkLst>
        </pc:spChg>
        <pc:spChg chg="mod">
          <ac:chgData name="Michael Borck" userId="5464a7b5-69e3-414c-bcfc-4d9e56576552" providerId="ADAL" clId="{E5A2C9A3-8295-334D-9BFD-4715FA128A98}" dt="2022-09-20T02:46:07.449" v="2534" actId="15"/>
          <ac:spMkLst>
            <pc:docMk/>
            <pc:sldMk cId="1524683098" sldId="343"/>
            <ac:spMk id="3" creationId="{D5809001-9063-7CF5-5115-BA20A3FDB00A}"/>
          </ac:spMkLst>
        </pc:spChg>
      </pc:sldChg>
      <pc:sldChg chg="delSp modSp new mod">
        <pc:chgData name="Michael Borck" userId="5464a7b5-69e3-414c-bcfc-4d9e56576552" providerId="ADAL" clId="{E5A2C9A3-8295-334D-9BFD-4715FA128A98}" dt="2022-09-20T02:49:26.313" v="2588" actId="1076"/>
        <pc:sldMkLst>
          <pc:docMk/>
          <pc:sldMk cId="2419002444" sldId="344"/>
        </pc:sldMkLst>
        <pc:spChg chg="mod">
          <ac:chgData name="Michael Borck" userId="5464a7b5-69e3-414c-bcfc-4d9e56576552" providerId="ADAL" clId="{E5A2C9A3-8295-334D-9BFD-4715FA128A98}" dt="2022-09-20T02:49:26.313" v="2588" actId="1076"/>
          <ac:spMkLst>
            <pc:docMk/>
            <pc:sldMk cId="2419002444" sldId="344"/>
            <ac:spMk id="2" creationId="{F1BE07E6-4930-2179-0415-FC90D6328D61}"/>
          </ac:spMkLst>
        </pc:spChg>
        <pc:spChg chg="del">
          <ac:chgData name="Michael Borck" userId="5464a7b5-69e3-414c-bcfc-4d9e56576552" providerId="ADAL" clId="{E5A2C9A3-8295-334D-9BFD-4715FA128A98}" dt="2022-09-20T02:48:43" v="2537" actId="478"/>
          <ac:spMkLst>
            <pc:docMk/>
            <pc:sldMk cId="2419002444" sldId="344"/>
            <ac:spMk id="3" creationId="{E2146FFB-6E92-C757-6D51-9252701301C4}"/>
          </ac:spMkLst>
        </pc:spChg>
      </pc:sldChg>
      <pc:sldChg chg="modSp add mod">
        <pc:chgData name="Michael Borck" userId="5464a7b5-69e3-414c-bcfc-4d9e56576552" providerId="ADAL" clId="{E5A2C9A3-8295-334D-9BFD-4715FA128A98}" dt="2022-09-20T03:01:08.037" v="2636" actId="5793"/>
        <pc:sldMkLst>
          <pc:docMk/>
          <pc:sldMk cId="1708822100" sldId="345"/>
        </pc:sldMkLst>
        <pc:spChg chg="mod">
          <ac:chgData name="Michael Borck" userId="5464a7b5-69e3-414c-bcfc-4d9e56576552" providerId="ADAL" clId="{E5A2C9A3-8295-334D-9BFD-4715FA128A98}" dt="2022-09-20T03:01:08.037" v="2636" actId="5793"/>
          <ac:spMkLst>
            <pc:docMk/>
            <pc:sldMk cId="1708822100" sldId="345"/>
            <ac:spMk id="2" creationId="{F8300506-3D05-604D-B380-5B7E57D6C816}"/>
          </ac:spMkLst>
        </pc:spChg>
      </pc:sldChg>
      <pc:sldChg chg="del">
        <pc:chgData name="Michael Borck" userId="5464a7b5-69e3-414c-bcfc-4d9e56576552" providerId="ADAL" clId="{E5A2C9A3-8295-334D-9BFD-4715FA128A98}" dt="2022-09-19T21:19:11.490" v="41" actId="2696"/>
        <pc:sldMkLst>
          <pc:docMk/>
          <pc:sldMk cId="730633774" sldId="352"/>
        </pc:sldMkLst>
      </pc:sldChg>
      <pc:sldChg chg="del">
        <pc:chgData name="Michael Borck" userId="5464a7b5-69e3-414c-bcfc-4d9e56576552" providerId="ADAL" clId="{E5A2C9A3-8295-334D-9BFD-4715FA128A98}" dt="2022-09-19T21:19:12.562" v="43" actId="2696"/>
        <pc:sldMkLst>
          <pc:docMk/>
          <pc:sldMk cId="2220479051" sldId="354"/>
        </pc:sldMkLst>
      </pc:sldChg>
      <pc:sldChg chg="del">
        <pc:chgData name="Michael Borck" userId="5464a7b5-69e3-414c-bcfc-4d9e56576552" providerId="ADAL" clId="{E5A2C9A3-8295-334D-9BFD-4715FA128A98}" dt="2022-09-19T21:19:12.066" v="42" actId="2696"/>
        <pc:sldMkLst>
          <pc:docMk/>
          <pc:sldMk cId="134998305" sldId="355"/>
        </pc:sldMkLst>
      </pc:sldChg>
      <pc:sldChg chg="del">
        <pc:chgData name="Michael Borck" userId="5464a7b5-69e3-414c-bcfc-4d9e56576552" providerId="ADAL" clId="{E5A2C9A3-8295-334D-9BFD-4715FA128A98}" dt="2022-09-19T21:19:09.976" v="38" actId="2696"/>
        <pc:sldMkLst>
          <pc:docMk/>
          <pc:sldMk cId="4241233580" sldId="356"/>
        </pc:sldMkLst>
      </pc:sldChg>
      <pc:sldChg chg="del">
        <pc:chgData name="Michael Borck" userId="5464a7b5-69e3-414c-bcfc-4d9e56576552" providerId="ADAL" clId="{E5A2C9A3-8295-334D-9BFD-4715FA128A98}" dt="2022-09-19T21:19:11.016" v="40" actId="2696"/>
        <pc:sldMkLst>
          <pc:docMk/>
          <pc:sldMk cId="3626948117" sldId="357"/>
        </pc:sldMkLst>
      </pc:sldChg>
      <pc:sldChg chg="del">
        <pc:chgData name="Michael Borck" userId="5464a7b5-69e3-414c-bcfc-4d9e56576552" providerId="ADAL" clId="{E5A2C9A3-8295-334D-9BFD-4715FA128A98}" dt="2022-09-19T21:19:10.552" v="39" actId="2696"/>
        <pc:sldMkLst>
          <pc:docMk/>
          <pc:sldMk cId="2830331636" sldId="358"/>
        </pc:sldMkLst>
      </pc:sldChg>
      <pc:sldChg chg="del">
        <pc:chgData name="Michael Borck" userId="5464a7b5-69e3-414c-bcfc-4d9e56576552" providerId="ADAL" clId="{E5A2C9A3-8295-334D-9BFD-4715FA128A98}" dt="2022-09-19T21:19:13.547" v="45" actId="2696"/>
        <pc:sldMkLst>
          <pc:docMk/>
          <pc:sldMk cId="5828673" sldId="359"/>
        </pc:sldMkLst>
      </pc:sldChg>
      <pc:sldChg chg="del">
        <pc:chgData name="Michael Borck" userId="5464a7b5-69e3-414c-bcfc-4d9e56576552" providerId="ADAL" clId="{E5A2C9A3-8295-334D-9BFD-4715FA128A98}" dt="2022-09-19T21:19:15.574" v="49" actId="2696"/>
        <pc:sldMkLst>
          <pc:docMk/>
          <pc:sldMk cId="1225380657" sldId="360"/>
        </pc:sldMkLst>
      </pc:sldChg>
      <pc:sldChg chg="del">
        <pc:chgData name="Michael Borck" userId="5464a7b5-69e3-414c-bcfc-4d9e56576552" providerId="ADAL" clId="{E5A2C9A3-8295-334D-9BFD-4715FA128A98}" dt="2022-09-19T21:19:14.060" v="46" actId="2696"/>
        <pc:sldMkLst>
          <pc:docMk/>
          <pc:sldMk cId="1927192652" sldId="361"/>
        </pc:sldMkLst>
      </pc:sldChg>
      <pc:sldChg chg="del">
        <pc:chgData name="Michael Borck" userId="5464a7b5-69e3-414c-bcfc-4d9e56576552" providerId="ADAL" clId="{E5A2C9A3-8295-334D-9BFD-4715FA128A98}" dt="2022-09-19T21:19:16.074" v="50" actId="2696"/>
        <pc:sldMkLst>
          <pc:docMk/>
          <pc:sldMk cId="3924450543" sldId="362"/>
        </pc:sldMkLst>
      </pc:sldChg>
      <pc:sldChg chg="del">
        <pc:chgData name="Michael Borck" userId="5464a7b5-69e3-414c-bcfc-4d9e56576552" providerId="ADAL" clId="{E5A2C9A3-8295-334D-9BFD-4715FA128A98}" dt="2022-09-19T21:19:14.603" v="47" actId="2696"/>
        <pc:sldMkLst>
          <pc:docMk/>
          <pc:sldMk cId="3354644131" sldId="363"/>
        </pc:sldMkLst>
      </pc:sldChg>
      <pc:sldChg chg="del">
        <pc:chgData name="Michael Borck" userId="5464a7b5-69e3-414c-bcfc-4d9e56576552" providerId="ADAL" clId="{E5A2C9A3-8295-334D-9BFD-4715FA128A98}" dt="2022-09-19T21:19:15.087" v="48" actId="2696"/>
        <pc:sldMkLst>
          <pc:docMk/>
          <pc:sldMk cId="2476914532" sldId="364"/>
        </pc:sldMkLst>
      </pc:sldChg>
      <pc:sldChg chg="del">
        <pc:chgData name="Michael Borck" userId="5464a7b5-69e3-414c-bcfc-4d9e56576552" providerId="ADAL" clId="{E5A2C9A3-8295-334D-9BFD-4715FA128A98}" dt="2022-09-19T21:19:16.602" v="51" actId="2696"/>
        <pc:sldMkLst>
          <pc:docMk/>
          <pc:sldMk cId="2738254993" sldId="365"/>
        </pc:sldMkLst>
      </pc:sldChg>
      <pc:sldChg chg="del">
        <pc:chgData name="Michael Borck" userId="5464a7b5-69e3-414c-bcfc-4d9e56576552" providerId="ADAL" clId="{E5A2C9A3-8295-334D-9BFD-4715FA128A98}" dt="2022-09-19T21:19:17.122" v="52" actId="2696"/>
        <pc:sldMkLst>
          <pc:docMk/>
          <pc:sldMk cId="1200496639" sldId="366"/>
        </pc:sldMkLst>
      </pc:sldChg>
      <pc:sldChg chg="del">
        <pc:chgData name="Michael Borck" userId="5464a7b5-69e3-414c-bcfc-4d9e56576552" providerId="ADAL" clId="{E5A2C9A3-8295-334D-9BFD-4715FA128A98}" dt="2022-09-19T21:19:17.694" v="53" actId="2696"/>
        <pc:sldMkLst>
          <pc:docMk/>
          <pc:sldMk cId="1586633385" sldId="367"/>
        </pc:sldMkLst>
      </pc:sldChg>
      <pc:sldChg chg="del">
        <pc:chgData name="Michael Borck" userId="5464a7b5-69e3-414c-bcfc-4d9e56576552" providerId="ADAL" clId="{E5A2C9A3-8295-334D-9BFD-4715FA128A98}" dt="2022-09-19T21:19:18.271" v="54" actId="2696"/>
        <pc:sldMkLst>
          <pc:docMk/>
          <pc:sldMk cId="17362010" sldId="368"/>
        </pc:sldMkLst>
      </pc:sldChg>
      <pc:sldChg chg="del">
        <pc:chgData name="Michael Borck" userId="5464a7b5-69e3-414c-bcfc-4d9e56576552" providerId="ADAL" clId="{E5A2C9A3-8295-334D-9BFD-4715FA128A98}" dt="2022-09-19T21:19:18.771" v="55" actId="2696"/>
        <pc:sldMkLst>
          <pc:docMk/>
          <pc:sldMk cId="651547666" sldId="369"/>
        </pc:sldMkLst>
      </pc:sldChg>
      <pc:sldChg chg="del">
        <pc:chgData name="Michael Borck" userId="5464a7b5-69e3-414c-bcfc-4d9e56576552" providerId="ADAL" clId="{E5A2C9A3-8295-334D-9BFD-4715FA128A98}" dt="2022-09-19T21:19:19.421" v="56" actId="2696"/>
        <pc:sldMkLst>
          <pc:docMk/>
          <pc:sldMk cId="840537424" sldId="370"/>
        </pc:sldMkLst>
      </pc:sldChg>
      <pc:sldMasterChg chg="modSp mod">
        <pc:chgData name="Michael Borck" userId="5464a7b5-69e3-414c-bcfc-4d9e56576552" providerId="ADAL" clId="{E5A2C9A3-8295-334D-9BFD-4715FA128A98}" dt="2022-09-19T21:18:58.009" v="37" actId="20577"/>
        <pc:sldMasterMkLst>
          <pc:docMk/>
          <pc:sldMasterMk cId="0" sldId="2147483648"/>
        </pc:sldMasterMkLst>
        <pc:spChg chg="mod">
          <ac:chgData name="Michael Borck" userId="5464a7b5-69e3-414c-bcfc-4d9e56576552" providerId="ADAL" clId="{E5A2C9A3-8295-334D-9BFD-4715FA128A98}" dt="2022-09-19T21:18:58.009" v="37" actId="20577"/>
          <ac:spMkLst>
            <pc:docMk/>
            <pc:sldMasterMk cId="0" sldId="2147483648"/>
            <ac:spMk id="6"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9018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"Let's begin by understanding the core concepts that form the foundation of computer science and programming. First up, we have data structures."</a:t>
            </a:r>
          </a:p>
          <a:p>
            <a:endParaRPr lang="en-AU" dirty="0"/>
          </a:p>
          <a:p>
            <a:r>
              <a:rPr lang="en-AU" dirty="0"/>
              <a:t>"Data structures are essentially the building blocks of programming. They are specific means of organizing and storing data in a computer in such a way that we can perform operations on this data in an effective manner. Different data structures allow us to handle the data in different ways."</a:t>
            </a:r>
          </a:p>
          <a:p>
            <a:endParaRPr lang="en-AU" dirty="0"/>
          </a:p>
          <a:p>
            <a:r>
              <a:rPr lang="en-AU" dirty="0"/>
              <a:t>"In Python, we have several built-in data structures like lists, tuples, sets, and dictionaries. Lists are ordered collections of items, tuples are ordered and immutable collections, sets are unordered collections of unique items, and dictionaries are unordered collections of key-value pairs. Each of these structures has its own strengths and use-cases."</a:t>
            </a:r>
          </a:p>
          <a:p>
            <a:endParaRPr lang="en-AU" dirty="0"/>
          </a:p>
          <a:p>
            <a:r>
              <a:rPr lang="en-AU" dirty="0"/>
              <a:t>"Moving on to algorithms, an algorithm is a step-by-step procedure to solve a particular problem. In programming, we use algorithms to manipulate, process, and eventually solve problems with the data that we have stored using data structures."</a:t>
            </a:r>
          </a:p>
          <a:p>
            <a:endParaRPr lang="en-AU" dirty="0"/>
          </a:p>
          <a:p>
            <a:r>
              <a:rPr lang="en-AU" dirty="0"/>
              <a:t>"There are many important algorithms in Python, and in programming in general. Some of these include sorting algorithms like bubble sort, selection sort, and quick sort, search algorithms like linear search and binary search, and other algorithms for tasks like finding the greatest common divisor, checking for primality, and so on."</a:t>
            </a:r>
          </a:p>
        </p:txBody>
      </p:sp>
    </p:spTree>
    <p:extLst>
      <p:ext uri="{BB962C8B-B14F-4D97-AF65-F5344CB8AC3E}">
        <p14:creationId xmlns:p14="http://schemas.microsoft.com/office/powerpoint/2010/main" val="3547085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171717"/>
                </a:solidFill>
                <a:effectLst/>
                <a:latin typeface="-apple-system"/>
              </a:rPr>
              <a:t>Data structures are the fundamental constructs around which you build your programs. Each data structure provides a particular way of organizing data so it can be accessed efficiently, depending on your use case. Python ships with an extensive set of data structures in its standard library.</a:t>
            </a:r>
            <a:endParaRPr lang="en-AU" dirty="0"/>
          </a:p>
        </p:txBody>
      </p:sp>
    </p:spTree>
    <p:extLst>
      <p:ext uri="{BB962C8B-B14F-4D97-AF65-F5344CB8AC3E}">
        <p14:creationId xmlns:p14="http://schemas.microsoft.com/office/powerpoint/2010/main" val="2322128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effectLst/>
                <a:latin typeface="BookAntiqua"/>
              </a:rPr>
              <a:t>In the examples we've encountered thus far, we have already explored numerous built-in Python data structures. These are likely familiar to you from introductory resources or tutorials. In this section, we will delve deeper into the object-oriented aspects of these data structures, examining when they are more appropriate than regular classes and when they should be avoided. Specifically, we will cover:</a:t>
            </a:r>
          </a:p>
          <a:p>
            <a:endParaRPr lang="en-AU" sz="1800" dirty="0">
              <a:effectLst/>
              <a:latin typeface="BookAntiqua"/>
            </a:endParaRPr>
          </a:p>
          <a:p>
            <a:r>
              <a:rPr lang="en-AU" sz="1800" dirty="0">
                <a:effectLst/>
                <a:latin typeface="BookAntiqua"/>
              </a:rPr>
              <a:t>1. Tuples</a:t>
            </a:r>
          </a:p>
          <a:p>
            <a:r>
              <a:rPr lang="en-AU" sz="1800" dirty="0">
                <a:effectLst/>
                <a:latin typeface="BookAntiqua"/>
              </a:rPr>
              <a:t>2. Dictionaries</a:t>
            </a:r>
          </a:p>
          <a:p>
            <a:r>
              <a:rPr lang="en-AU" sz="1800" dirty="0">
                <a:effectLst/>
                <a:latin typeface="BookAntiqua"/>
              </a:rPr>
              <a:t>3. Lists and sets</a:t>
            </a:r>
          </a:p>
          <a:p>
            <a:r>
              <a:rPr lang="en-AU" sz="1800" dirty="0">
                <a:effectLst/>
                <a:latin typeface="BookAntiqua"/>
              </a:rPr>
              <a:t>4. Explore other structures</a:t>
            </a:r>
          </a:p>
          <a:p>
            <a:endParaRPr lang="en-AU" sz="1800" dirty="0">
              <a:effectLst/>
              <a:latin typeface="BookAntiqua"/>
            </a:endParaRPr>
          </a:p>
          <a:p>
            <a:r>
              <a:rPr lang="en-AU" sz="1800" dirty="0">
                <a:effectLst/>
                <a:latin typeface="BookAntiqua"/>
              </a:rPr>
              <a:t>By gaining a deeper understanding of these topics, you will be better equipped to choose the most suitable data structure for a given problem and harness the full potential of Python's built-in functionality.</a:t>
            </a:r>
          </a:p>
        </p:txBody>
      </p:sp>
    </p:spTree>
    <p:extLst>
      <p:ext uri="{BB962C8B-B14F-4D97-AF65-F5344CB8AC3E}">
        <p14:creationId xmlns:p14="http://schemas.microsoft.com/office/powerpoint/2010/main" val="232591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666666"/>
                </a:solidFill>
                <a:effectLst/>
                <a:latin typeface="Georgia" panose="02040502050405020303" pitchFamily="18" charset="0"/>
              </a:rPr>
              <a:t>Python lists are versatile containers that can hold values of various data types. They store data in a contiguous manner in memory, which facilitates efficient access to elements. Lists are particularly useful in situations where frequent data access is required, as elements can be easily retrieved using indexing.</a:t>
            </a:r>
            <a:endParaRPr lang="en-AU" dirty="0"/>
          </a:p>
        </p:txBody>
      </p:sp>
    </p:spTree>
    <p:extLst>
      <p:ext uri="{BB962C8B-B14F-4D97-AF65-F5344CB8AC3E}">
        <p14:creationId xmlns:p14="http://schemas.microsoft.com/office/powerpoint/2010/main" val="1393834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D1D5DB"/>
                </a:solidFill>
                <a:effectLst/>
                <a:latin typeface="Söhne"/>
              </a:rPr>
              <a:t>Slicing is a technique in Python that allows you to extract a portion of a sequence, such as a string, list, or tuple, by specifying a start index, an end index, and an optional step. This results in a new sequence containing the selected elements, without modifying the original sequence.</a:t>
            </a:r>
          </a:p>
          <a:p>
            <a:pPr algn="l"/>
            <a:endParaRPr lang="en-AU" b="0" i="0" dirty="0">
              <a:solidFill>
                <a:srgbClr val="D1D5DB"/>
              </a:solidFill>
              <a:effectLst/>
              <a:latin typeface="Söhne"/>
            </a:endParaRPr>
          </a:p>
          <a:p>
            <a:pPr algn="l"/>
            <a:r>
              <a:rPr lang="en-AU" b="0" i="0" dirty="0">
                <a:solidFill>
                  <a:srgbClr val="D1D5DB"/>
                </a:solidFill>
                <a:effectLst/>
                <a:latin typeface="Söhne"/>
              </a:rPr>
              <a:t>The syntax for slicing is to use square brackets and a colon (:) to separate the start, end, and step indices. The start index is inclusive, while the end index is exclusive. If the start index is omitted, it defaults to the beginning of the sequence (index 0). If the end index is omitted, it defaults to the end of the sequence. The step is optional and defaults to 1.</a:t>
            </a:r>
          </a:p>
        </p:txBody>
      </p:sp>
    </p:spTree>
    <p:extLst>
      <p:ext uri="{BB962C8B-B14F-4D97-AF65-F5344CB8AC3E}">
        <p14:creationId xmlns:p14="http://schemas.microsoft.com/office/powerpoint/2010/main" val="1798412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Python provides several built-in methods for working with lists. Some of the most common list methods include:</a:t>
            </a:r>
          </a:p>
          <a:p>
            <a:endParaRPr lang="en-AU" dirty="0"/>
          </a:p>
          <a:p>
            <a:r>
              <a:rPr lang="en-AU" dirty="0"/>
              <a:t>1. `append`: Adds an element to the end of the list.</a:t>
            </a:r>
          </a:p>
          <a:p>
            <a:r>
              <a:rPr lang="en-AU" dirty="0"/>
              <a:t>2. `extend`: Appends the elements of an </a:t>
            </a:r>
            <a:r>
              <a:rPr lang="en-AU" dirty="0" err="1"/>
              <a:t>iterable</a:t>
            </a:r>
            <a:r>
              <a:rPr lang="en-AU" dirty="0"/>
              <a:t> (e.g., list, tuple) to the end of the list.</a:t>
            </a:r>
          </a:p>
          <a:p>
            <a:r>
              <a:rPr lang="en-AU" dirty="0"/>
              <a:t>3. `insert`: Inserts an element at a specified index.</a:t>
            </a:r>
          </a:p>
          <a:p>
            <a:r>
              <a:rPr lang="en-AU" dirty="0"/>
              <a:t>4. `remove`: Removes the first occurrence of a specified value from the list.</a:t>
            </a:r>
          </a:p>
          <a:p>
            <a:r>
              <a:rPr lang="en-AU" dirty="0"/>
              <a:t>5. `pop`: Removes and returns the element at a specified index, or the last element if no index is provided.</a:t>
            </a:r>
          </a:p>
          <a:p>
            <a:r>
              <a:rPr lang="en-AU" dirty="0"/>
              <a:t>6. `index`: Returns the index of the first occurrence of a specified value in the list.</a:t>
            </a:r>
          </a:p>
          <a:p>
            <a:r>
              <a:rPr lang="en-AU" dirty="0"/>
              <a:t>7. `count`: Counts the occurrences of a specified value in the list.</a:t>
            </a:r>
          </a:p>
          <a:p>
            <a:r>
              <a:rPr lang="en-AU" dirty="0"/>
              <a:t>8. `sort`: Sorts the list in ascending order by default, or according to a specified key function.</a:t>
            </a:r>
          </a:p>
          <a:p>
            <a:r>
              <a:rPr lang="en-AU" dirty="0"/>
              <a:t>9. `reverse`: Reverses the order of the elements in the list.</a:t>
            </a:r>
          </a:p>
          <a:p>
            <a:r>
              <a:rPr lang="en-AU" dirty="0"/>
              <a:t>10. `clear`: Removes all elements from the list.</a:t>
            </a:r>
          </a:p>
          <a:p>
            <a:endParaRPr lang="en-AU" dirty="0"/>
          </a:p>
          <a:p>
            <a:r>
              <a:rPr lang="en-AU" dirty="0"/>
              <a:t>These methods offer various ways to modify, search, and manipulate lists in Python. Keep in mind that most of these methods modify the list in-place, meaning they alter the original list rather than returning a new one.</a:t>
            </a:r>
          </a:p>
        </p:txBody>
      </p:sp>
    </p:spTree>
    <p:extLst>
      <p:ext uri="{BB962C8B-B14F-4D97-AF65-F5344CB8AC3E}">
        <p14:creationId xmlns:p14="http://schemas.microsoft.com/office/powerpoint/2010/main" val="2563261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effectLst/>
                <a:latin typeface="BookAntiqua"/>
              </a:rPr>
              <a:t>Tuples are ordered collections that can store a fixed number of objects. They are immutable, which means that their elements cannot be added, removed, or replaced once defined. While this might seem like a limitation, it is essential to remember that if you need a mutable collection, a list would be more appropriate. One of the main advantages of tuple immutability is that they can be used as keys in dictionaries and other data structures that require </a:t>
            </a:r>
            <a:r>
              <a:rPr lang="en-AU" sz="1800" dirty="0" err="1">
                <a:effectLst/>
                <a:latin typeface="BookAntiqua"/>
              </a:rPr>
              <a:t>hashable</a:t>
            </a:r>
            <a:r>
              <a:rPr lang="en-AU" sz="1800" dirty="0">
                <a:effectLst/>
                <a:latin typeface="BookAntiqua"/>
              </a:rPr>
              <a:t> objects.</a:t>
            </a:r>
          </a:p>
          <a:p>
            <a:endParaRPr lang="en-AU" sz="1800" dirty="0">
              <a:effectLst/>
              <a:latin typeface="BookAntiqua"/>
            </a:endParaRPr>
          </a:p>
          <a:p>
            <a:r>
              <a:rPr lang="en-AU" sz="1800" dirty="0">
                <a:effectLst/>
                <a:latin typeface="BookAntiqua"/>
              </a:rPr>
              <a:t>Tuples are designed for storing data, not </a:t>
            </a:r>
            <a:r>
              <a:rPr lang="en-AU" sz="1800" dirty="0" err="1">
                <a:effectLst/>
                <a:latin typeface="BookAntiqua"/>
              </a:rPr>
              <a:t>behavior</a:t>
            </a:r>
            <a:r>
              <a:rPr lang="en-AU" sz="1800" dirty="0">
                <a:effectLst/>
                <a:latin typeface="BookAntiqua"/>
              </a:rPr>
              <a:t>. If you need to manipulate a tuple, you must pass it to a function or a method on another object that performs the desired action. This design choice ensures that tuples remain simple and efficient for their intended purpose.</a:t>
            </a:r>
            <a:endParaRPr lang="en-AU" sz="1800" dirty="0"/>
          </a:p>
        </p:txBody>
      </p:sp>
    </p:spTree>
    <p:extLst>
      <p:ext uri="{BB962C8B-B14F-4D97-AF65-F5344CB8AC3E}">
        <p14:creationId xmlns:p14="http://schemas.microsoft.com/office/powerpoint/2010/main" val="142857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Tuple unpacking, also known as multiple assignment or </a:t>
            </a:r>
            <a:r>
              <a:rPr lang="en-AU" b="0" i="0" dirty="0" err="1">
                <a:solidFill>
                  <a:srgbClr val="D1D5DB"/>
                </a:solidFill>
                <a:effectLst/>
                <a:latin typeface="Söhne"/>
              </a:rPr>
              <a:t>iterable</a:t>
            </a:r>
            <a:r>
              <a:rPr lang="en-AU" b="0" i="0" dirty="0">
                <a:solidFill>
                  <a:srgbClr val="D1D5DB"/>
                </a:solidFill>
                <a:effectLst/>
                <a:latin typeface="Söhne"/>
              </a:rPr>
              <a:t> unpacking, is a convenient feature in Python that allows you to assign the elements of a tuple (or any </a:t>
            </a:r>
            <a:r>
              <a:rPr lang="en-AU" b="0" i="0" dirty="0" err="1">
                <a:solidFill>
                  <a:srgbClr val="D1D5DB"/>
                </a:solidFill>
                <a:effectLst/>
                <a:latin typeface="Söhne"/>
              </a:rPr>
              <a:t>iterable</a:t>
            </a:r>
            <a:r>
              <a:rPr lang="en-AU" b="0" i="0" dirty="0">
                <a:solidFill>
                  <a:srgbClr val="D1D5DB"/>
                </a:solidFill>
                <a:effectLst/>
                <a:latin typeface="Söhne"/>
              </a:rPr>
              <a:t>) to multiple variables in a single statement. This enables you to extract the individual elements from a tuple and assign them to separate variables easily and concisely.</a:t>
            </a:r>
          </a:p>
          <a:p>
            <a:endParaRPr lang="en-AU" b="0" i="0" dirty="0">
              <a:solidFill>
                <a:srgbClr val="D1D5DB"/>
              </a:solidFill>
              <a:effectLst/>
              <a:latin typeface="Söhne"/>
            </a:endParaRPr>
          </a:p>
          <a:p>
            <a:r>
              <a:rPr lang="en-AU" b="0" i="0" dirty="0">
                <a:solidFill>
                  <a:srgbClr val="D1D5DB"/>
                </a:solidFill>
                <a:effectLst/>
                <a:latin typeface="Söhne"/>
              </a:rPr>
              <a:t>Tuple unpacking can also be used with other </a:t>
            </a:r>
            <a:r>
              <a:rPr lang="en-AU" b="0" i="0" dirty="0" err="1">
                <a:solidFill>
                  <a:srgbClr val="D1D5DB"/>
                </a:solidFill>
                <a:effectLst/>
                <a:latin typeface="Söhne"/>
              </a:rPr>
              <a:t>iterables</a:t>
            </a:r>
            <a:r>
              <a:rPr lang="en-AU" b="0" i="0" dirty="0">
                <a:solidFill>
                  <a:srgbClr val="D1D5DB"/>
                </a:solidFill>
                <a:effectLst/>
                <a:latin typeface="Söhne"/>
              </a:rPr>
              <a:t>, such as lists or strings.  Keep in mind that the number of variables on the left side of the assignment must match the number of elements in the </a:t>
            </a:r>
            <a:r>
              <a:rPr lang="en-AU" b="0" i="0" dirty="0" err="1">
                <a:solidFill>
                  <a:srgbClr val="D1D5DB"/>
                </a:solidFill>
                <a:effectLst/>
                <a:latin typeface="Söhne"/>
              </a:rPr>
              <a:t>iterable</a:t>
            </a:r>
            <a:r>
              <a:rPr lang="en-AU" b="0" i="0" dirty="0">
                <a:solidFill>
                  <a:srgbClr val="D1D5DB"/>
                </a:solidFill>
                <a:effectLst/>
                <a:latin typeface="Söhne"/>
              </a:rPr>
              <a:t> on the right side, or you will encounter an error.</a:t>
            </a:r>
            <a:endParaRPr lang="en-AU" dirty="0"/>
          </a:p>
        </p:txBody>
      </p:sp>
    </p:spTree>
    <p:extLst>
      <p:ext uri="{BB962C8B-B14F-4D97-AF65-F5344CB8AC3E}">
        <p14:creationId xmlns:p14="http://schemas.microsoft.com/office/powerpoint/2010/main" val="1325598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AU" sz="2800" b="0" i="0" dirty="0">
                <a:solidFill>
                  <a:srgbClr val="666666"/>
                </a:solidFill>
                <a:effectLst/>
                <a:latin typeface="Georgia" panose="02040502050405020303" pitchFamily="18" charset="0"/>
              </a:rPr>
              <a:t>Sets are a unique type of collection in Python, distinct from lists and tuples. They store non-duplicate elements without maintaining a specific order, which means that indexing is not applicable. When elements are added to a set, they are automatically arranged in ascending order, although this order is not preserved upon retrieval.</a:t>
            </a:r>
          </a:p>
          <a:p>
            <a:pPr algn="l" fontAlgn="base"/>
            <a:endParaRPr lang="en-AU" sz="2800" b="0" i="0" dirty="0">
              <a:solidFill>
                <a:srgbClr val="666666"/>
              </a:solidFill>
              <a:effectLst/>
              <a:latin typeface="Georgia" panose="02040502050405020303" pitchFamily="18" charset="0"/>
            </a:endParaRPr>
          </a:p>
          <a:p>
            <a:pPr algn="l" fontAlgn="base"/>
            <a:r>
              <a:rPr lang="en-AU" sz="2800" b="0" i="0" dirty="0">
                <a:solidFill>
                  <a:srgbClr val="666666"/>
                </a:solidFill>
                <a:effectLst/>
                <a:latin typeface="Georgia" panose="02040502050405020303" pitchFamily="18" charset="0"/>
              </a:rPr>
              <a:t>To create a set in Python, enclose its elements within curly braces and separate them with commas. While sets can contain tuples as elements, they cannot include lists. This is because sets are immutable, meaning their elements cannot be changed once added, while lists are mutable and can be modified.</a:t>
            </a:r>
            <a:endParaRPr lang="en-AU" sz="2800" b="1" i="0" dirty="0">
              <a:solidFill>
                <a:srgbClr val="666666"/>
              </a:solidFill>
              <a:effectLst/>
              <a:latin typeface="inherit"/>
            </a:endParaRPr>
          </a:p>
          <a:p>
            <a:pPr algn="l" fontAlgn="base"/>
            <a:endParaRPr lang="en-AU" sz="2800" b="1" i="0" dirty="0">
              <a:solidFill>
                <a:srgbClr val="666666"/>
              </a:solidFill>
              <a:effectLst/>
              <a:latin typeface="inherit"/>
            </a:endParaRPr>
          </a:p>
          <a:p>
            <a:pPr algn="l" fontAlgn="base"/>
            <a:r>
              <a:rPr lang="en-AU" sz="2800" b="0" i="0" dirty="0">
                <a:solidFill>
                  <a:srgbClr val="666666"/>
                </a:solidFill>
                <a:effectLst/>
                <a:latin typeface="inherit"/>
              </a:rPr>
              <a:t>Common operations od sets include:</a:t>
            </a:r>
          </a:p>
          <a:p>
            <a:pPr algn="l" fontAlgn="base"/>
            <a:endParaRPr lang="en-AU" sz="2800" b="0" i="0" dirty="0">
              <a:solidFill>
                <a:srgbClr val="666666"/>
              </a:solidFill>
              <a:effectLst/>
              <a:latin typeface="inherit"/>
            </a:endParaRPr>
          </a:p>
          <a:p>
            <a:pPr algn="l" fontAlgn="base"/>
            <a:r>
              <a:rPr lang="en-AU" sz="2800" b="0" i="0" dirty="0">
                <a:solidFill>
                  <a:srgbClr val="666666"/>
                </a:solidFill>
                <a:effectLst/>
                <a:latin typeface="inherit"/>
              </a:rPr>
              <a:t>1. add():</a:t>
            </a:r>
            <a:r>
              <a:rPr lang="en-AU" sz="2800" b="0" i="0" dirty="0">
                <a:solidFill>
                  <a:srgbClr val="666666"/>
                </a:solidFill>
                <a:effectLst/>
                <a:latin typeface="Georgia" panose="02040502050405020303" pitchFamily="18" charset="0"/>
              </a:rPr>
              <a:t> To add an element to a set.</a:t>
            </a:r>
          </a:p>
          <a:p>
            <a:pPr algn="l" fontAlgn="base"/>
            <a:r>
              <a:rPr lang="en-AU" sz="2800" b="0" i="0" dirty="0">
                <a:solidFill>
                  <a:srgbClr val="666666"/>
                </a:solidFill>
                <a:effectLst/>
                <a:latin typeface="inherit"/>
              </a:rPr>
              <a:t>2. pop():</a:t>
            </a:r>
            <a:r>
              <a:rPr lang="en-AU" sz="2800" b="0" i="0" dirty="0">
                <a:solidFill>
                  <a:srgbClr val="666666"/>
                </a:solidFill>
                <a:effectLst/>
                <a:latin typeface="Georgia" panose="02040502050405020303" pitchFamily="18" charset="0"/>
              </a:rPr>
              <a:t>To remove the last element if index is not specified and if specified removes elements at that index.</a:t>
            </a:r>
          </a:p>
          <a:p>
            <a:pPr algn="l" fontAlgn="base"/>
            <a:r>
              <a:rPr lang="en-AU" sz="2800" b="0" i="0" dirty="0">
                <a:solidFill>
                  <a:srgbClr val="666666"/>
                </a:solidFill>
                <a:effectLst/>
                <a:latin typeface="inherit"/>
              </a:rPr>
              <a:t>3. clear():</a:t>
            </a:r>
            <a:r>
              <a:rPr lang="en-AU" sz="2800" b="0" i="0" dirty="0">
                <a:solidFill>
                  <a:srgbClr val="666666"/>
                </a:solidFill>
                <a:effectLst/>
                <a:latin typeface="Georgia" panose="02040502050405020303" pitchFamily="18" charset="0"/>
              </a:rPr>
              <a:t> To delete all the elements of a set.</a:t>
            </a:r>
          </a:p>
          <a:p>
            <a:pPr algn="l" fontAlgn="base"/>
            <a:r>
              <a:rPr lang="en-AU" sz="2800" b="0" i="0" dirty="0">
                <a:solidFill>
                  <a:srgbClr val="666666"/>
                </a:solidFill>
                <a:effectLst/>
                <a:latin typeface="inherit"/>
              </a:rPr>
              <a:t>4. </a:t>
            </a:r>
            <a:r>
              <a:rPr lang="en-AU" sz="2800" b="0" i="0" dirty="0" err="1">
                <a:solidFill>
                  <a:srgbClr val="666666"/>
                </a:solidFill>
                <a:effectLst/>
                <a:latin typeface="inherit"/>
              </a:rPr>
              <a:t>len</a:t>
            </a:r>
            <a:r>
              <a:rPr lang="en-AU" sz="2800" b="0" i="0" dirty="0">
                <a:solidFill>
                  <a:srgbClr val="666666"/>
                </a:solidFill>
                <a:effectLst/>
                <a:latin typeface="inherit"/>
              </a:rPr>
              <a:t>():</a:t>
            </a:r>
            <a:r>
              <a:rPr lang="en-AU" sz="2800" b="0" i="0" dirty="0">
                <a:solidFill>
                  <a:srgbClr val="666666"/>
                </a:solidFill>
                <a:effectLst/>
                <a:latin typeface="Georgia" panose="02040502050405020303" pitchFamily="18" charset="0"/>
              </a:rPr>
              <a:t> To find the length of a set, etc.</a:t>
            </a:r>
          </a:p>
          <a:p>
            <a:pPr algn="l" fontAlgn="base"/>
            <a:r>
              <a:rPr lang="en-AU" sz="2800" b="0" i="0" dirty="0">
                <a:solidFill>
                  <a:srgbClr val="666666"/>
                </a:solidFill>
                <a:effectLst/>
                <a:latin typeface="inherit"/>
              </a:rPr>
              <a:t>5. remove():</a:t>
            </a:r>
            <a:r>
              <a:rPr lang="en-AU" sz="2800" b="0" i="0" dirty="0">
                <a:solidFill>
                  <a:srgbClr val="666666"/>
                </a:solidFill>
                <a:effectLst/>
                <a:latin typeface="Georgia" panose="02040502050405020303" pitchFamily="18" charset="0"/>
              </a:rPr>
              <a:t> This removes the specified element from the set. This function gives an error if the element is not present in the set.</a:t>
            </a:r>
          </a:p>
          <a:p>
            <a:pPr algn="l" fontAlgn="base"/>
            <a:r>
              <a:rPr lang="en-AU" sz="2800" b="0" i="0" dirty="0">
                <a:solidFill>
                  <a:srgbClr val="666666"/>
                </a:solidFill>
                <a:effectLst/>
                <a:latin typeface="inherit"/>
              </a:rPr>
              <a:t>6. discard(): </a:t>
            </a:r>
            <a:r>
              <a:rPr lang="en-AU" sz="2800" b="0" i="0" dirty="0">
                <a:solidFill>
                  <a:srgbClr val="666666"/>
                </a:solidFill>
                <a:effectLst/>
                <a:latin typeface="Georgia" panose="02040502050405020303" pitchFamily="18" charset="0"/>
              </a:rPr>
              <a:t>This removes the specified element from the set. But this function does not give an error if the element is not present in the set.</a:t>
            </a:r>
          </a:p>
        </p:txBody>
      </p:sp>
    </p:spTree>
    <p:extLst>
      <p:ext uri="{BB962C8B-B14F-4D97-AF65-F5344CB8AC3E}">
        <p14:creationId xmlns:p14="http://schemas.microsoft.com/office/powerpoint/2010/main" val="1208364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AU" sz="4000" b="0" i="0" dirty="0">
                <a:solidFill>
                  <a:srgbClr val="666666"/>
                </a:solidFill>
                <a:effectLst/>
                <a:latin typeface="Georgia" panose="02040502050405020303" pitchFamily="18" charset="0"/>
              </a:rPr>
              <a:t>Dictionaries are data structures in Python that store key-value pairs, similar to real-life dictionaries where unique words are mapped to their meanings. Keys must be unique and immutable, which means that modifiable or </a:t>
            </a:r>
            <a:r>
              <a:rPr lang="en-AU" sz="4000" b="0" i="0" dirty="0" err="1">
                <a:solidFill>
                  <a:srgbClr val="666666"/>
                </a:solidFill>
                <a:effectLst/>
                <a:latin typeface="Georgia" panose="02040502050405020303" pitchFamily="18" charset="0"/>
              </a:rPr>
              <a:t>unhashable</a:t>
            </a:r>
            <a:r>
              <a:rPr lang="en-AU" sz="4000" b="0" i="0" dirty="0">
                <a:solidFill>
                  <a:srgbClr val="666666"/>
                </a:solidFill>
                <a:effectLst/>
                <a:latin typeface="Georgia" panose="02040502050405020303" pitchFamily="18" charset="0"/>
              </a:rPr>
              <a:t> data types, such as lists, cannot be used as keys.</a:t>
            </a:r>
          </a:p>
          <a:p>
            <a:pPr algn="l" fontAlgn="base"/>
            <a:endParaRPr lang="en-AU" sz="4000" b="0" i="0" dirty="0">
              <a:solidFill>
                <a:srgbClr val="666666"/>
              </a:solidFill>
              <a:effectLst/>
              <a:latin typeface="Georgia" panose="02040502050405020303" pitchFamily="18" charset="0"/>
            </a:endParaRPr>
          </a:p>
          <a:p>
            <a:pPr algn="l" fontAlgn="base"/>
            <a:r>
              <a:rPr lang="en-AU" sz="4000" b="0" i="0" dirty="0">
                <a:solidFill>
                  <a:srgbClr val="666666"/>
                </a:solidFill>
                <a:effectLst/>
                <a:latin typeface="Georgia" panose="02040502050405020303" pitchFamily="18" charset="0"/>
              </a:rPr>
              <a:t>To define a dictionary, use curly braces to enclose the key-value pairs, with each pair separated by a colon, and pairs separated by commas.</a:t>
            </a:r>
          </a:p>
          <a:p>
            <a:pPr algn="l" fontAlgn="base"/>
            <a:endParaRPr lang="en-AU" sz="4000" b="0" i="0" dirty="0">
              <a:solidFill>
                <a:srgbClr val="666666"/>
              </a:solidFill>
              <a:effectLst/>
              <a:latin typeface="Georgia" panose="02040502050405020303" pitchFamily="18" charset="0"/>
            </a:endParaRPr>
          </a:p>
          <a:p>
            <a:pPr algn="l" fontAlgn="base"/>
            <a:r>
              <a:rPr lang="en-AU" sz="4000" b="0" i="0" dirty="0">
                <a:solidFill>
                  <a:srgbClr val="666666"/>
                </a:solidFill>
                <a:effectLst/>
                <a:latin typeface="Georgia" panose="02040502050405020303" pitchFamily="18" charset="0"/>
              </a:rPr>
              <a:t>This convenient and efficient data structure allows you to access, modify, and store values based on their associated keys.</a:t>
            </a:r>
            <a:endParaRPr lang="en-AU" sz="2800" b="0" i="0" dirty="0">
              <a:solidFill>
                <a:srgbClr val="666666"/>
              </a:solidFill>
              <a:effectLst/>
              <a:latin typeface="Georgia" panose="02040502050405020303" pitchFamily="18" charset="0"/>
            </a:endParaRPr>
          </a:p>
        </p:txBody>
      </p:sp>
    </p:spTree>
    <p:extLst>
      <p:ext uri="{BB962C8B-B14F-4D97-AF65-F5344CB8AC3E}">
        <p14:creationId xmlns:p14="http://schemas.microsoft.com/office/powerpoint/2010/main" val="3248730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stack is a linear data structure that follows the Last In, First Out (LIFO) principle, meaning that the most recently added element is the first one to be removed. Stacks can be thought of as a collection of items with two primary operations: `push`, which adds an element to the top of the stack, and `pop`, which removes the top element.</a:t>
            </a:r>
          </a:p>
          <a:p>
            <a:endParaRPr lang="en-AU" dirty="0"/>
          </a:p>
          <a:p>
            <a:r>
              <a:rPr lang="en-AU" dirty="0"/>
              <a:t>Some common use cases for stacks in programming include:</a:t>
            </a:r>
          </a:p>
          <a:p>
            <a:endParaRPr lang="en-AU" dirty="0"/>
          </a:p>
          <a:p>
            <a:r>
              <a:rPr lang="en-AU" dirty="0"/>
              <a:t>1. **Balancing symbols**: Stacks can be used to check for balanced parentheses, brackets, or braces in an expression. By pushing opening symbols onto the stack and popping them off when matching closing symbols are encountered, you can ensure that the expression is balanced.</a:t>
            </a:r>
          </a:p>
          <a:p>
            <a:endParaRPr lang="en-AU" dirty="0"/>
          </a:p>
          <a:p>
            <a:r>
              <a:rPr lang="en-AU" dirty="0"/>
              <a:t>2. **Undo/Redo functionality**: In text editors or other applications, a stack can keep track of actions performed by the user. The `push` operation can store each action, while the `pop` operation allows for undoing the most recent action. A second stack can be used to implement the redo functionality.</a:t>
            </a:r>
          </a:p>
          <a:p>
            <a:endParaRPr lang="en-AU" dirty="0"/>
          </a:p>
          <a:p>
            <a:r>
              <a:rPr lang="en-AU" dirty="0"/>
              <a:t>3. **Function call management**: Programming languages use stacks to manage function calls and maintain the execution order. When a function is called, its activation record (containing local variables, return address, and other relevant information) is pushed onto the call stack. When the function returns, its activation record is popped, and the execution continues from the return address.</a:t>
            </a:r>
          </a:p>
          <a:p>
            <a:endParaRPr lang="en-AU" dirty="0"/>
          </a:p>
          <a:p>
            <a:r>
              <a:rPr lang="en-AU" dirty="0"/>
              <a:t>4. **Backtracking algorithms**: Stacks can be employed in backtracking algorithms, such as solving mazes, searching for paths in graphs, or implementing depth-first search. By storing visited nodes or states on the stack, the algorithm can easily backtrack to the previous state when encountering a dead-end.</a:t>
            </a:r>
          </a:p>
          <a:p>
            <a:endParaRPr lang="en-AU" dirty="0"/>
          </a:p>
          <a:p>
            <a:r>
              <a:rPr lang="en-AU" dirty="0"/>
              <a:t>5. **Expression evaluation**: Stacks can be used to evaluate arithmetic expressions in postfix (Reverse Polish) notation or to convert infix expressions to postfix notation.</a:t>
            </a:r>
          </a:p>
          <a:p>
            <a:endParaRPr lang="en-AU" dirty="0"/>
          </a:p>
          <a:p>
            <a:r>
              <a:rPr lang="en-AU" dirty="0"/>
              <a:t>These examples illustrate the versatility of the stack data structure in various programming contexts. In Python, you can implement a stack using a list, with the `append` method for the `push` operation and the `pop` method for the `pop` operation.</a:t>
            </a:r>
          </a:p>
        </p:txBody>
      </p:sp>
    </p:spTree>
    <p:extLst>
      <p:ext uri="{BB962C8B-B14F-4D97-AF65-F5344CB8AC3E}">
        <p14:creationId xmlns:p14="http://schemas.microsoft.com/office/powerpoint/2010/main" val="623047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queue is a linear data structure that follows the First In, First Out (FIFO) principle, meaning that the element added earliest is the first one to be removed. Queues maintain the order in which elements are added and removed. The two primary operations associated with queues are `enqueue`, which adds an element to the rear of the queue, and `dequeue`, which removes the front element.</a:t>
            </a:r>
          </a:p>
          <a:p>
            <a:endParaRPr lang="en-AU" dirty="0"/>
          </a:p>
          <a:p>
            <a:r>
              <a:rPr lang="en-AU" dirty="0"/>
              <a:t>Some common use cases for queues in programming include:</a:t>
            </a:r>
          </a:p>
          <a:p>
            <a:endParaRPr lang="en-AU" dirty="0"/>
          </a:p>
          <a:p>
            <a:r>
              <a:rPr lang="en-AU" dirty="0"/>
              <a:t>1. **Task scheduling**: Queues can be used to manage tasks in operating systems, web servers, or other systems that require task prioritization and execution in the order they were received.</a:t>
            </a:r>
          </a:p>
          <a:p>
            <a:endParaRPr lang="en-AU" dirty="0"/>
          </a:p>
          <a:p>
            <a:r>
              <a:rPr lang="en-AU" dirty="0"/>
              <a:t>2. **Buffering**: Queues can serve as buffers in situations where data is produced and consumed at different rates. For example, they can be used to store keystrokes in a keyboard buffer or manage data packets in network communication.</a:t>
            </a:r>
          </a:p>
          <a:p>
            <a:endParaRPr lang="en-AU" dirty="0"/>
          </a:p>
          <a:p>
            <a:r>
              <a:rPr lang="en-AU" dirty="0"/>
              <a:t>3. **Breadth-First Search**: In graph traversal algorithms like Breadth-First Search (BFS), queues are used to visit nodes in layers, ensuring that all nodes at a given depth are visited before moving on to the next depth level.</a:t>
            </a:r>
          </a:p>
          <a:p>
            <a:endParaRPr lang="en-AU" dirty="0"/>
          </a:p>
          <a:p>
            <a:r>
              <a:rPr lang="en-AU" dirty="0"/>
              <a:t>4. **Cache management**: Some cache replacement algorithms, such as the First-In-First-Out (FIFO) cache replacement policy, utilize queues to manage the order in which items are removed from the cache when it becomes full.</a:t>
            </a:r>
          </a:p>
          <a:p>
            <a:endParaRPr lang="en-AU" dirty="0"/>
          </a:p>
          <a:p>
            <a:r>
              <a:rPr lang="en-AU" dirty="0"/>
              <a:t>5. **Print spooling**: Queues can be employed to manage print jobs in a print spooler, ensuring that documents are printed in the order they were added to the queue.</a:t>
            </a:r>
          </a:p>
          <a:p>
            <a:endParaRPr lang="en-AU" dirty="0"/>
          </a:p>
          <a:p>
            <a:r>
              <a:rPr lang="en-AU" dirty="0"/>
              <a:t>These examples showcase the versatility and applicability of the queue data structure in various programming contexts. In Python, you can implement a basic queue using a list, though it is not very efficient for large datasets due to the time complexity of inserting and removing elements. Instead, you can use the `deque` class from the `collections` module, which is designed for fast and efficient queue operations.</a:t>
            </a:r>
          </a:p>
        </p:txBody>
      </p:sp>
    </p:spTree>
    <p:extLst>
      <p:ext uri="{BB962C8B-B14F-4D97-AF65-F5344CB8AC3E}">
        <p14:creationId xmlns:p14="http://schemas.microsoft.com/office/powerpoint/2010/main" val="2705269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linked list is a linear data structure in which elements are stored in nodes, and each node points to the next node in the sequence. Unlike arrays or lists, linked lists do not store elements in contiguous memory locations. There are several types of linked lists, including singly-linked lists, doubly-linked lists, and circular linked lists.</a:t>
            </a:r>
          </a:p>
          <a:p>
            <a:endParaRPr lang="en-AU" dirty="0"/>
          </a:p>
          <a:p>
            <a:r>
              <a:rPr lang="en-AU" dirty="0"/>
              <a:t>A singly-linked list consists of nodes that have two components: a data field containing the element and a reference (or pointer) to the next node in the sequence. The last node in the list points to a null reference, indicating the end of the list. A doubly-linked list, on the other hand, has nodes that contain a reference to both the next and previous nodes, allowing for bidirectional traversal.</a:t>
            </a:r>
          </a:p>
          <a:p>
            <a:endParaRPr lang="en-AU" dirty="0"/>
          </a:p>
          <a:p>
            <a:r>
              <a:rPr lang="en-AU" dirty="0"/>
              <a:t>Linked lists are useful in various programming scenarios, such as:</a:t>
            </a:r>
          </a:p>
          <a:p>
            <a:endParaRPr lang="en-AU" dirty="0"/>
          </a:p>
          <a:p>
            <a:r>
              <a:rPr lang="en-AU" dirty="0"/>
              <a:t>1. **Dynamic memory allocation**: When the size of the data structure needs to be adjusted during runtime, linked lists can be a suitable choice, as they can be resized easily by updating node references.</a:t>
            </a:r>
          </a:p>
          <a:p>
            <a:endParaRPr lang="en-AU" dirty="0"/>
          </a:p>
          <a:p>
            <a:r>
              <a:rPr lang="en-AU" dirty="0"/>
              <a:t>2. **Insertion and deletion**: Linked lists provide efficient insertion and deletion operations, especially at the beginning or end of the list. These operations can be performed in constant time, as opposed to arrays or Python lists, where elements may need to be shifted to maintain continuity.</a:t>
            </a:r>
          </a:p>
          <a:p>
            <a:endParaRPr lang="en-AU" dirty="0"/>
          </a:p>
          <a:p>
            <a:r>
              <a:rPr lang="en-AU" dirty="0"/>
              <a:t>3. **Stack and queue implementation**: Linked lists can be used to implement stacks and queues, as they allow for constant-time `push`, `pop`, `enqueue`, and `dequeue` operations.</a:t>
            </a:r>
          </a:p>
          <a:p>
            <a:endParaRPr lang="en-AU" dirty="0"/>
          </a:p>
          <a:p>
            <a:r>
              <a:rPr lang="en-AU" dirty="0"/>
              <a:t>4. **When indexing is not required**: If your use case does not require frequent random access to elements using an index, linked lists can be a suitable choice, as they prioritize efficient insertion and deletion operations.</a:t>
            </a:r>
          </a:p>
          <a:p>
            <a:endParaRPr lang="en-AU" dirty="0"/>
          </a:p>
          <a:p>
            <a:r>
              <a:rPr lang="en-AU" dirty="0"/>
              <a:t>5. **Complex data structures**: Linked lists can be used as building blocks for more complex data structures, such as trees and graphs, where elements need to be connected in non-linear ways.</a:t>
            </a:r>
          </a:p>
          <a:p>
            <a:endParaRPr lang="en-AU" dirty="0"/>
          </a:p>
          <a:p>
            <a:r>
              <a:rPr lang="en-AU" dirty="0"/>
              <a:t>In Python, linked lists can be implemented using custom classes for the nodes and the linked list itself. However, Python's built-in data structures (like lists or the `deque` class from the `collections` module) are often more suitable and efficient for most use cases.</a:t>
            </a:r>
          </a:p>
        </p:txBody>
      </p:sp>
    </p:spTree>
    <p:extLst>
      <p:ext uri="{BB962C8B-B14F-4D97-AF65-F5344CB8AC3E}">
        <p14:creationId xmlns:p14="http://schemas.microsoft.com/office/powerpoint/2010/main" val="1917761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tree is a hierarchical data structure that consists of nodes connected by edges, with one node designated as the root. Each node in the tree can have zero or more child nodes, and a node without any children is called a leaf node. Trees are non-linear and can represent hierarchical relationships between elements. One of the most common types of trees is the binary tree, where each node has at most two children, typically referred to as the left and right child.</a:t>
            </a:r>
          </a:p>
          <a:p>
            <a:endParaRPr lang="en-AU" dirty="0"/>
          </a:p>
          <a:p>
            <a:r>
              <a:rPr lang="en-AU" dirty="0"/>
              <a:t>Trees are useful in various programming scenarios, such as:</a:t>
            </a:r>
          </a:p>
          <a:p>
            <a:endParaRPr lang="en-AU" dirty="0"/>
          </a:p>
          <a:p>
            <a:r>
              <a:rPr lang="en-AU" dirty="0"/>
              <a:t>1. **Searching and sorting**: Binary Search Trees (BST) provide efficient searching, insertion, and deletion operations. Balanced trees like AVL trees and Red-Black trees maintain optimal height to ensure that these operations have a time complexity of O(log n).</a:t>
            </a:r>
          </a:p>
          <a:p>
            <a:endParaRPr lang="en-AU" dirty="0"/>
          </a:p>
          <a:p>
            <a:r>
              <a:rPr lang="en-AU" dirty="0"/>
              <a:t>2. **File systems**: Trees are used to represent file systems, where directories and subdirectories form a hierarchical structure. Each node can represent a file or a directory, and its children represent files or subdirectories contained within it.</a:t>
            </a:r>
          </a:p>
          <a:p>
            <a:endParaRPr lang="en-AU" dirty="0"/>
          </a:p>
          <a:p>
            <a:r>
              <a:rPr lang="en-AU" dirty="0"/>
              <a:t>3. **Decision-making**: Decision Trees are used in machine learning and artificial intelligence for decision-making processes, where each node represents a decision or a test, and the branches represent the possible outcomes.</a:t>
            </a:r>
          </a:p>
          <a:p>
            <a:endParaRPr lang="en-AU" dirty="0"/>
          </a:p>
          <a:p>
            <a:r>
              <a:rPr lang="en-AU" dirty="0"/>
              <a:t>4. **Abstract Syntax Trees (AST)**: In programming languages and compilers, trees are used to represent the syntactic structure of the source code, enabling semantic analysis and optimization during the compilation process.</a:t>
            </a:r>
          </a:p>
          <a:p>
            <a:endParaRPr lang="en-AU" dirty="0"/>
          </a:p>
          <a:p>
            <a:r>
              <a:rPr lang="en-AU" dirty="0"/>
              <a:t>5. **Priority Queues**: Trees like Binary Heaps are utilized to implement priority queues, which are used in various applications, including scheduling processes in operating systems, pathfinding algorithms, and network traffic management.</a:t>
            </a:r>
          </a:p>
          <a:p>
            <a:endParaRPr lang="en-AU" dirty="0"/>
          </a:p>
          <a:p>
            <a:r>
              <a:rPr lang="en-AU" dirty="0"/>
              <a:t>6. **</a:t>
            </a:r>
            <a:r>
              <a:rPr lang="en-AU" dirty="0" err="1"/>
              <a:t>Trie</a:t>
            </a:r>
            <a:r>
              <a:rPr lang="en-AU" dirty="0"/>
              <a:t> (Prefix Tree)**: Tries are a tree-like data structure used for efficient storage and retrieval of strings, particularly when searching for strings with common prefixes, such as implementing auto-complete features or storing dictionaries for spell-checking.</a:t>
            </a:r>
          </a:p>
          <a:p>
            <a:endParaRPr lang="en-AU" dirty="0"/>
          </a:p>
          <a:p>
            <a:r>
              <a:rPr lang="en-AU" dirty="0"/>
              <a:t>These examples showcase the versatility and applicability of tree data structures in various programming contexts. In Python, trees can be implemented using custom classes for the nodes and the tree itself. There are also specialized libraries available for working with different types of trees, such as the `</a:t>
            </a:r>
            <a:r>
              <a:rPr lang="en-AU" dirty="0" err="1"/>
              <a:t>bintrees</a:t>
            </a:r>
            <a:r>
              <a:rPr lang="en-AU" dirty="0"/>
              <a:t>` library for binary search trees.</a:t>
            </a:r>
          </a:p>
        </p:txBody>
      </p:sp>
    </p:spTree>
    <p:extLst>
      <p:ext uri="{BB962C8B-B14F-4D97-AF65-F5344CB8AC3E}">
        <p14:creationId xmlns:p14="http://schemas.microsoft.com/office/powerpoint/2010/main" val="4036536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graph is a non-linear data structure that consists of a set of vertices (also called nodes) and a set of edges connecting these vertices. Graphs are used to represent relationships or connections between objects, where vertices represent the objects and edges represent the connections between them. There are two main types of graphs: directed graphs (digraphs), where edges have a direction, and undirected graphs, where edges do not have a direction.</a:t>
            </a:r>
          </a:p>
          <a:p>
            <a:endParaRPr lang="en-AU" dirty="0"/>
          </a:p>
          <a:p>
            <a:r>
              <a:rPr lang="en-AU" dirty="0"/>
              <a:t>Graphs are useful in various programming scenarios, such as:</a:t>
            </a:r>
          </a:p>
          <a:p>
            <a:endParaRPr lang="en-AU" dirty="0"/>
          </a:p>
          <a:p>
            <a:r>
              <a:rPr lang="en-AU" dirty="0"/>
              <a:t>1. **Social networks**: Graphs can be used to represent social networks, where users are represented as vertices, and connections or relationships between users are represented as edges.</a:t>
            </a:r>
          </a:p>
          <a:p>
            <a:endParaRPr lang="en-AU" dirty="0"/>
          </a:p>
          <a:p>
            <a:r>
              <a:rPr lang="en-AU" dirty="0"/>
              <a:t>2. **Transportation networks**: Graphs can model transportation networks like road maps, flight routes, or public transit systems, with vertices representing locations and edges representing roads or connections between them.</a:t>
            </a:r>
          </a:p>
          <a:p>
            <a:endParaRPr lang="en-AU" dirty="0"/>
          </a:p>
          <a:p>
            <a:r>
              <a:rPr lang="en-AU" dirty="0"/>
              <a:t>3. **Web crawling**: The structure of the World Wide Web can be represented as a directed graph, where vertices represent web pages and directed edges represent hyperlinks between pages. Web crawlers and search engines can traverse this graph to index and rank pages.</a:t>
            </a:r>
          </a:p>
          <a:p>
            <a:endParaRPr lang="en-AU" dirty="0"/>
          </a:p>
          <a:p>
            <a:r>
              <a:rPr lang="en-AU" dirty="0"/>
              <a:t>4. **Dependency management**: Graphs can be used to represent dependencies between modules or packages in software systems, where vertices represent modules, and edges represent dependency relationships.</a:t>
            </a:r>
          </a:p>
          <a:p>
            <a:endParaRPr lang="en-AU" dirty="0"/>
          </a:p>
          <a:p>
            <a:r>
              <a:rPr lang="en-AU" dirty="0"/>
              <a:t>5. **Pathfinding**: Graphs are employed in pathfinding and navigation algorithms, such as Dijkstra's or A* algorithms, to find the shortest path or the most cost-effective route between two nodes.</a:t>
            </a:r>
          </a:p>
          <a:p>
            <a:endParaRPr lang="en-AU" dirty="0"/>
          </a:p>
          <a:p>
            <a:r>
              <a:rPr lang="en-AU" dirty="0"/>
              <a:t>6. **Flow networks**: In operations research and optimization problems, graphs can be used to represent flow networks, where vertices represent sources, sinks, or intermediate nodes, and edges represent capacities or costs associated with the flow of goods or resources.</a:t>
            </a:r>
          </a:p>
          <a:p>
            <a:endParaRPr lang="en-AU" dirty="0"/>
          </a:p>
          <a:p>
            <a:r>
              <a:rPr lang="en-AU" dirty="0"/>
              <a:t>These examples illustrate the versatility and applicability of graph data structures in various programming contexts. In Python, graphs can be implemented using dictionaries, lists, or custom classes for vertices and edges. There are also specialized libraries available for working with graphs, such as </a:t>
            </a:r>
            <a:r>
              <a:rPr lang="en-AU" dirty="0" err="1"/>
              <a:t>NetworkX</a:t>
            </a:r>
            <a:r>
              <a:rPr lang="en-AU" dirty="0"/>
              <a:t>, which provides data structures and algorithms for complex network analysis.</a:t>
            </a:r>
          </a:p>
        </p:txBody>
      </p:sp>
    </p:spTree>
    <p:extLst>
      <p:ext uri="{BB962C8B-B14F-4D97-AF65-F5344CB8AC3E}">
        <p14:creationId xmlns:p14="http://schemas.microsoft.com/office/powerpoint/2010/main" val="3966959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hash map, also known as a hash table or dictionary, is a data structure that stores key-value pairs, providing fast access, insertion, and deletion operations. Hash maps use a hash function to compute an index from the key, mapping it to a particular slot (or bucket) in an underlying array. Since the hash function can compute the index in constant time, hash maps can offer average-case time complexity of O(1) for the primary operations.</a:t>
            </a:r>
          </a:p>
          <a:p>
            <a:endParaRPr lang="en-AU" dirty="0"/>
          </a:p>
          <a:p>
            <a:r>
              <a:rPr lang="en-AU" dirty="0"/>
              <a:t>Hash maps are useful in various programming scenarios, such as:</a:t>
            </a:r>
          </a:p>
          <a:p>
            <a:endParaRPr lang="en-AU" dirty="0"/>
          </a:p>
          <a:p>
            <a:r>
              <a:rPr lang="en-AU" dirty="0"/>
              <a:t>1. **Lookup tables**: Hash maps can be employed as lookup tables to store and retrieve data based on unique keys, such as phone directories, word-frequency counters, or symbol tables in compilers.</a:t>
            </a:r>
          </a:p>
          <a:p>
            <a:endParaRPr lang="en-AU" dirty="0"/>
          </a:p>
          <a:p>
            <a:r>
              <a:rPr lang="en-AU" dirty="0"/>
              <a:t>2. **Caching**: You can use hash maps to implement caching mechanisms, where the key represents the input data or query, and the value represents the precomputed result, allowing for faster retrieval in subsequent requests.</a:t>
            </a:r>
          </a:p>
          <a:p>
            <a:endParaRPr lang="en-AU" dirty="0"/>
          </a:p>
          <a:p>
            <a:r>
              <a:rPr lang="en-AU" dirty="0"/>
              <a:t>3. **Counting unique elements**: Hash maps can be used to count unique elements in a collection by using the elements as keys and their frequencies as values.</a:t>
            </a:r>
          </a:p>
          <a:p>
            <a:endParaRPr lang="en-AU" dirty="0"/>
          </a:p>
          <a:p>
            <a:r>
              <a:rPr lang="en-AU" dirty="0"/>
              <a:t>4. **Associative arrays**: In programming languages that support associative arrays, hash maps are commonly used as the underlying data structure.</a:t>
            </a:r>
          </a:p>
          <a:p>
            <a:endParaRPr lang="en-AU" dirty="0"/>
          </a:p>
          <a:p>
            <a:r>
              <a:rPr lang="en-AU" dirty="0"/>
              <a:t>5. **Implementing other data structures**: Hash maps can serve as building blocks for implementing other data structures, such as LRU caches, disjoint-set data structures, or </a:t>
            </a:r>
            <a:r>
              <a:rPr lang="en-AU" dirty="0" err="1"/>
              <a:t>trie</a:t>
            </a:r>
            <a:r>
              <a:rPr lang="en-AU" dirty="0"/>
              <a:t> nodes with dynamic child allocation.</a:t>
            </a:r>
          </a:p>
          <a:p>
            <a:endParaRPr lang="en-AU" dirty="0"/>
          </a:p>
          <a:p>
            <a:r>
              <a:rPr lang="en-AU" dirty="0"/>
              <a:t>In Python, hash maps are implemented as built-in dictionaries, providing a convenient and efficient way to store and manipulate key-value pairs:</a:t>
            </a:r>
          </a:p>
          <a:p>
            <a:endParaRPr lang="en-AU" dirty="0"/>
          </a:p>
          <a:p>
            <a:r>
              <a:rPr lang="en-AU" dirty="0"/>
              <a:t>```python</a:t>
            </a:r>
          </a:p>
          <a:p>
            <a:r>
              <a:rPr lang="en-AU" dirty="0" err="1"/>
              <a:t>my_hash_map</a:t>
            </a:r>
            <a:r>
              <a:rPr lang="en-AU" dirty="0"/>
              <a:t> = {"key1": "value1", "key2": "value2", "key3": "value3"}</a:t>
            </a:r>
          </a:p>
          <a:p>
            <a:r>
              <a:rPr lang="en-AU" dirty="0"/>
              <a:t>```</a:t>
            </a:r>
          </a:p>
          <a:p>
            <a:endParaRPr lang="en-AU" dirty="0"/>
          </a:p>
          <a:p>
            <a:r>
              <a:rPr lang="en-AU" dirty="0"/>
              <a:t>Python dictionaries use a highly optimized hash map implementation, making them suitable for most use cases requiring fast key-value storage and retrieval.</a:t>
            </a:r>
          </a:p>
        </p:txBody>
      </p:sp>
    </p:spTree>
    <p:extLst>
      <p:ext uri="{BB962C8B-B14F-4D97-AF65-F5344CB8AC3E}">
        <p14:creationId xmlns:p14="http://schemas.microsoft.com/office/powerpoint/2010/main" val="36847855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dirty="0"/>
              <a:t>A step-by-step procedure for performing calculations or solving problems, often referred to as an algorithm, is a fundamental concept in computer science and programming. Algorithms provide systematic methods for tackling computational tasks by breaking them down into a sequence of simple instructions that a computer can execute. Designing and implementing efficient algorithms is essential to optimize the performance of programs and minimize the use of computational resources, such as memory and processing time.</a:t>
            </a:r>
          </a:p>
          <a:p>
            <a:pPr lvl="0"/>
            <a:endParaRPr lang="en-AU" dirty="0"/>
          </a:p>
          <a:p>
            <a:pPr lvl="0"/>
            <a:r>
              <a:rPr lang="en-AU" dirty="0"/>
              <a:t>The study of algorithms involves </a:t>
            </a:r>
            <a:r>
              <a:rPr lang="en-AU" dirty="0" err="1"/>
              <a:t>analyzing</a:t>
            </a:r>
            <a:r>
              <a:rPr lang="en-AU" dirty="0"/>
              <a:t> and optimizing their efficiency and speed, as well as minimizing resource usage. This process often entails evaluating the time and space complexity of various solutions to identify the most suitable approach for a given problem. Programmers can employ various techniques to enhance performance, including code optimization, algorithmic optimization, and parallelization.</a:t>
            </a:r>
          </a:p>
          <a:p>
            <a:pPr lvl="0"/>
            <a:endParaRPr lang="en-AU" dirty="0"/>
          </a:p>
        </p:txBody>
      </p:sp>
    </p:spTree>
    <p:extLst>
      <p:ext uri="{BB962C8B-B14F-4D97-AF65-F5344CB8AC3E}">
        <p14:creationId xmlns:p14="http://schemas.microsoft.com/office/powerpoint/2010/main" val="1211795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dirty="0"/>
              <a:t>Programming encompasses a variety of fundamental algorithms and categories, addressing a wide range of problems and applications. Key categories include Search Algorithms for finding items in collections, Sorting Algorithms for organizing data, Graph Algorithms for processing graph structures, and Artificial Intelligence (AI) Algorithms for creating intelligent systems. AI algorithms include Machine Learning methods (Supervised, Unsupervised, and Reinforcement Learning) and Deep Learning techniques (Artificial Neural Networks, Convolutional Neural Networks, Recurrent Neural Networks, Autoencoders, Generative Adversarial Networks, and Transformer models) Dynamic Programming, Greedy Algorithms, Divide and Conquer, Backtracking, Probabilistic and Randomized Algorithms, Approximation Algorithms, and Numerical Algorithms.</a:t>
            </a:r>
          </a:p>
          <a:p>
            <a:pPr algn="l"/>
            <a:endParaRPr lang="en-AU" dirty="0"/>
          </a:p>
          <a:p>
            <a:pPr algn="l"/>
            <a:endParaRPr lang="en-AU" dirty="0"/>
          </a:p>
          <a:p>
            <a:pPr algn="l"/>
            <a:r>
              <a:rPr lang="en-AU" dirty="0"/>
              <a:t>Programming involves various fundamental algorithms and categories that address diverse problems and applications. Essential categories include:</a:t>
            </a:r>
          </a:p>
          <a:p>
            <a:pPr algn="l"/>
            <a:endParaRPr lang="en-AU" dirty="0"/>
          </a:p>
          <a:p>
            <a:pPr algn="l"/>
            <a:r>
              <a:rPr lang="en-AU" dirty="0"/>
              <a:t>1. **Search Algorithms**: Used for finding items in collections.</a:t>
            </a:r>
          </a:p>
          <a:p>
            <a:pPr algn="l"/>
            <a:r>
              <a:rPr lang="en-AU" dirty="0"/>
              <a:t>2. **Sorting Algorithms**: Applied for organizing data.</a:t>
            </a:r>
          </a:p>
          <a:p>
            <a:pPr algn="l"/>
            <a:r>
              <a:rPr lang="en-AU" dirty="0"/>
              <a:t>3. **Graph Algorithms**: Designed for processing graph structures.</a:t>
            </a:r>
          </a:p>
          <a:p>
            <a:pPr algn="l"/>
            <a:r>
              <a:rPr lang="en-AU" dirty="0"/>
              <a:t>4. **Artificial Intelligence (AI) Algorithms**: Developed for creating intelligent systems, which include Machine Learning methods such as Supervised, Unsupervised, and Reinforcement Learning, as well as Deep Learning techniques like Artificial Neural Networks, Convolutional Neural Networks, Recurrent Neural Networks, Autoencoders, Generative Adversarial Networks, and Transformer models.</a:t>
            </a:r>
          </a:p>
          <a:p>
            <a:pPr algn="l"/>
            <a:r>
              <a:rPr lang="en-AU" dirty="0"/>
              <a:t>5. **Dynamic Programming**: Solves complex problems by breaking them into simpler, overlapping subproblems.</a:t>
            </a:r>
          </a:p>
          <a:p>
            <a:pPr algn="l"/>
            <a:r>
              <a:rPr lang="en-AU" dirty="0"/>
              <a:t>6. **Greedy Algorithms**: Makes locally optimal choices to find globally optimal solutions.</a:t>
            </a:r>
          </a:p>
          <a:p>
            <a:pPr algn="l"/>
            <a:r>
              <a:rPr lang="en-AU" dirty="0"/>
              <a:t>7. **Divide and Conquer**: Breaks a problem into smaller subproblems, solves them independently, and combines the solutions for the final result.</a:t>
            </a:r>
          </a:p>
          <a:p>
            <a:pPr algn="l"/>
            <a:r>
              <a:rPr lang="en-AU" dirty="0"/>
              <a:t>8. **Backtracking**: Incrementally builds solution candidates and backtracks when a candidate is deemed invalid.</a:t>
            </a:r>
          </a:p>
          <a:p>
            <a:pPr algn="l"/>
            <a:r>
              <a:rPr lang="en-AU" dirty="0"/>
              <a:t>9. **Probabilistic and Randomized Algorithms**: Uses randomization to achieve practical solutions for difficult or impossible deterministic problems.</a:t>
            </a:r>
          </a:p>
          <a:p>
            <a:pPr algn="l"/>
            <a:r>
              <a:rPr lang="en-AU" dirty="0"/>
              <a:t>10. **Approximation Algorithms**: Aims to find solutions close to the optimal solution when finding an exact solution is computationally expensive or intractable.</a:t>
            </a:r>
          </a:p>
          <a:p>
            <a:pPr algn="l"/>
            <a:r>
              <a:rPr lang="en-AU" dirty="0"/>
              <a:t>11. **Numerical Algorithms**: Focuses on solving mathematical problems related to numerical analysis.</a:t>
            </a:r>
          </a:p>
          <a:p>
            <a:pPr algn="l"/>
            <a:endParaRPr lang="en-AU" dirty="0"/>
          </a:p>
          <a:p>
            <a:pPr algn="l"/>
            <a:r>
              <a:rPr lang="en-AU" dirty="0"/>
              <a:t>These algorithms and categories form the foundation of programming, enabling efficient solutions to a wide array of problems across various domains.</a:t>
            </a:r>
          </a:p>
        </p:txBody>
      </p:sp>
    </p:spTree>
    <p:extLst>
      <p:ext uri="{BB962C8B-B14F-4D97-AF65-F5344CB8AC3E}">
        <p14:creationId xmlns:p14="http://schemas.microsoft.com/office/powerpoint/2010/main" val="5629481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dirty="0"/>
              <a:t>Big O notation is a mathematical notation used to describe the performance of an algorithm, specifically its time and space complexity. It expresses the upper bound of an algorithm's growth rate as a function of the input size. In other words, Big O notation gives an approximate measure of how the algorithm's execution time or memory usage increases as the input size grows.</a:t>
            </a:r>
          </a:p>
          <a:p>
            <a:pPr lvl="0"/>
            <a:endParaRPr lang="en-AU" dirty="0"/>
          </a:p>
          <a:p>
            <a:pPr lvl="0"/>
            <a:r>
              <a:rPr lang="en-AU" dirty="0"/>
              <a:t>Big O notation is crucial for comparing different algorithms and determining their efficiency, as it helps to identify how well an algorithm scales with increasing input size. By </a:t>
            </a:r>
            <a:r>
              <a:rPr lang="en-AU" dirty="0" err="1"/>
              <a:t>analyzing</a:t>
            </a:r>
            <a:r>
              <a:rPr lang="en-AU" dirty="0"/>
              <a:t> an algorithm using Big O notation, developers can make informed decisions about which algorithm is best suited for a specific problem or scenario, considering factors such as available resources and required performance.</a:t>
            </a:r>
          </a:p>
          <a:p>
            <a:pPr lvl="0"/>
            <a:endParaRPr lang="en-AU" dirty="0"/>
          </a:p>
          <a:p>
            <a:pPr lvl="0"/>
            <a:r>
              <a:rPr lang="en-AU" dirty="0"/>
              <a:t>The notation uses the letter 'O' followed by a function that represents the growth rate. Commonly used functions include:</a:t>
            </a:r>
          </a:p>
          <a:p>
            <a:pPr lvl="0"/>
            <a:endParaRPr lang="en-AU" dirty="0"/>
          </a:p>
          <a:p>
            <a:pPr lvl="0"/>
            <a:r>
              <a:rPr lang="en-AU" dirty="0"/>
              <a:t>- O(1): Constant time complexity, meaning the algorithm's performance does not depend on the input size.</a:t>
            </a:r>
          </a:p>
          <a:p>
            <a:pPr lvl="0"/>
            <a:r>
              <a:rPr lang="en-AU" dirty="0"/>
              <a:t>- O(log n): Logarithmic time complexity, where the algorithm's performance grows logarithmically with the input size.</a:t>
            </a:r>
          </a:p>
          <a:p>
            <a:pPr lvl="0"/>
            <a:r>
              <a:rPr lang="en-AU" dirty="0"/>
              <a:t>- O(n): Linear time complexity, indicating that the algorithm's performance grows linearly with the input size.</a:t>
            </a:r>
          </a:p>
          <a:p>
            <a:pPr lvl="0"/>
            <a:r>
              <a:rPr lang="en-AU" dirty="0"/>
              <a:t>- O(n log n): Quasilinear time complexity, which is commonly seen in efficient sorting algorithms like Merge Sort and Quick Sort.</a:t>
            </a:r>
          </a:p>
          <a:p>
            <a:pPr lvl="0"/>
            <a:r>
              <a:rPr lang="en-AU" dirty="0"/>
              <a:t>- O(n^2): Quadratic time complexity, typical in algorithms with nested loops, such as Bubble Sort and Insertion Sort.</a:t>
            </a:r>
          </a:p>
          <a:p>
            <a:pPr lvl="0"/>
            <a:r>
              <a:rPr lang="en-AU" dirty="0"/>
              <a:t>- O(</a:t>
            </a:r>
            <a:r>
              <a:rPr lang="en-AU" dirty="0" err="1"/>
              <a:t>n^k</a:t>
            </a:r>
            <a:r>
              <a:rPr lang="en-AU" dirty="0"/>
              <a:t>): Polynomial time complexity, where 'k' is a constant. The algorithm's performance grows </a:t>
            </a:r>
            <a:r>
              <a:rPr lang="en-AU" dirty="0" err="1"/>
              <a:t>polynomially</a:t>
            </a:r>
            <a:r>
              <a:rPr lang="en-AU" dirty="0"/>
              <a:t> with the input size.</a:t>
            </a:r>
          </a:p>
          <a:p>
            <a:pPr lvl="0"/>
            <a:r>
              <a:rPr lang="en-AU" dirty="0"/>
              <a:t>- O(2^n): Exponential time complexity, where the algorithm's performance doubles with each increment in input size. This complexity is often found in recursive algorithms for problems like the Traveling Salesman Problem.</a:t>
            </a:r>
          </a:p>
          <a:p>
            <a:pPr lvl="0"/>
            <a:endParaRPr lang="en-AU" dirty="0"/>
          </a:p>
          <a:p>
            <a:pPr lvl="0"/>
            <a:r>
              <a:rPr lang="en-AU" dirty="0"/>
              <a:t>Understanding Big O notation and its relation to algorithms is essential for </a:t>
            </a:r>
            <a:r>
              <a:rPr lang="en-AU" dirty="0" err="1"/>
              <a:t>analyzing</a:t>
            </a:r>
            <a:r>
              <a:rPr lang="en-AU" dirty="0"/>
              <a:t> and optimizing the performance of software, allowing developers to select the most efficient algorithm for a particular task or problem.</a:t>
            </a:r>
          </a:p>
        </p:txBody>
      </p:sp>
    </p:spTree>
    <p:extLst>
      <p:ext uri="{BB962C8B-B14F-4D97-AF65-F5344CB8AC3E}">
        <p14:creationId xmlns:p14="http://schemas.microsoft.com/office/powerpoint/2010/main" val="1287423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5021253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7826827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18"/>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 name="INSYS5002 - Introduction to Visual C#"/>
          <p:cNvSpPr txBox="1"/>
          <p:nvPr/>
        </p:nvSpPr>
        <p:spPr>
          <a:xfrm>
            <a:off x="481564" y="6143725"/>
            <a:ext cx="2031005" cy="153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S3015</a:t>
            </a:r>
            <a:r>
              <a:rPr sz="1000" dirty="0"/>
              <a:t> </a:t>
            </a:r>
            <a:r>
              <a:rPr lang="en-AU" sz="1000" dirty="0"/>
              <a:t>–</a:t>
            </a:r>
            <a:r>
              <a:rPr sz="1000" dirty="0"/>
              <a:t> </a:t>
            </a:r>
            <a:r>
              <a:rPr lang="en-AU" sz="1000" dirty="0"/>
              <a:t>Python Data Structures</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5000" b="-5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normAutofit/>
          </a:bodyPr>
          <a:lstStyle>
            <a:lvl1pPr defTabSz="704087">
              <a:spcBef>
                <a:spcPts val="700"/>
              </a:spcBef>
              <a:defRPr sz="1200"/>
            </a:lvl1pPr>
          </a:lstStyle>
          <a:p>
            <a:r>
              <a:rPr dirty="0"/>
              <a:t>ISYS</a:t>
            </a:r>
            <a:r>
              <a:rPr lang="en-AU" dirty="0"/>
              <a:t>2001 Introduction to Business Programming</a:t>
            </a:r>
            <a:endParaRPr dirty="0"/>
          </a:p>
        </p:txBody>
      </p:sp>
      <p:sp>
        <p:nvSpPr>
          <p:cNvPr id="201" name="Introduction to Visual C#"/>
          <p:cNvSpPr txBox="1">
            <a:spLocks noGrp="1"/>
          </p:cNvSpPr>
          <p:nvPr>
            <p:ph type="title"/>
          </p:nvPr>
        </p:nvSpPr>
        <p:spPr>
          <a:xfrm>
            <a:off x="12699" y="4427621"/>
            <a:ext cx="6612690" cy="626982"/>
          </a:xfrm>
          <a:prstGeom prst="rect">
            <a:avLst/>
          </a:prstGeom>
        </p:spPr>
        <p:txBody>
          <a:bodyPr>
            <a:normAutofit/>
          </a:bodyPr>
          <a:lstStyle>
            <a:lvl1pPr defTabSz="768094">
              <a:defRPr sz="3600"/>
            </a:lvl1pPr>
          </a:lstStyle>
          <a:p>
            <a:r>
              <a:rPr lang="en-AU" dirty="0"/>
              <a:t>Data Structures &amp; Algorithms</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0506-3D05-604D-B380-5B7E57D6C816}"/>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39072742-A1DA-5042-98D4-241F1BF44781}"/>
              </a:ext>
            </a:extLst>
          </p:cNvPr>
          <p:cNvSpPr>
            <a:spLocks noGrp="1"/>
          </p:cNvSpPr>
          <p:nvPr>
            <p:ph type="body" idx="1"/>
          </p:nvPr>
        </p:nvSpPr>
        <p:spPr/>
        <p:txBody>
          <a:bodyPr>
            <a:normAutofit/>
          </a:bodyPr>
          <a:lstStyle/>
          <a:p>
            <a:r>
              <a:rPr lang="en-AU" dirty="0"/>
              <a:t>What are Data Structures?</a:t>
            </a:r>
          </a:p>
          <a:p>
            <a:r>
              <a:rPr lang="en-AU" dirty="0"/>
              <a:t>Basic Data Structures in Python</a:t>
            </a:r>
          </a:p>
          <a:p>
            <a:r>
              <a:rPr lang="en-AU" dirty="0"/>
              <a:t>What are Algorithms?</a:t>
            </a:r>
          </a:p>
          <a:p>
            <a:r>
              <a:rPr lang="en-AU" dirty="0"/>
              <a:t>Important Algorithms in Python</a:t>
            </a:r>
          </a:p>
          <a:p>
            <a:r>
              <a:rPr lang="en-AU" dirty="0" err="1"/>
              <a:t>Algorithmn</a:t>
            </a:r>
            <a:r>
              <a:rPr lang="en-AU" dirty="0"/>
              <a:t> Examples</a:t>
            </a:r>
          </a:p>
        </p:txBody>
      </p:sp>
    </p:spTree>
    <p:extLst>
      <p:ext uri="{BB962C8B-B14F-4D97-AF65-F5344CB8AC3E}">
        <p14:creationId xmlns:p14="http://schemas.microsoft.com/office/powerpoint/2010/main" val="275390338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8B1C6-DC78-CD22-F6E9-93FC6CAC9E85}"/>
              </a:ext>
            </a:extLst>
          </p:cNvPr>
          <p:cNvSpPr>
            <a:spLocks noGrp="1"/>
          </p:cNvSpPr>
          <p:nvPr>
            <p:ph type="title"/>
          </p:nvPr>
        </p:nvSpPr>
        <p:spPr>
          <a:xfrm>
            <a:off x="619638" y="3025634"/>
            <a:ext cx="7904723" cy="806731"/>
          </a:xfrm>
        </p:spPr>
        <p:txBody>
          <a:bodyPr>
            <a:noAutofit/>
          </a:bodyPr>
          <a:lstStyle/>
          <a:p>
            <a:pPr algn="ctr"/>
            <a:r>
              <a:rPr lang="en-AU" sz="4800" dirty="0"/>
              <a:t>What are data Structures?</a:t>
            </a:r>
          </a:p>
        </p:txBody>
      </p:sp>
    </p:spTree>
    <p:extLst>
      <p:ext uri="{BB962C8B-B14F-4D97-AF65-F5344CB8AC3E}">
        <p14:creationId xmlns:p14="http://schemas.microsoft.com/office/powerpoint/2010/main" val="308424721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88CF-691A-7C29-1393-C0A46C1F6B36}"/>
              </a:ext>
            </a:extLst>
          </p:cNvPr>
          <p:cNvSpPr>
            <a:spLocks noGrp="1"/>
          </p:cNvSpPr>
          <p:nvPr>
            <p:ph type="title"/>
          </p:nvPr>
        </p:nvSpPr>
        <p:spPr/>
        <p:txBody>
          <a:bodyPr/>
          <a:lstStyle/>
          <a:p>
            <a:r>
              <a:rPr lang="en-AU" dirty="0"/>
              <a:t>Python Data Structures</a:t>
            </a:r>
          </a:p>
        </p:txBody>
      </p:sp>
      <p:sp>
        <p:nvSpPr>
          <p:cNvPr id="3" name="Text Placeholder 2">
            <a:extLst>
              <a:ext uri="{FF2B5EF4-FFF2-40B4-BE49-F238E27FC236}">
                <a16:creationId xmlns:a16="http://schemas.microsoft.com/office/drawing/2014/main" id="{E5E201B7-8D8F-6058-4D07-97D51A91C3AC}"/>
              </a:ext>
            </a:extLst>
          </p:cNvPr>
          <p:cNvSpPr>
            <a:spLocks noGrp="1"/>
          </p:cNvSpPr>
          <p:nvPr>
            <p:ph type="body" idx="1"/>
          </p:nvPr>
        </p:nvSpPr>
        <p:spPr>
          <a:xfrm>
            <a:off x="457200" y="1255060"/>
            <a:ext cx="8229600" cy="4751293"/>
          </a:xfrm>
        </p:spPr>
        <p:txBody>
          <a:bodyPr>
            <a:normAutofit fontScale="92500" lnSpcReduction="20000"/>
          </a:bodyPr>
          <a:lstStyle/>
          <a:p>
            <a:r>
              <a:rPr lang="en-AU" dirty="0"/>
              <a:t>Built-in</a:t>
            </a:r>
          </a:p>
          <a:p>
            <a:pPr lvl="1"/>
            <a:r>
              <a:rPr lang="en-AU" dirty="0"/>
              <a:t>Lists</a:t>
            </a:r>
          </a:p>
          <a:p>
            <a:pPr lvl="1"/>
            <a:r>
              <a:rPr lang="en-AU" dirty="0"/>
              <a:t>Tuples and Named Tuples</a:t>
            </a:r>
          </a:p>
          <a:p>
            <a:pPr lvl="1"/>
            <a:r>
              <a:rPr lang="en-AU" dirty="0"/>
              <a:t>Sets</a:t>
            </a:r>
          </a:p>
          <a:p>
            <a:pPr lvl="1"/>
            <a:r>
              <a:rPr lang="en-AU" dirty="0"/>
              <a:t>Dictionaries</a:t>
            </a:r>
          </a:p>
          <a:p>
            <a:r>
              <a:rPr lang="en-AU" dirty="0"/>
              <a:t>User Defined (using built-in)</a:t>
            </a:r>
          </a:p>
          <a:p>
            <a:pPr lvl="1"/>
            <a:r>
              <a:rPr lang="en-AU" dirty="0"/>
              <a:t>Stacks</a:t>
            </a:r>
          </a:p>
          <a:p>
            <a:pPr lvl="1"/>
            <a:r>
              <a:rPr lang="en-AU" dirty="0"/>
              <a:t>Queues</a:t>
            </a:r>
          </a:p>
          <a:p>
            <a:pPr lvl="1"/>
            <a:r>
              <a:rPr lang="en-AU" dirty="0"/>
              <a:t>Linked Lists</a:t>
            </a:r>
          </a:p>
          <a:p>
            <a:pPr lvl="1"/>
            <a:r>
              <a:rPr lang="en-AU" dirty="0"/>
              <a:t>Hash Maps</a:t>
            </a:r>
          </a:p>
          <a:p>
            <a:pPr lvl="1"/>
            <a:r>
              <a:rPr lang="en-AU" dirty="0"/>
              <a:t>Trees</a:t>
            </a:r>
          </a:p>
          <a:p>
            <a:pPr lvl="1"/>
            <a:r>
              <a:rPr lang="en-AU" dirty="0"/>
              <a:t>Graphs</a:t>
            </a:r>
          </a:p>
        </p:txBody>
      </p:sp>
    </p:spTree>
    <p:extLst>
      <p:ext uri="{BB962C8B-B14F-4D97-AF65-F5344CB8AC3E}">
        <p14:creationId xmlns:p14="http://schemas.microsoft.com/office/powerpoint/2010/main" val="93027878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7BAB-6735-7A85-7E1C-7057804FDE75}"/>
              </a:ext>
            </a:extLst>
          </p:cNvPr>
          <p:cNvSpPr>
            <a:spLocks noGrp="1"/>
          </p:cNvSpPr>
          <p:nvPr>
            <p:ph type="title"/>
          </p:nvPr>
        </p:nvSpPr>
        <p:spPr/>
        <p:txBody>
          <a:bodyPr/>
          <a:lstStyle/>
          <a:p>
            <a:r>
              <a:rPr lang="en-AU" dirty="0"/>
              <a:t>Lists</a:t>
            </a:r>
          </a:p>
        </p:txBody>
      </p:sp>
      <p:pic>
        <p:nvPicPr>
          <p:cNvPr id="8" name="Picture 7" descr="Text&#10;&#10;Description automatically generated with medium confidence">
            <a:extLst>
              <a:ext uri="{FF2B5EF4-FFF2-40B4-BE49-F238E27FC236}">
                <a16:creationId xmlns:a16="http://schemas.microsoft.com/office/drawing/2014/main" id="{E1FFBE32-8CC0-EB01-AA4C-BBCED27E3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036" y="1810869"/>
            <a:ext cx="8261311" cy="2850777"/>
          </a:xfrm>
          <a:prstGeom prst="rect">
            <a:avLst/>
          </a:prstGeom>
        </p:spPr>
      </p:pic>
    </p:spTree>
    <p:extLst>
      <p:ext uri="{BB962C8B-B14F-4D97-AF65-F5344CB8AC3E}">
        <p14:creationId xmlns:p14="http://schemas.microsoft.com/office/powerpoint/2010/main" val="221420422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7BAB-6735-7A85-7E1C-7057804FDE75}"/>
              </a:ext>
            </a:extLst>
          </p:cNvPr>
          <p:cNvSpPr>
            <a:spLocks noGrp="1"/>
          </p:cNvSpPr>
          <p:nvPr>
            <p:ph type="title"/>
          </p:nvPr>
        </p:nvSpPr>
        <p:spPr/>
        <p:txBody>
          <a:bodyPr/>
          <a:lstStyle/>
          <a:p>
            <a:r>
              <a:rPr lang="en-AU" dirty="0"/>
              <a:t>Lists</a:t>
            </a:r>
          </a:p>
        </p:txBody>
      </p:sp>
      <p:pic>
        <p:nvPicPr>
          <p:cNvPr id="4" name="Picture 3" descr="Text&#10;&#10;Description automatically generated">
            <a:extLst>
              <a:ext uri="{FF2B5EF4-FFF2-40B4-BE49-F238E27FC236}">
                <a16:creationId xmlns:a16="http://schemas.microsoft.com/office/drawing/2014/main" id="{F0E44145-441C-4C07-FF12-2DCC310203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686" y="1557338"/>
            <a:ext cx="8444458" cy="3695980"/>
          </a:xfrm>
          <a:prstGeom prst="rect">
            <a:avLst/>
          </a:prstGeom>
        </p:spPr>
      </p:pic>
    </p:spTree>
    <p:extLst>
      <p:ext uri="{BB962C8B-B14F-4D97-AF65-F5344CB8AC3E}">
        <p14:creationId xmlns:p14="http://schemas.microsoft.com/office/powerpoint/2010/main" val="377532023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7BAB-6735-7A85-7E1C-7057804FDE75}"/>
              </a:ext>
            </a:extLst>
          </p:cNvPr>
          <p:cNvSpPr>
            <a:spLocks noGrp="1"/>
          </p:cNvSpPr>
          <p:nvPr>
            <p:ph type="title"/>
          </p:nvPr>
        </p:nvSpPr>
        <p:spPr/>
        <p:txBody>
          <a:bodyPr/>
          <a:lstStyle/>
          <a:p>
            <a:r>
              <a:rPr lang="en-AU" dirty="0"/>
              <a:t>Lists</a:t>
            </a:r>
          </a:p>
        </p:txBody>
      </p:sp>
      <p:sp>
        <p:nvSpPr>
          <p:cNvPr id="4" name="Content Placeholder 2">
            <a:extLst>
              <a:ext uri="{FF2B5EF4-FFF2-40B4-BE49-F238E27FC236}">
                <a16:creationId xmlns:a16="http://schemas.microsoft.com/office/drawing/2014/main" id="{30A01B4F-B2EF-62D5-1351-A01CCA0FA9A8}"/>
              </a:ext>
            </a:extLst>
          </p:cNvPr>
          <p:cNvSpPr txBox="1">
            <a:spLocks/>
          </p:cNvSpPr>
          <p:nvPr/>
        </p:nvSpPr>
        <p:spPr>
          <a:xfrm>
            <a:off x="1282104" y="1557338"/>
            <a:ext cx="3019192" cy="3109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a:lstStyle>
          <a:p>
            <a:pPr hangingPunct="1"/>
            <a:r>
              <a:rPr lang="en-US" dirty="0" err="1"/>
              <a:t>my_list.append</a:t>
            </a:r>
            <a:r>
              <a:rPr lang="en-US" dirty="0"/>
              <a:t>(x)</a:t>
            </a:r>
          </a:p>
          <a:p>
            <a:pPr hangingPunct="1"/>
            <a:r>
              <a:rPr lang="en-US" dirty="0" err="1"/>
              <a:t>my_list.extend</a:t>
            </a:r>
            <a:r>
              <a:rPr lang="en-US" dirty="0"/>
              <a:t>(L)</a:t>
            </a:r>
          </a:p>
          <a:p>
            <a:pPr hangingPunct="1"/>
            <a:r>
              <a:rPr lang="en-US" dirty="0" err="1"/>
              <a:t>my_list.insert</a:t>
            </a:r>
            <a:r>
              <a:rPr lang="en-US" dirty="0"/>
              <a:t>(</a:t>
            </a:r>
            <a:r>
              <a:rPr lang="en-US" dirty="0" err="1"/>
              <a:t>i</a:t>
            </a:r>
            <a:r>
              <a:rPr lang="en-US" dirty="0"/>
              <a:t>, x)</a:t>
            </a:r>
          </a:p>
          <a:p>
            <a:pPr hangingPunct="1"/>
            <a:r>
              <a:rPr lang="en-US" dirty="0" err="1"/>
              <a:t>my_list.remove</a:t>
            </a:r>
            <a:r>
              <a:rPr lang="en-US" dirty="0"/>
              <a:t>(x)</a:t>
            </a:r>
          </a:p>
          <a:p>
            <a:pPr hangingPunct="1"/>
            <a:r>
              <a:rPr lang="en-US" dirty="0" err="1"/>
              <a:t>my_list.pop</a:t>
            </a:r>
            <a:r>
              <a:rPr lang="en-US" dirty="0"/>
              <a:t>([</a:t>
            </a:r>
            <a:r>
              <a:rPr lang="en-US" dirty="0" err="1"/>
              <a:t>i</a:t>
            </a:r>
            <a:r>
              <a:rPr lang="en-US" dirty="0"/>
              <a:t>])</a:t>
            </a:r>
          </a:p>
          <a:p>
            <a:pPr hangingPunct="1"/>
            <a:r>
              <a:rPr lang="en-US" dirty="0" err="1"/>
              <a:t>my_list.clear</a:t>
            </a:r>
            <a:r>
              <a:rPr lang="en-US" dirty="0"/>
              <a:t>()</a:t>
            </a:r>
          </a:p>
        </p:txBody>
      </p:sp>
      <p:sp>
        <p:nvSpPr>
          <p:cNvPr id="6" name="Content Placeholder 2">
            <a:extLst>
              <a:ext uri="{FF2B5EF4-FFF2-40B4-BE49-F238E27FC236}">
                <a16:creationId xmlns:a16="http://schemas.microsoft.com/office/drawing/2014/main" id="{3F59953F-4682-D8F0-AC19-C03FDAD9C48F}"/>
              </a:ext>
            </a:extLst>
          </p:cNvPr>
          <p:cNvSpPr txBox="1">
            <a:spLocks/>
          </p:cNvSpPr>
          <p:nvPr/>
        </p:nvSpPr>
        <p:spPr>
          <a:xfrm>
            <a:off x="4301298" y="1557338"/>
            <a:ext cx="3019192" cy="3109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a:lstStyle>
          <a:p>
            <a:pPr hangingPunct="1"/>
            <a:r>
              <a:rPr lang="en-US" dirty="0" err="1"/>
              <a:t>my_list.index</a:t>
            </a:r>
            <a:r>
              <a:rPr lang="en-US" dirty="0"/>
              <a:t>(x)</a:t>
            </a:r>
          </a:p>
          <a:p>
            <a:pPr hangingPunct="1"/>
            <a:r>
              <a:rPr lang="en-US" dirty="0" err="1"/>
              <a:t>my_list.count</a:t>
            </a:r>
            <a:r>
              <a:rPr lang="en-US" dirty="0"/>
              <a:t>(x)</a:t>
            </a:r>
          </a:p>
          <a:p>
            <a:pPr hangingPunct="1"/>
            <a:r>
              <a:rPr lang="en-US" dirty="0" err="1"/>
              <a:t>my_list.sort</a:t>
            </a:r>
            <a:r>
              <a:rPr lang="en-US" dirty="0"/>
              <a:t>()</a:t>
            </a:r>
          </a:p>
          <a:p>
            <a:pPr hangingPunct="1"/>
            <a:r>
              <a:rPr lang="en-US" dirty="0" err="1"/>
              <a:t>my_list.reverse</a:t>
            </a:r>
            <a:r>
              <a:rPr lang="en-US" dirty="0"/>
              <a:t>()</a:t>
            </a:r>
          </a:p>
          <a:p>
            <a:pPr hangingPunct="1"/>
            <a:r>
              <a:rPr lang="en-US" dirty="0" err="1"/>
              <a:t>my_list.copy</a:t>
            </a:r>
            <a:endParaRPr lang="en-US" dirty="0"/>
          </a:p>
          <a:p>
            <a:pPr marL="0" indent="0" hangingPunct="1">
              <a:buNone/>
            </a:pPr>
            <a:endParaRPr lang="en-US" dirty="0"/>
          </a:p>
        </p:txBody>
      </p:sp>
    </p:spTree>
    <p:extLst>
      <p:ext uri="{BB962C8B-B14F-4D97-AF65-F5344CB8AC3E}">
        <p14:creationId xmlns:p14="http://schemas.microsoft.com/office/powerpoint/2010/main" val="15791627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B17B-6731-93E3-B09B-F86FF456877B}"/>
              </a:ext>
            </a:extLst>
          </p:cNvPr>
          <p:cNvSpPr>
            <a:spLocks noGrp="1"/>
          </p:cNvSpPr>
          <p:nvPr>
            <p:ph type="title"/>
          </p:nvPr>
        </p:nvSpPr>
        <p:spPr/>
        <p:txBody>
          <a:bodyPr/>
          <a:lstStyle/>
          <a:p>
            <a:r>
              <a:rPr lang="en-AU" dirty="0"/>
              <a:t>Tuples</a:t>
            </a:r>
          </a:p>
        </p:txBody>
      </p:sp>
      <p:pic>
        <p:nvPicPr>
          <p:cNvPr id="7" name="Picture 6" descr="Graphical user interface, text, application&#10;&#10;Description automatically generated">
            <a:extLst>
              <a:ext uri="{FF2B5EF4-FFF2-40B4-BE49-F238E27FC236}">
                <a16:creationId xmlns:a16="http://schemas.microsoft.com/office/drawing/2014/main" id="{3B748FE2-1500-9066-9EE9-E9C1F363E4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41" y="1557337"/>
            <a:ext cx="8462435" cy="3534615"/>
          </a:xfrm>
          <a:prstGeom prst="rect">
            <a:avLst/>
          </a:prstGeom>
        </p:spPr>
      </p:pic>
    </p:spTree>
    <p:extLst>
      <p:ext uri="{BB962C8B-B14F-4D97-AF65-F5344CB8AC3E}">
        <p14:creationId xmlns:p14="http://schemas.microsoft.com/office/powerpoint/2010/main" val="43584632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B17B-6731-93E3-B09B-F86FF456877B}"/>
              </a:ext>
            </a:extLst>
          </p:cNvPr>
          <p:cNvSpPr>
            <a:spLocks noGrp="1"/>
          </p:cNvSpPr>
          <p:nvPr>
            <p:ph type="title"/>
          </p:nvPr>
        </p:nvSpPr>
        <p:spPr/>
        <p:txBody>
          <a:bodyPr/>
          <a:lstStyle/>
          <a:p>
            <a:r>
              <a:rPr lang="en-AU" dirty="0"/>
              <a:t>Tuples - unpacking</a:t>
            </a:r>
          </a:p>
        </p:txBody>
      </p:sp>
      <p:pic>
        <p:nvPicPr>
          <p:cNvPr id="3" name="Picture 2" descr="Chart&#10;&#10;Description automatically generated">
            <a:extLst>
              <a:ext uri="{FF2B5EF4-FFF2-40B4-BE49-F238E27FC236}">
                <a16:creationId xmlns:a16="http://schemas.microsoft.com/office/drawing/2014/main" id="{4EA1565E-B413-EAE4-301A-518435A2A6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963" y="1308847"/>
            <a:ext cx="7869837" cy="4034118"/>
          </a:xfrm>
          <a:prstGeom prst="rect">
            <a:avLst/>
          </a:prstGeom>
        </p:spPr>
      </p:pic>
    </p:spTree>
    <p:extLst>
      <p:ext uri="{BB962C8B-B14F-4D97-AF65-F5344CB8AC3E}">
        <p14:creationId xmlns:p14="http://schemas.microsoft.com/office/powerpoint/2010/main" val="27047592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B17B-6731-93E3-B09B-F86FF456877B}"/>
              </a:ext>
            </a:extLst>
          </p:cNvPr>
          <p:cNvSpPr>
            <a:spLocks noGrp="1"/>
          </p:cNvSpPr>
          <p:nvPr>
            <p:ph type="title"/>
          </p:nvPr>
        </p:nvSpPr>
        <p:spPr/>
        <p:txBody>
          <a:bodyPr/>
          <a:lstStyle/>
          <a:p>
            <a:r>
              <a:rPr lang="en-AU" dirty="0"/>
              <a:t>Sets</a:t>
            </a:r>
          </a:p>
        </p:txBody>
      </p:sp>
      <p:pic>
        <p:nvPicPr>
          <p:cNvPr id="5" name="Picture 4" descr="Graphical user interface, text, application&#10;&#10;Description automatically generated">
            <a:extLst>
              <a:ext uri="{FF2B5EF4-FFF2-40B4-BE49-F238E27FC236}">
                <a16:creationId xmlns:a16="http://schemas.microsoft.com/office/drawing/2014/main" id="{78BEE540-413E-72E9-1365-71E77C391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3247" y="261195"/>
            <a:ext cx="4518212" cy="6093793"/>
          </a:xfrm>
          <a:prstGeom prst="rect">
            <a:avLst/>
          </a:prstGeom>
        </p:spPr>
      </p:pic>
    </p:spTree>
    <p:extLst>
      <p:ext uri="{BB962C8B-B14F-4D97-AF65-F5344CB8AC3E}">
        <p14:creationId xmlns:p14="http://schemas.microsoft.com/office/powerpoint/2010/main" val="96103940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B17B-6731-93E3-B09B-F86FF456877B}"/>
              </a:ext>
            </a:extLst>
          </p:cNvPr>
          <p:cNvSpPr>
            <a:spLocks noGrp="1"/>
          </p:cNvSpPr>
          <p:nvPr>
            <p:ph type="title"/>
          </p:nvPr>
        </p:nvSpPr>
        <p:spPr/>
        <p:txBody>
          <a:bodyPr/>
          <a:lstStyle/>
          <a:p>
            <a:r>
              <a:rPr lang="en-AU" dirty="0"/>
              <a:t>Dictionaries – </a:t>
            </a:r>
            <a:r>
              <a:rPr lang="en-AU" dirty="0" err="1"/>
              <a:t>key:value</a:t>
            </a:r>
            <a:r>
              <a:rPr lang="en-AU" dirty="0"/>
              <a:t> pairs</a:t>
            </a:r>
          </a:p>
        </p:txBody>
      </p:sp>
      <p:pic>
        <p:nvPicPr>
          <p:cNvPr id="4" name="Picture 3" descr="Text&#10;&#10;Description automatically generated">
            <a:extLst>
              <a:ext uri="{FF2B5EF4-FFF2-40B4-BE49-F238E27FC236}">
                <a16:creationId xmlns:a16="http://schemas.microsoft.com/office/drawing/2014/main" id="{BFAF0ED5-F17D-7310-44A8-42F482DCD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312" y="1275080"/>
            <a:ext cx="7243954" cy="4587838"/>
          </a:xfrm>
          <a:prstGeom prst="rect">
            <a:avLst/>
          </a:prstGeom>
        </p:spPr>
      </p:pic>
    </p:spTree>
    <p:extLst>
      <p:ext uri="{BB962C8B-B14F-4D97-AF65-F5344CB8AC3E}">
        <p14:creationId xmlns:p14="http://schemas.microsoft.com/office/powerpoint/2010/main" val="362806524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62FE-99E4-C386-E144-FF19650BAC38}"/>
              </a:ext>
            </a:extLst>
          </p:cNvPr>
          <p:cNvSpPr>
            <a:spLocks noGrp="1"/>
          </p:cNvSpPr>
          <p:nvPr>
            <p:ph type="title"/>
          </p:nvPr>
        </p:nvSpPr>
        <p:spPr/>
        <p:txBody>
          <a:bodyPr/>
          <a:lstStyle/>
          <a:p>
            <a:r>
              <a:rPr lang="en-AU" dirty="0"/>
              <a:t>Stacks</a:t>
            </a:r>
          </a:p>
        </p:txBody>
      </p:sp>
      <p:pic>
        <p:nvPicPr>
          <p:cNvPr id="6" name="Picture 5">
            <a:extLst>
              <a:ext uri="{FF2B5EF4-FFF2-40B4-BE49-F238E27FC236}">
                <a16:creationId xmlns:a16="http://schemas.microsoft.com/office/drawing/2014/main" id="{DF5AD43E-1359-4CBB-ED92-39495DCE7595}"/>
              </a:ext>
            </a:extLst>
          </p:cNvPr>
          <p:cNvPicPr>
            <a:picLocks noChangeAspect="1"/>
          </p:cNvPicPr>
          <p:nvPr/>
        </p:nvPicPr>
        <p:blipFill rotWithShape="1">
          <a:blip r:embed="rId3"/>
          <a:srcRect b="17014"/>
          <a:stretch/>
        </p:blipFill>
        <p:spPr>
          <a:xfrm>
            <a:off x="1882588" y="1058862"/>
            <a:ext cx="4554070" cy="4257317"/>
          </a:xfrm>
          <a:prstGeom prst="rect">
            <a:avLst/>
          </a:prstGeom>
        </p:spPr>
      </p:pic>
    </p:spTree>
    <p:extLst>
      <p:ext uri="{BB962C8B-B14F-4D97-AF65-F5344CB8AC3E}">
        <p14:creationId xmlns:p14="http://schemas.microsoft.com/office/powerpoint/2010/main" val="309006087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62FE-99E4-C386-E144-FF19650BAC38}"/>
              </a:ext>
            </a:extLst>
          </p:cNvPr>
          <p:cNvSpPr>
            <a:spLocks noGrp="1"/>
          </p:cNvSpPr>
          <p:nvPr>
            <p:ph type="title"/>
          </p:nvPr>
        </p:nvSpPr>
        <p:spPr/>
        <p:txBody>
          <a:bodyPr/>
          <a:lstStyle/>
          <a:p>
            <a:r>
              <a:rPr lang="en-AU" dirty="0"/>
              <a:t>Queues</a:t>
            </a:r>
          </a:p>
        </p:txBody>
      </p:sp>
      <p:pic>
        <p:nvPicPr>
          <p:cNvPr id="3" name="Picture 2">
            <a:extLst>
              <a:ext uri="{FF2B5EF4-FFF2-40B4-BE49-F238E27FC236}">
                <a16:creationId xmlns:a16="http://schemas.microsoft.com/office/drawing/2014/main" id="{AC30F425-CCE0-5E0A-04AB-8D932D078969}"/>
              </a:ext>
            </a:extLst>
          </p:cNvPr>
          <p:cNvPicPr>
            <a:picLocks noChangeAspect="1"/>
          </p:cNvPicPr>
          <p:nvPr/>
        </p:nvPicPr>
        <p:blipFill rotWithShape="1">
          <a:blip r:embed="rId3"/>
          <a:srcRect b="22648"/>
          <a:stretch/>
        </p:blipFill>
        <p:spPr>
          <a:xfrm>
            <a:off x="843055" y="1754563"/>
            <a:ext cx="7832633" cy="2907086"/>
          </a:xfrm>
          <a:prstGeom prst="rect">
            <a:avLst/>
          </a:prstGeom>
        </p:spPr>
      </p:pic>
    </p:spTree>
    <p:extLst>
      <p:ext uri="{BB962C8B-B14F-4D97-AF65-F5344CB8AC3E}">
        <p14:creationId xmlns:p14="http://schemas.microsoft.com/office/powerpoint/2010/main" val="139453873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62FE-99E4-C386-E144-FF19650BAC38}"/>
              </a:ext>
            </a:extLst>
          </p:cNvPr>
          <p:cNvSpPr>
            <a:spLocks noGrp="1"/>
          </p:cNvSpPr>
          <p:nvPr>
            <p:ph type="title"/>
          </p:nvPr>
        </p:nvSpPr>
        <p:spPr/>
        <p:txBody>
          <a:bodyPr/>
          <a:lstStyle/>
          <a:p>
            <a:r>
              <a:rPr lang="en-AU" dirty="0"/>
              <a:t>Linked Lists</a:t>
            </a:r>
          </a:p>
        </p:txBody>
      </p:sp>
      <p:pic>
        <p:nvPicPr>
          <p:cNvPr id="4" name="Picture 3">
            <a:extLst>
              <a:ext uri="{FF2B5EF4-FFF2-40B4-BE49-F238E27FC236}">
                <a16:creationId xmlns:a16="http://schemas.microsoft.com/office/drawing/2014/main" id="{EBBF0E4B-AB17-D862-768E-69BC40D0D699}"/>
              </a:ext>
            </a:extLst>
          </p:cNvPr>
          <p:cNvPicPr>
            <a:picLocks noChangeAspect="1"/>
          </p:cNvPicPr>
          <p:nvPr/>
        </p:nvPicPr>
        <p:blipFill rotWithShape="1">
          <a:blip r:embed="rId3"/>
          <a:srcRect b="23294"/>
          <a:stretch/>
        </p:blipFill>
        <p:spPr>
          <a:xfrm>
            <a:off x="196327" y="2026023"/>
            <a:ext cx="8751345" cy="1864659"/>
          </a:xfrm>
          <a:prstGeom prst="rect">
            <a:avLst/>
          </a:prstGeom>
        </p:spPr>
      </p:pic>
    </p:spTree>
    <p:extLst>
      <p:ext uri="{BB962C8B-B14F-4D97-AF65-F5344CB8AC3E}">
        <p14:creationId xmlns:p14="http://schemas.microsoft.com/office/powerpoint/2010/main" val="263448719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62FE-99E4-C386-E144-FF19650BAC38}"/>
              </a:ext>
            </a:extLst>
          </p:cNvPr>
          <p:cNvSpPr>
            <a:spLocks noGrp="1"/>
          </p:cNvSpPr>
          <p:nvPr>
            <p:ph type="title"/>
          </p:nvPr>
        </p:nvSpPr>
        <p:spPr/>
        <p:txBody>
          <a:bodyPr/>
          <a:lstStyle/>
          <a:p>
            <a:r>
              <a:rPr lang="en-AU" dirty="0"/>
              <a:t>Tree</a:t>
            </a:r>
          </a:p>
        </p:txBody>
      </p:sp>
      <p:pic>
        <p:nvPicPr>
          <p:cNvPr id="3" name="Picture 2">
            <a:extLst>
              <a:ext uri="{FF2B5EF4-FFF2-40B4-BE49-F238E27FC236}">
                <a16:creationId xmlns:a16="http://schemas.microsoft.com/office/drawing/2014/main" id="{ED1636A5-F3B2-3646-7514-55F2995B21F1}"/>
              </a:ext>
            </a:extLst>
          </p:cNvPr>
          <p:cNvPicPr>
            <a:picLocks noChangeAspect="1"/>
          </p:cNvPicPr>
          <p:nvPr/>
        </p:nvPicPr>
        <p:blipFill rotWithShape="1">
          <a:blip r:embed="rId3"/>
          <a:srcRect b="17906"/>
          <a:stretch/>
        </p:blipFill>
        <p:spPr>
          <a:xfrm>
            <a:off x="611748" y="1557338"/>
            <a:ext cx="7469994" cy="3428191"/>
          </a:xfrm>
          <a:prstGeom prst="rect">
            <a:avLst/>
          </a:prstGeom>
        </p:spPr>
      </p:pic>
    </p:spTree>
    <p:extLst>
      <p:ext uri="{BB962C8B-B14F-4D97-AF65-F5344CB8AC3E}">
        <p14:creationId xmlns:p14="http://schemas.microsoft.com/office/powerpoint/2010/main" val="133484355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62FE-99E4-C386-E144-FF19650BAC38}"/>
              </a:ext>
            </a:extLst>
          </p:cNvPr>
          <p:cNvSpPr>
            <a:spLocks noGrp="1"/>
          </p:cNvSpPr>
          <p:nvPr>
            <p:ph type="title"/>
          </p:nvPr>
        </p:nvSpPr>
        <p:spPr/>
        <p:txBody>
          <a:bodyPr/>
          <a:lstStyle/>
          <a:p>
            <a:r>
              <a:rPr lang="en-AU" dirty="0"/>
              <a:t>Graph</a:t>
            </a:r>
          </a:p>
        </p:txBody>
      </p:sp>
      <p:pic>
        <p:nvPicPr>
          <p:cNvPr id="4" name="Picture 3">
            <a:extLst>
              <a:ext uri="{FF2B5EF4-FFF2-40B4-BE49-F238E27FC236}">
                <a16:creationId xmlns:a16="http://schemas.microsoft.com/office/drawing/2014/main" id="{8FD47C98-D946-40D1-ABFD-9CC64B70A764}"/>
              </a:ext>
            </a:extLst>
          </p:cNvPr>
          <p:cNvPicPr>
            <a:picLocks noChangeAspect="1"/>
          </p:cNvPicPr>
          <p:nvPr/>
        </p:nvPicPr>
        <p:blipFill rotWithShape="1">
          <a:blip r:embed="rId3"/>
          <a:srcRect b="19518"/>
          <a:stretch/>
        </p:blipFill>
        <p:spPr>
          <a:xfrm>
            <a:off x="1090705" y="1058862"/>
            <a:ext cx="6601011" cy="4373750"/>
          </a:xfrm>
          <a:prstGeom prst="rect">
            <a:avLst/>
          </a:prstGeom>
        </p:spPr>
      </p:pic>
    </p:spTree>
    <p:extLst>
      <p:ext uri="{BB962C8B-B14F-4D97-AF65-F5344CB8AC3E}">
        <p14:creationId xmlns:p14="http://schemas.microsoft.com/office/powerpoint/2010/main" val="19737642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62FE-99E4-C386-E144-FF19650BAC38}"/>
              </a:ext>
            </a:extLst>
          </p:cNvPr>
          <p:cNvSpPr>
            <a:spLocks noGrp="1"/>
          </p:cNvSpPr>
          <p:nvPr>
            <p:ph type="title"/>
          </p:nvPr>
        </p:nvSpPr>
        <p:spPr/>
        <p:txBody>
          <a:bodyPr/>
          <a:lstStyle/>
          <a:p>
            <a:r>
              <a:rPr lang="en-AU" dirty="0"/>
              <a:t>Hash Maps</a:t>
            </a:r>
          </a:p>
        </p:txBody>
      </p:sp>
      <p:pic>
        <p:nvPicPr>
          <p:cNvPr id="3" name="Picture 2">
            <a:extLst>
              <a:ext uri="{FF2B5EF4-FFF2-40B4-BE49-F238E27FC236}">
                <a16:creationId xmlns:a16="http://schemas.microsoft.com/office/drawing/2014/main" id="{54AE356B-4CCB-69C6-64F3-5FE2161CADEE}"/>
              </a:ext>
            </a:extLst>
          </p:cNvPr>
          <p:cNvPicPr>
            <a:picLocks noChangeAspect="1"/>
          </p:cNvPicPr>
          <p:nvPr/>
        </p:nvPicPr>
        <p:blipFill rotWithShape="1">
          <a:blip r:embed="rId3"/>
          <a:srcRect b="19666"/>
          <a:stretch/>
        </p:blipFill>
        <p:spPr>
          <a:xfrm>
            <a:off x="1192306" y="1058862"/>
            <a:ext cx="6759388" cy="4087856"/>
          </a:xfrm>
          <a:prstGeom prst="rect">
            <a:avLst/>
          </a:prstGeom>
        </p:spPr>
      </p:pic>
    </p:spTree>
    <p:extLst>
      <p:ext uri="{BB962C8B-B14F-4D97-AF65-F5344CB8AC3E}">
        <p14:creationId xmlns:p14="http://schemas.microsoft.com/office/powerpoint/2010/main" val="10078509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8B1C6-DC78-CD22-F6E9-93FC6CAC9E85}"/>
              </a:ext>
            </a:extLst>
          </p:cNvPr>
          <p:cNvSpPr>
            <a:spLocks noGrp="1"/>
          </p:cNvSpPr>
          <p:nvPr>
            <p:ph type="title"/>
          </p:nvPr>
        </p:nvSpPr>
        <p:spPr>
          <a:xfrm>
            <a:off x="619638" y="3025634"/>
            <a:ext cx="7904723" cy="806731"/>
          </a:xfrm>
        </p:spPr>
        <p:txBody>
          <a:bodyPr>
            <a:noAutofit/>
          </a:bodyPr>
          <a:lstStyle/>
          <a:p>
            <a:pPr algn="ctr"/>
            <a:r>
              <a:rPr lang="en-AU" sz="4800" dirty="0"/>
              <a:t>What are </a:t>
            </a:r>
            <a:r>
              <a:rPr lang="en-AU" sz="4800" dirty="0" err="1"/>
              <a:t>Algoritms</a:t>
            </a:r>
            <a:r>
              <a:rPr lang="en-AU" sz="4800" dirty="0"/>
              <a:t>?</a:t>
            </a:r>
          </a:p>
        </p:txBody>
      </p:sp>
    </p:spTree>
    <p:extLst>
      <p:ext uri="{BB962C8B-B14F-4D97-AF65-F5344CB8AC3E}">
        <p14:creationId xmlns:p14="http://schemas.microsoft.com/office/powerpoint/2010/main" val="286994176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Fundamental Algorithms</a:t>
            </a:r>
            <a:endParaRPr dirty="0"/>
          </a:p>
        </p:txBody>
      </p:sp>
      <p:sp>
        <p:nvSpPr>
          <p:cNvPr id="3" name="Content Placeholder 2"/>
          <p:cNvSpPr>
            <a:spLocks noGrp="1"/>
          </p:cNvSpPr>
          <p:nvPr>
            <p:ph idx="1"/>
          </p:nvPr>
        </p:nvSpPr>
        <p:spPr/>
        <p:txBody>
          <a:bodyPr>
            <a:normAutofit lnSpcReduction="10000"/>
          </a:bodyPr>
          <a:lstStyle/>
          <a:p>
            <a:r>
              <a:rPr lang="en-AU" dirty="0"/>
              <a:t>Searching</a:t>
            </a:r>
          </a:p>
          <a:p>
            <a:r>
              <a:rPr lang="en-AU" dirty="0"/>
              <a:t>Sorting</a:t>
            </a:r>
          </a:p>
          <a:p>
            <a:r>
              <a:rPr lang="en-AU" dirty="0"/>
              <a:t>Graph</a:t>
            </a:r>
          </a:p>
          <a:p>
            <a:r>
              <a:rPr lang="en-AU" dirty="0"/>
              <a:t>Artificial Intelligence</a:t>
            </a:r>
          </a:p>
          <a:p>
            <a:r>
              <a:rPr lang="en-AU" dirty="0"/>
              <a:t>Dynamic Programming</a:t>
            </a:r>
          </a:p>
          <a:p>
            <a:r>
              <a:rPr lang="en-AU" dirty="0"/>
              <a:t>Greedy Algorithms</a:t>
            </a:r>
          </a:p>
          <a:p>
            <a:r>
              <a:rPr lang="en-AU" dirty="0"/>
              <a:t>Divide and Conquer</a:t>
            </a:r>
          </a:p>
          <a:p>
            <a:r>
              <a:rPr lang="en-AU" dirty="0"/>
              <a:t>Backtracking</a:t>
            </a:r>
          </a:p>
          <a:p>
            <a:r>
              <a:rPr lang="en-AU" dirty="0"/>
              <a:t>Numerical Algorithms</a:t>
            </a:r>
          </a:p>
          <a:p>
            <a:endParaRPr lang="en-AU" dirty="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How Compare</a:t>
            </a:r>
            <a:endParaRPr dirty="0"/>
          </a:p>
        </p:txBody>
      </p:sp>
      <p:sp>
        <p:nvSpPr>
          <p:cNvPr id="3" name="Content Placeholder 2"/>
          <p:cNvSpPr>
            <a:spLocks noGrp="1"/>
          </p:cNvSpPr>
          <p:nvPr>
            <p:ph idx="1"/>
          </p:nvPr>
        </p:nvSpPr>
        <p:spPr/>
        <p:txBody>
          <a:bodyPr/>
          <a:lstStyle/>
          <a:p>
            <a:pPr lvl="0"/>
            <a:r>
              <a:rPr lang="en-AU" dirty="0"/>
              <a:t>Measure Space (memory, disk space)</a:t>
            </a:r>
          </a:p>
          <a:p>
            <a:pPr lvl="0"/>
            <a:r>
              <a:rPr lang="en-AU" dirty="0"/>
              <a:t>Measure Time (number of operations)</a:t>
            </a:r>
          </a:p>
          <a:p>
            <a:pPr lvl="0"/>
            <a:r>
              <a:rPr lang="en-AU" dirty="0"/>
              <a:t>Use Big-O notation</a:t>
            </a:r>
          </a:p>
          <a:p>
            <a:pPr lvl="0"/>
            <a:r>
              <a:rPr lang="en-AU" dirty="0"/>
              <a:t>  O(1) – constant</a:t>
            </a:r>
          </a:p>
          <a:p>
            <a:pPr marL="0" lvl="0" indent="0">
              <a:buNone/>
            </a:pPr>
            <a:r>
              <a:rPr lang="en-AU" dirty="0"/>
              <a:t>     O(log n) – logarithmic</a:t>
            </a:r>
          </a:p>
          <a:p>
            <a:pPr marL="0" lvl="0" indent="0">
              <a:buNone/>
            </a:pPr>
            <a:r>
              <a:rPr lang="en-AU" dirty="0"/>
              <a:t>     O(n) – linear</a:t>
            </a:r>
          </a:p>
          <a:p>
            <a:pPr marL="0" lvl="0" indent="0">
              <a:buNone/>
            </a:pPr>
            <a:r>
              <a:rPr lang="en-AU" dirty="0"/>
              <a:t>     O(n^2) – Quadratic</a:t>
            </a:r>
          </a:p>
          <a:p>
            <a:pPr marL="0" lvl="0" indent="0">
              <a:buNone/>
            </a:pPr>
            <a:r>
              <a:rPr lang="en-AU" dirty="0"/>
              <a:t>     O(2^n) - Exponential</a:t>
            </a:r>
            <a:endParaRPr dirty="0"/>
          </a:p>
          <a:p>
            <a:pPr marL="0" lvl="0" indent="0">
              <a:buNone/>
            </a:pPr>
            <a:endParaRPr lang="en-AU" dirty="0"/>
          </a:p>
        </p:txBody>
      </p:sp>
    </p:spTree>
    <p:extLst>
      <p:ext uri="{BB962C8B-B14F-4D97-AF65-F5344CB8AC3E}">
        <p14:creationId xmlns:p14="http://schemas.microsoft.com/office/powerpoint/2010/main" val="127681700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Example</a:t>
            </a:r>
            <a:r>
              <a:rPr lang="en-AU" dirty="0"/>
              <a:t> – Linear Search</a:t>
            </a:r>
            <a:endParaRPr dirty="0"/>
          </a:p>
        </p:txBody>
      </p:sp>
      <p:sp>
        <p:nvSpPr>
          <p:cNvPr id="3" name="Content Placeholder 2"/>
          <p:cNvSpPr>
            <a:spLocks noGrp="1"/>
          </p:cNvSpPr>
          <p:nvPr>
            <p:ph idx="1"/>
          </p:nvPr>
        </p:nvSpPr>
        <p:spPr/>
        <p:txBody>
          <a:bodyPr>
            <a:normAutofit/>
          </a:bodyPr>
          <a:lstStyle/>
          <a:p>
            <a:pPr lvl="0"/>
            <a:r>
              <a:rPr dirty="0"/>
              <a:t>Find an element in a list by iterating through the list.</a:t>
            </a:r>
            <a:endParaRPr lang="en-AU" dirty="0"/>
          </a:p>
          <a:p>
            <a:pPr lvl="0"/>
            <a:r>
              <a:rPr dirty="0"/>
              <a:t>Time Complexity: O(n)</a:t>
            </a:r>
            <a:endParaRPr lang="en-AU" dirty="0"/>
          </a:p>
          <a:p>
            <a:pPr lvl="1"/>
            <a:endParaRPr dirty="0"/>
          </a:p>
        </p:txBody>
      </p:sp>
      <p:pic>
        <p:nvPicPr>
          <p:cNvPr id="6" name="Picture 5" descr="A picture containing text, screenshot, font, line&#10;&#10;Description automatically generated">
            <a:extLst>
              <a:ext uri="{FF2B5EF4-FFF2-40B4-BE49-F238E27FC236}">
                <a16:creationId xmlns:a16="http://schemas.microsoft.com/office/drawing/2014/main" id="{2BA1A3C7-E7D2-0C72-54C9-22414D9236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60" y="3001282"/>
            <a:ext cx="8354328" cy="1962604"/>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Example</a:t>
            </a:r>
            <a:r>
              <a:rPr lang="en-AU" dirty="0"/>
              <a:t> – Binary Search</a:t>
            </a:r>
            <a:endParaRPr dirty="0"/>
          </a:p>
        </p:txBody>
      </p:sp>
      <p:sp>
        <p:nvSpPr>
          <p:cNvPr id="3" name="Content Placeholder 2"/>
          <p:cNvSpPr>
            <a:spLocks noGrp="1"/>
          </p:cNvSpPr>
          <p:nvPr>
            <p:ph idx="1"/>
          </p:nvPr>
        </p:nvSpPr>
        <p:spPr/>
        <p:txBody>
          <a:bodyPr>
            <a:normAutofit/>
          </a:bodyPr>
          <a:lstStyle/>
          <a:p>
            <a:r>
              <a:rPr dirty="0"/>
              <a:t>Search a </a:t>
            </a:r>
            <a:r>
              <a:rPr b="1" i="1" dirty="0"/>
              <a:t>sorted</a:t>
            </a:r>
            <a:r>
              <a:rPr dirty="0"/>
              <a:t> list by repeatedly dividing the list in half.</a:t>
            </a:r>
            <a:endParaRPr lang="en-AU" dirty="0"/>
          </a:p>
          <a:p>
            <a:r>
              <a:rPr dirty="0"/>
              <a:t>Time Complexity: O(log n)</a:t>
            </a:r>
            <a:endParaRPr lang="en-AU" dirty="0"/>
          </a:p>
          <a:p>
            <a:pPr lvl="1"/>
            <a:endParaRPr dirty="0"/>
          </a:p>
        </p:txBody>
      </p:sp>
      <p:pic>
        <p:nvPicPr>
          <p:cNvPr id="5" name="Picture 4" descr="A screenshot of a computer code&#10;&#10;Description automatically generated with medium confidence">
            <a:extLst>
              <a:ext uri="{FF2B5EF4-FFF2-40B4-BE49-F238E27FC236}">
                <a16:creationId xmlns:a16="http://schemas.microsoft.com/office/drawing/2014/main" id="{6FC3973F-94F5-0609-F63F-67791CEAD5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489" y="2681514"/>
            <a:ext cx="5761311" cy="3268436"/>
          </a:xfrm>
          <a:prstGeom prst="rect">
            <a:avLst/>
          </a:prstGeom>
        </p:spPr>
      </p:pic>
    </p:spTree>
    <p:extLst>
      <p:ext uri="{BB962C8B-B14F-4D97-AF65-F5344CB8AC3E}">
        <p14:creationId xmlns:p14="http://schemas.microsoft.com/office/powerpoint/2010/main" val="194654104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Example</a:t>
            </a:r>
            <a:r>
              <a:rPr lang="en-AU" dirty="0"/>
              <a:t> - Selection Sort</a:t>
            </a:r>
            <a:endParaRPr dirty="0"/>
          </a:p>
        </p:txBody>
      </p:sp>
      <p:sp>
        <p:nvSpPr>
          <p:cNvPr id="3" name="Content Placeholder 2"/>
          <p:cNvSpPr>
            <a:spLocks noGrp="1"/>
          </p:cNvSpPr>
          <p:nvPr>
            <p:ph idx="1"/>
          </p:nvPr>
        </p:nvSpPr>
        <p:spPr/>
        <p:txBody>
          <a:bodyPr>
            <a:normAutofit/>
          </a:bodyPr>
          <a:lstStyle/>
          <a:p>
            <a:pPr lvl="0"/>
            <a:r>
              <a:rPr lang="en-AU" dirty="0"/>
              <a:t>Sort a list by repeatedly swapping adjacent elements if they are in the wrong order.</a:t>
            </a:r>
          </a:p>
          <a:p>
            <a:pPr lvl="0"/>
            <a:r>
              <a:rPr lang="en-AU" dirty="0"/>
              <a:t>Time Complexity: O(n^2)</a:t>
            </a:r>
          </a:p>
          <a:p>
            <a:pPr lvl="1"/>
            <a:endParaRPr dirty="0"/>
          </a:p>
        </p:txBody>
      </p:sp>
      <p:pic>
        <p:nvPicPr>
          <p:cNvPr id="5" name="Picture 4" descr="A picture containing text, screenshot, font&#10;&#10;Description automatically generated">
            <a:extLst>
              <a:ext uri="{FF2B5EF4-FFF2-40B4-BE49-F238E27FC236}">
                <a16:creationId xmlns:a16="http://schemas.microsoft.com/office/drawing/2014/main" id="{C87762A8-AB4D-3C57-4C93-43ADAC5D0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066" y="3075894"/>
            <a:ext cx="6601999" cy="2874056"/>
          </a:xfrm>
          <a:prstGeom prst="rect">
            <a:avLst/>
          </a:prstGeom>
        </p:spPr>
      </p:pic>
    </p:spTree>
    <p:extLst>
      <p:ext uri="{BB962C8B-B14F-4D97-AF65-F5344CB8AC3E}">
        <p14:creationId xmlns:p14="http://schemas.microsoft.com/office/powerpoint/2010/main" val="187352525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Summary</a:t>
            </a:r>
          </a:p>
        </p:txBody>
      </p:sp>
      <p:sp>
        <p:nvSpPr>
          <p:cNvPr id="3" name="Content Placeholder 2"/>
          <p:cNvSpPr>
            <a:spLocks noGrp="1"/>
          </p:cNvSpPr>
          <p:nvPr>
            <p:ph idx="1"/>
          </p:nvPr>
        </p:nvSpPr>
        <p:spPr/>
        <p:txBody>
          <a:bodyPr/>
          <a:lstStyle/>
          <a:p>
            <a:pPr lvl="0"/>
            <a:r>
              <a:rPr dirty="0"/>
              <a:t>Data structures are essential for organizing and managing data efficiently.</a:t>
            </a:r>
          </a:p>
          <a:p>
            <a:pPr lvl="0"/>
            <a:r>
              <a:rPr dirty="0"/>
              <a:t>Basic data structures in Python: Lists, Tuples, Sets, and Dictionaries.</a:t>
            </a:r>
          </a:p>
          <a:p>
            <a:pPr lvl="0"/>
            <a:r>
              <a:rPr dirty="0"/>
              <a:t>Algorithms are step-by-step procedures</a:t>
            </a:r>
            <a:endParaRPr lang="en-AU" dirty="0"/>
          </a:p>
          <a:p>
            <a:pPr lvl="0"/>
            <a:r>
              <a:rPr lang="en-AU" dirty="0"/>
              <a:t>Study Algorithms improves performance </a:t>
            </a:r>
            <a:endParaRPr dirty="0"/>
          </a:p>
        </p:txBody>
      </p:sp>
    </p:spTree>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2963</TotalTime>
  <Words>5098</Words>
  <Application>Microsoft Macintosh PowerPoint</Application>
  <PresentationFormat>On-screen Show (4:3)</PresentationFormat>
  <Paragraphs>278</Paragraphs>
  <Slides>26</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-apple-system</vt:lpstr>
      <vt:lpstr>Arial</vt:lpstr>
      <vt:lpstr>BookAntiqua</vt:lpstr>
      <vt:lpstr>Calibri</vt:lpstr>
      <vt:lpstr>Georgia</vt:lpstr>
      <vt:lpstr>Helvetica</vt:lpstr>
      <vt:lpstr>inherit</vt:lpstr>
      <vt:lpstr>Söhne</vt:lpstr>
      <vt:lpstr>Wingdings</vt:lpstr>
      <vt:lpstr>curtin2010-PP2003</vt:lpstr>
      <vt:lpstr>Data Structures &amp; Algorithms</vt:lpstr>
      <vt:lpstr>PowerPoint Presentation</vt:lpstr>
      <vt:lpstr>PowerPoint Presentation</vt:lpstr>
      <vt:lpstr>Today</vt:lpstr>
      <vt:lpstr>What are data Structures?</vt:lpstr>
      <vt:lpstr>Python Data Structures</vt:lpstr>
      <vt:lpstr>Lists</vt:lpstr>
      <vt:lpstr>Lists</vt:lpstr>
      <vt:lpstr>Lists</vt:lpstr>
      <vt:lpstr>Tuples</vt:lpstr>
      <vt:lpstr>Tuples - unpacking</vt:lpstr>
      <vt:lpstr>Sets</vt:lpstr>
      <vt:lpstr>Dictionaries – key:value pairs</vt:lpstr>
      <vt:lpstr>Stacks</vt:lpstr>
      <vt:lpstr>Queues</vt:lpstr>
      <vt:lpstr>Linked Lists</vt:lpstr>
      <vt:lpstr>Tree</vt:lpstr>
      <vt:lpstr>Graph</vt:lpstr>
      <vt:lpstr>Hash Maps</vt:lpstr>
      <vt:lpstr>What are Algoritms?</vt:lpstr>
      <vt:lpstr>Fundamental Algorithms</vt:lpstr>
      <vt:lpstr>How Compare</vt:lpstr>
      <vt:lpstr>Example – Linear Search</vt:lpstr>
      <vt:lpstr>Example – Binary Search</vt:lpstr>
      <vt:lpstr>Example - Selection Sort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35</cp:revision>
  <cp:lastPrinted>2023-05-12T22:10:22Z</cp:lastPrinted>
  <dcterms:modified xsi:type="dcterms:W3CDTF">2023-05-12T22:38:57Z</dcterms:modified>
</cp:coreProperties>
</file>