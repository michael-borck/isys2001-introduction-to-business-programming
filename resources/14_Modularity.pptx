
<file path=[Content_Types].xml><?xml version="1.0" encoding="utf-8"?>
<Types xmlns="http://schemas.openxmlformats.org/package/2006/content-types">
  <Default Extension="gif" ContentType="image/gif"/>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8"/>
  </p:notesMasterIdLst>
  <p:sldIdLst>
    <p:sldId id="256" r:id="rId2"/>
    <p:sldId id="257" r:id="rId3"/>
    <p:sldId id="258" r:id="rId4"/>
    <p:sldId id="277" r:id="rId5"/>
    <p:sldId id="267" r:id="rId6"/>
    <p:sldId id="266" r:id="rId7"/>
    <p:sldId id="271" r:id="rId8"/>
    <p:sldId id="272" r:id="rId9"/>
    <p:sldId id="269" r:id="rId10"/>
    <p:sldId id="274" r:id="rId11"/>
    <p:sldId id="275" r:id="rId12"/>
    <p:sldId id="273" r:id="rId13"/>
    <p:sldId id="270" r:id="rId14"/>
    <p:sldId id="276" r:id="rId15"/>
    <p:sldId id="279" r:id="rId16"/>
    <p:sldId id="278" r:id="rId17"/>
  </p:sldIdLst>
  <p:sldSz cx="9144000" cy="6858000" type="screen4x3"/>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333333"/>
        </a:solidFill>
        <a:effectLst/>
        <a:uFillTx/>
        <a:latin typeface="+mn-lt"/>
        <a:ea typeface="+mn-ea"/>
        <a:cs typeface="+mn-cs"/>
        <a:sym typeface="Helvetica"/>
      </a:defRPr>
    </a:lvl1pPr>
    <a:lvl2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333333"/>
        </a:solidFill>
        <a:effectLst/>
        <a:uFillTx/>
        <a:latin typeface="+mn-lt"/>
        <a:ea typeface="+mn-ea"/>
        <a:cs typeface="+mn-cs"/>
        <a:sym typeface="Helvetica"/>
      </a:defRPr>
    </a:lvl2pPr>
    <a:lvl3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333333"/>
        </a:solidFill>
        <a:effectLst/>
        <a:uFillTx/>
        <a:latin typeface="+mn-lt"/>
        <a:ea typeface="+mn-ea"/>
        <a:cs typeface="+mn-cs"/>
        <a:sym typeface="Helvetica"/>
      </a:defRPr>
    </a:lvl3pPr>
    <a:lvl4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333333"/>
        </a:solidFill>
        <a:effectLst/>
        <a:uFillTx/>
        <a:latin typeface="+mn-lt"/>
        <a:ea typeface="+mn-ea"/>
        <a:cs typeface="+mn-cs"/>
        <a:sym typeface="Helvetica"/>
      </a:defRPr>
    </a:lvl4pPr>
    <a:lvl5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333333"/>
        </a:solidFill>
        <a:effectLst/>
        <a:uFillTx/>
        <a:latin typeface="+mn-lt"/>
        <a:ea typeface="+mn-ea"/>
        <a:cs typeface="+mn-cs"/>
        <a:sym typeface="Helvetica"/>
      </a:defRPr>
    </a:lvl5pPr>
    <a:lvl6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333333"/>
        </a:solidFill>
        <a:effectLst/>
        <a:uFillTx/>
        <a:latin typeface="+mn-lt"/>
        <a:ea typeface="+mn-ea"/>
        <a:cs typeface="+mn-cs"/>
        <a:sym typeface="Helvetica"/>
      </a:defRPr>
    </a:lvl6pPr>
    <a:lvl7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333333"/>
        </a:solidFill>
        <a:effectLst/>
        <a:uFillTx/>
        <a:latin typeface="+mn-lt"/>
        <a:ea typeface="+mn-ea"/>
        <a:cs typeface="+mn-cs"/>
        <a:sym typeface="Helvetica"/>
      </a:defRPr>
    </a:lvl7pPr>
    <a:lvl8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333333"/>
        </a:solidFill>
        <a:effectLst/>
        <a:uFillTx/>
        <a:latin typeface="+mn-lt"/>
        <a:ea typeface="+mn-ea"/>
        <a:cs typeface="+mn-cs"/>
        <a:sym typeface="Helvetica"/>
      </a:defRPr>
    </a:lvl8pPr>
    <a:lvl9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333333"/>
        </a:solidFill>
        <a:effectLst/>
        <a:uFillTx/>
        <a:latin typeface="+mn-lt"/>
        <a:ea typeface="+mn-ea"/>
        <a:cs typeface="+mn-cs"/>
        <a:sym typeface="Helvetica"/>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Ref idx="minor">
          <a:srgbClr val="333333"/>
        </a:fontRef>
        <a:srgbClr val="333333"/>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ECDDCA"/>
          </a:solidFill>
        </a:fill>
      </a:tcStyle>
    </a:wholeTbl>
    <a:band2H>
      <a:tcTxStyle/>
      <a:tcStyle>
        <a:tcBdr/>
        <a:fill>
          <a:solidFill>
            <a:srgbClr val="F6EFE6"/>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inor">
          <a:srgbClr val="333333"/>
        </a:fontRef>
        <a:srgbClr val="333333"/>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BDBDB"/>
          </a:solidFill>
        </a:fill>
      </a:tcStyle>
    </a:wholeTbl>
    <a:band2H>
      <a:tcTxStyle/>
      <a:tcStyle>
        <a:tcBdr/>
        <a:fill>
          <a:solidFill>
            <a:srgbClr val="EEEEEE"/>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Ref idx="minor">
          <a:srgbClr val="333333"/>
        </a:fontRef>
        <a:srgbClr val="333333"/>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CCCD9"/>
          </a:solidFill>
        </a:fill>
      </a:tcStyle>
    </a:wholeTbl>
    <a:band2H>
      <a:tcTxStyle/>
      <a:tcStyle>
        <a:tcBdr/>
        <a:fill>
          <a:solidFill>
            <a:srgbClr val="E7E7ED"/>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Ref idx="minor">
          <a:srgbClr val="333333"/>
        </a:fontRef>
        <a:srgbClr val="333333"/>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7E7E7"/>
          </a:solidFill>
        </a:fill>
      </a:tcStyle>
    </a:wholeTbl>
    <a:band2H>
      <a:tcTxStyle/>
      <a:tcStyle>
        <a:tcBdr/>
        <a:fill>
          <a:solidFill>
            <a:srgbClr val="FFFFFF"/>
          </a:solidFill>
        </a:fill>
      </a:tcStyle>
    </a:band2H>
    <a:firstCol>
      <a:tcTxStyle b="on" i="off">
        <a:fontRef idx="min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inor">
          <a:srgbClr val="333333"/>
        </a:fontRef>
        <a:srgbClr val="333333"/>
      </a:tcTxStyle>
      <a:tcStyle>
        <a:tcBdr>
          <a:left>
            <a:ln w="12700" cap="flat">
              <a:noFill/>
              <a:miter lim="400000"/>
            </a:ln>
          </a:left>
          <a:right>
            <a:ln w="12700" cap="flat">
              <a:noFill/>
              <a:miter lim="400000"/>
            </a:ln>
          </a:right>
          <a:top>
            <a:ln w="50800" cap="flat">
              <a:solidFill>
                <a:srgbClr val="333333"/>
              </a:solidFill>
              <a:prstDash val="solid"/>
              <a:round/>
            </a:ln>
          </a:top>
          <a:bottom>
            <a:ln w="25400" cap="flat">
              <a:solidFill>
                <a:srgbClr val="333333"/>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inor">
          <a:srgbClr val="FFFFFF"/>
        </a:fontRef>
        <a:srgbClr val="FFFFFF"/>
      </a:tcTxStyle>
      <a:tcStyle>
        <a:tcBdr>
          <a:left>
            <a:ln w="12700" cap="flat">
              <a:noFill/>
              <a:miter lim="400000"/>
            </a:ln>
          </a:left>
          <a:right>
            <a:ln w="12700" cap="flat">
              <a:noFill/>
              <a:miter lim="400000"/>
            </a:ln>
          </a:right>
          <a:top>
            <a:ln w="25400" cap="flat">
              <a:solidFill>
                <a:srgbClr val="333333"/>
              </a:solidFill>
              <a:prstDash val="solid"/>
              <a:round/>
            </a:ln>
          </a:top>
          <a:bottom>
            <a:ln w="25400" cap="flat">
              <a:solidFill>
                <a:srgbClr val="333333"/>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inor">
          <a:srgbClr val="333333"/>
        </a:fontRef>
        <a:srgbClr val="333333"/>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CCCCC"/>
          </a:solidFill>
        </a:fill>
      </a:tcStyle>
    </a:wholeTbl>
    <a:band2H>
      <a:tcTxStyle/>
      <a:tcStyle>
        <a:tcBdr/>
        <a:fill>
          <a:solidFill>
            <a:srgbClr val="E7E7E7"/>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333333"/>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333333"/>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333333"/>
          </a:solidFill>
        </a:fill>
      </a:tcStyle>
    </a:firstRow>
  </a:tblStyle>
  <a:tblStyle styleId="{2708684C-4D16-4618-839F-0558EEFCDFE6}" styleName="">
    <a:tblBg/>
    <a:wholeTbl>
      <a:tcTxStyle b="off" i="off">
        <a:fontRef idx="minor">
          <a:srgbClr val="333333"/>
        </a:fontRef>
        <a:srgbClr val="333333"/>
      </a:tcTxStyle>
      <a:tcStyle>
        <a:tcBdr>
          <a:left>
            <a:ln w="12700" cap="flat">
              <a:solidFill>
                <a:srgbClr val="333333"/>
              </a:solidFill>
              <a:prstDash val="solid"/>
              <a:round/>
            </a:ln>
          </a:left>
          <a:right>
            <a:ln w="12700" cap="flat">
              <a:solidFill>
                <a:srgbClr val="333333"/>
              </a:solidFill>
              <a:prstDash val="solid"/>
              <a:round/>
            </a:ln>
          </a:right>
          <a:top>
            <a:ln w="12700" cap="flat">
              <a:solidFill>
                <a:srgbClr val="333333"/>
              </a:solidFill>
              <a:prstDash val="solid"/>
              <a:round/>
            </a:ln>
          </a:top>
          <a:bottom>
            <a:ln w="12700" cap="flat">
              <a:solidFill>
                <a:srgbClr val="333333"/>
              </a:solidFill>
              <a:prstDash val="solid"/>
              <a:round/>
            </a:ln>
          </a:bottom>
          <a:insideH>
            <a:ln w="12700" cap="flat">
              <a:solidFill>
                <a:srgbClr val="333333"/>
              </a:solidFill>
              <a:prstDash val="solid"/>
              <a:round/>
            </a:ln>
          </a:insideH>
          <a:insideV>
            <a:ln w="12700" cap="flat">
              <a:solidFill>
                <a:srgbClr val="333333"/>
              </a:solidFill>
              <a:prstDash val="solid"/>
              <a:round/>
            </a:ln>
          </a:insideV>
        </a:tcBdr>
        <a:fill>
          <a:solidFill>
            <a:srgbClr val="333333">
              <a:alpha val="20000"/>
            </a:srgbClr>
          </a:solidFill>
        </a:fill>
      </a:tcStyle>
    </a:wholeTbl>
    <a:band2H>
      <a:tcTxStyle/>
      <a:tcStyle>
        <a:tcBdr/>
        <a:fill>
          <a:solidFill>
            <a:srgbClr val="FFFFFF"/>
          </a:solidFill>
        </a:fill>
      </a:tcStyle>
    </a:band2H>
    <a:firstCol>
      <a:tcTxStyle b="on" i="off">
        <a:fontRef idx="minor">
          <a:srgbClr val="333333"/>
        </a:fontRef>
        <a:srgbClr val="333333"/>
      </a:tcTxStyle>
      <a:tcStyle>
        <a:tcBdr>
          <a:left>
            <a:ln w="12700" cap="flat">
              <a:solidFill>
                <a:srgbClr val="333333"/>
              </a:solidFill>
              <a:prstDash val="solid"/>
              <a:round/>
            </a:ln>
          </a:left>
          <a:right>
            <a:ln w="12700" cap="flat">
              <a:solidFill>
                <a:srgbClr val="333333"/>
              </a:solidFill>
              <a:prstDash val="solid"/>
              <a:round/>
            </a:ln>
          </a:right>
          <a:top>
            <a:ln w="12700" cap="flat">
              <a:solidFill>
                <a:srgbClr val="333333"/>
              </a:solidFill>
              <a:prstDash val="solid"/>
              <a:round/>
            </a:ln>
          </a:top>
          <a:bottom>
            <a:ln w="12700" cap="flat">
              <a:solidFill>
                <a:srgbClr val="333333"/>
              </a:solidFill>
              <a:prstDash val="solid"/>
              <a:round/>
            </a:ln>
          </a:bottom>
          <a:insideH>
            <a:ln w="12700" cap="flat">
              <a:solidFill>
                <a:srgbClr val="333333"/>
              </a:solidFill>
              <a:prstDash val="solid"/>
              <a:round/>
            </a:ln>
          </a:insideH>
          <a:insideV>
            <a:ln w="12700" cap="flat">
              <a:solidFill>
                <a:srgbClr val="333333"/>
              </a:solidFill>
              <a:prstDash val="solid"/>
              <a:round/>
            </a:ln>
          </a:insideV>
        </a:tcBdr>
        <a:fill>
          <a:solidFill>
            <a:srgbClr val="333333">
              <a:alpha val="20000"/>
            </a:srgbClr>
          </a:solidFill>
        </a:fill>
      </a:tcStyle>
    </a:firstCol>
    <a:lastRow>
      <a:tcTxStyle b="on" i="off">
        <a:fontRef idx="minor">
          <a:srgbClr val="333333"/>
        </a:fontRef>
        <a:srgbClr val="333333"/>
      </a:tcTxStyle>
      <a:tcStyle>
        <a:tcBdr>
          <a:left>
            <a:ln w="12700" cap="flat">
              <a:solidFill>
                <a:srgbClr val="333333"/>
              </a:solidFill>
              <a:prstDash val="solid"/>
              <a:round/>
            </a:ln>
          </a:left>
          <a:right>
            <a:ln w="12700" cap="flat">
              <a:solidFill>
                <a:srgbClr val="333333"/>
              </a:solidFill>
              <a:prstDash val="solid"/>
              <a:round/>
            </a:ln>
          </a:right>
          <a:top>
            <a:ln w="50800" cap="flat">
              <a:solidFill>
                <a:srgbClr val="333333"/>
              </a:solidFill>
              <a:prstDash val="solid"/>
              <a:round/>
            </a:ln>
          </a:top>
          <a:bottom>
            <a:ln w="12700" cap="flat">
              <a:solidFill>
                <a:srgbClr val="333333"/>
              </a:solidFill>
              <a:prstDash val="solid"/>
              <a:round/>
            </a:ln>
          </a:bottom>
          <a:insideH>
            <a:ln w="12700" cap="flat">
              <a:solidFill>
                <a:srgbClr val="333333"/>
              </a:solidFill>
              <a:prstDash val="solid"/>
              <a:round/>
            </a:ln>
          </a:insideH>
          <a:insideV>
            <a:ln w="12700" cap="flat">
              <a:solidFill>
                <a:srgbClr val="333333"/>
              </a:solidFill>
              <a:prstDash val="solid"/>
              <a:round/>
            </a:ln>
          </a:insideV>
        </a:tcBdr>
        <a:fill>
          <a:noFill/>
        </a:fill>
      </a:tcStyle>
    </a:lastRow>
    <a:firstRow>
      <a:tcTxStyle b="on" i="off">
        <a:fontRef idx="minor">
          <a:srgbClr val="333333"/>
        </a:fontRef>
        <a:srgbClr val="333333"/>
      </a:tcTxStyle>
      <a:tcStyle>
        <a:tcBdr>
          <a:left>
            <a:ln w="12700" cap="flat">
              <a:solidFill>
                <a:srgbClr val="333333"/>
              </a:solidFill>
              <a:prstDash val="solid"/>
              <a:round/>
            </a:ln>
          </a:left>
          <a:right>
            <a:ln w="12700" cap="flat">
              <a:solidFill>
                <a:srgbClr val="333333"/>
              </a:solidFill>
              <a:prstDash val="solid"/>
              <a:round/>
            </a:ln>
          </a:right>
          <a:top>
            <a:ln w="12700" cap="flat">
              <a:solidFill>
                <a:srgbClr val="333333"/>
              </a:solidFill>
              <a:prstDash val="solid"/>
              <a:round/>
            </a:ln>
          </a:top>
          <a:bottom>
            <a:ln w="25400" cap="flat">
              <a:solidFill>
                <a:srgbClr val="333333"/>
              </a:solidFill>
              <a:prstDash val="solid"/>
              <a:round/>
            </a:ln>
          </a:bottom>
          <a:insideH>
            <a:ln w="12700" cap="flat">
              <a:solidFill>
                <a:srgbClr val="333333"/>
              </a:solidFill>
              <a:prstDash val="solid"/>
              <a:round/>
            </a:ln>
          </a:insideH>
          <a:insideV>
            <a:ln w="12700" cap="flat">
              <a:solidFill>
                <a:srgbClr val="333333"/>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7277"/>
    <p:restoredTop sz="67211"/>
  </p:normalViewPr>
  <p:slideViewPr>
    <p:cSldViewPr snapToGrid="0" snapToObjects="1">
      <p:cViewPr varScale="1">
        <p:scale>
          <a:sx n="84" d="100"/>
          <a:sy n="84" d="100"/>
        </p:scale>
        <p:origin x="2312" y="1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97" name="Shape 197"/>
          <p:cNvSpPr>
            <a:spLocks noGrp="1" noRot="1" noChangeAspect="1"/>
          </p:cNvSpPr>
          <p:nvPr>
            <p:ph type="sldImg"/>
          </p:nvPr>
        </p:nvSpPr>
        <p:spPr>
          <a:xfrm>
            <a:off x="1143000" y="685800"/>
            <a:ext cx="4572000" cy="3429000"/>
          </a:xfrm>
          <a:prstGeom prst="rect">
            <a:avLst/>
          </a:prstGeom>
        </p:spPr>
        <p:txBody>
          <a:bodyPr/>
          <a:lstStyle/>
          <a:p>
            <a:endParaRPr/>
          </a:p>
        </p:txBody>
      </p:sp>
      <p:sp>
        <p:nvSpPr>
          <p:cNvPr id="198" name="Shape 198"/>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latinLnBrk="0">
      <a:spcBef>
        <a:spcPts val="400"/>
      </a:spcBef>
      <a:defRPr sz="1200">
        <a:latin typeface="+mj-lt"/>
        <a:ea typeface="+mj-ea"/>
        <a:cs typeface="+mj-cs"/>
        <a:sym typeface="Arial"/>
      </a:defRPr>
    </a:lvl1pPr>
    <a:lvl2pPr indent="228600" latinLnBrk="0">
      <a:spcBef>
        <a:spcPts val="400"/>
      </a:spcBef>
      <a:defRPr sz="1200">
        <a:latin typeface="+mj-lt"/>
        <a:ea typeface="+mj-ea"/>
        <a:cs typeface="+mj-cs"/>
        <a:sym typeface="Arial"/>
      </a:defRPr>
    </a:lvl2pPr>
    <a:lvl3pPr indent="457200" latinLnBrk="0">
      <a:spcBef>
        <a:spcPts val="400"/>
      </a:spcBef>
      <a:defRPr sz="1200">
        <a:latin typeface="+mj-lt"/>
        <a:ea typeface="+mj-ea"/>
        <a:cs typeface="+mj-cs"/>
        <a:sym typeface="Arial"/>
      </a:defRPr>
    </a:lvl3pPr>
    <a:lvl4pPr indent="685800" latinLnBrk="0">
      <a:spcBef>
        <a:spcPts val="400"/>
      </a:spcBef>
      <a:defRPr sz="1200">
        <a:latin typeface="+mj-lt"/>
        <a:ea typeface="+mj-ea"/>
        <a:cs typeface="+mj-cs"/>
        <a:sym typeface="Arial"/>
      </a:defRPr>
    </a:lvl4pPr>
    <a:lvl5pPr indent="914400" latinLnBrk="0">
      <a:spcBef>
        <a:spcPts val="400"/>
      </a:spcBef>
      <a:defRPr sz="1200">
        <a:latin typeface="+mj-lt"/>
        <a:ea typeface="+mj-ea"/>
        <a:cs typeface="+mj-cs"/>
        <a:sym typeface="Arial"/>
      </a:defRPr>
    </a:lvl5pPr>
    <a:lvl6pPr indent="1143000" latinLnBrk="0">
      <a:spcBef>
        <a:spcPts val="400"/>
      </a:spcBef>
      <a:defRPr sz="1200">
        <a:latin typeface="+mj-lt"/>
        <a:ea typeface="+mj-ea"/>
        <a:cs typeface="+mj-cs"/>
        <a:sym typeface="Arial"/>
      </a:defRPr>
    </a:lvl6pPr>
    <a:lvl7pPr indent="1371600" latinLnBrk="0">
      <a:spcBef>
        <a:spcPts val="400"/>
      </a:spcBef>
      <a:defRPr sz="1200">
        <a:latin typeface="+mj-lt"/>
        <a:ea typeface="+mj-ea"/>
        <a:cs typeface="+mj-cs"/>
        <a:sym typeface="Arial"/>
      </a:defRPr>
    </a:lvl7pPr>
    <a:lvl8pPr indent="1600200" latinLnBrk="0">
      <a:spcBef>
        <a:spcPts val="400"/>
      </a:spcBef>
      <a:defRPr sz="1200">
        <a:latin typeface="+mj-lt"/>
        <a:ea typeface="+mj-ea"/>
        <a:cs typeface="+mj-cs"/>
        <a:sym typeface="Arial"/>
      </a:defRPr>
    </a:lvl8pPr>
    <a:lvl9pPr indent="1828800" latinLnBrk="0">
      <a:spcBef>
        <a:spcPts val="400"/>
      </a:spcBef>
      <a:defRPr sz="1200">
        <a:latin typeface="+mj-lt"/>
        <a:ea typeface="+mj-ea"/>
        <a:cs typeface="+mj-cs"/>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Tree>
    <p:extLst>
      <p:ext uri="{BB962C8B-B14F-4D97-AF65-F5344CB8AC3E}">
        <p14:creationId xmlns:p14="http://schemas.microsoft.com/office/powerpoint/2010/main" val="145889928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Tree>
    <p:extLst>
      <p:ext uri="{BB962C8B-B14F-4D97-AF65-F5344CB8AC3E}">
        <p14:creationId xmlns:p14="http://schemas.microsoft.com/office/powerpoint/2010/main" val="197546202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cSld name="One-line title">
    <p:bg>
      <p:bgPr>
        <a:blipFill rotWithShape="1">
          <a:blip r:embed="rId2"/>
          <a:srcRect/>
          <a:stretch>
            <a:fillRect/>
          </a:stretch>
        </a:blipFill>
        <a:effectLst/>
      </p:bgPr>
    </p:bg>
    <p:spTree>
      <p:nvGrpSpPr>
        <p:cNvPr id="1" name=""/>
        <p:cNvGrpSpPr/>
        <p:nvPr/>
      </p:nvGrpSpPr>
      <p:grpSpPr>
        <a:xfrm>
          <a:off x="0" y="0"/>
          <a:ext cx="0" cy="0"/>
          <a:chOff x="0" y="0"/>
          <a:chExt cx="0" cy="0"/>
        </a:xfrm>
      </p:grpSpPr>
      <p:sp>
        <p:nvSpPr>
          <p:cNvPr id="14" name="Rectangle"/>
          <p:cNvSpPr/>
          <p:nvPr/>
        </p:nvSpPr>
        <p:spPr>
          <a:xfrm>
            <a:off x="0" y="4000503"/>
            <a:ext cx="6624638" cy="346078"/>
          </a:xfrm>
          <a:prstGeom prst="rect">
            <a:avLst/>
          </a:prstGeom>
          <a:solidFill>
            <a:srgbClr val="000000"/>
          </a:solidFill>
          <a:ln w="12700">
            <a:miter lim="400000"/>
          </a:ln>
        </p:spPr>
        <p:txBody>
          <a:bodyPr lIns="45718" tIns="45718" rIns="45718" bIns="45718" anchor="ctr"/>
          <a:lstStyle/>
          <a:p>
            <a:pPr algn="r">
              <a:spcBef>
                <a:spcPts val="1000"/>
              </a:spcBef>
              <a:defRPr sz="1600">
                <a:solidFill>
                  <a:schemeClr val="accent1"/>
                </a:solidFill>
                <a:latin typeface="+mj-lt"/>
                <a:ea typeface="+mj-ea"/>
                <a:cs typeface="+mj-cs"/>
                <a:sym typeface="Arial"/>
              </a:defRPr>
            </a:pPr>
            <a:endParaRPr/>
          </a:p>
        </p:txBody>
      </p:sp>
      <p:sp>
        <p:nvSpPr>
          <p:cNvPr id="15" name="Body Level One…"/>
          <p:cNvSpPr txBox="1">
            <a:spLocks noGrp="1"/>
          </p:cNvSpPr>
          <p:nvPr>
            <p:ph type="body" sz="quarter" idx="1"/>
          </p:nvPr>
        </p:nvSpPr>
        <p:spPr>
          <a:xfrm>
            <a:off x="0" y="4000503"/>
            <a:ext cx="5211763" cy="346078"/>
          </a:xfrm>
          <a:prstGeom prst="rect">
            <a:avLst/>
          </a:prstGeom>
        </p:spPr>
        <p:txBody>
          <a:bodyPr anchor="ctr"/>
          <a:lstStyle>
            <a:lvl1pPr marL="0" indent="0">
              <a:lnSpc>
                <a:spcPct val="100000"/>
              </a:lnSpc>
              <a:spcBef>
                <a:spcPts val="900"/>
              </a:spcBef>
              <a:buClrTx/>
              <a:buSzTx/>
              <a:buNone/>
              <a:defRPr sz="1600" b="1">
                <a:solidFill>
                  <a:srgbClr val="FFFFFF"/>
                </a:solidFill>
              </a:defRPr>
            </a:lvl1pPr>
            <a:lvl2pPr indent="0">
              <a:lnSpc>
                <a:spcPct val="100000"/>
              </a:lnSpc>
              <a:spcBef>
                <a:spcPts val="900"/>
              </a:spcBef>
              <a:buClrTx/>
              <a:buFontTx/>
              <a:defRPr sz="1600" b="1">
                <a:solidFill>
                  <a:srgbClr val="FFFFFF"/>
                </a:solidFill>
              </a:defRPr>
            </a:lvl2pPr>
            <a:lvl3pPr indent="0">
              <a:lnSpc>
                <a:spcPct val="100000"/>
              </a:lnSpc>
              <a:spcBef>
                <a:spcPts val="900"/>
              </a:spcBef>
              <a:buClrTx/>
              <a:buFontTx/>
              <a:defRPr sz="1600" b="1">
                <a:solidFill>
                  <a:srgbClr val="FFFFFF"/>
                </a:solidFill>
              </a:defRPr>
            </a:lvl3pPr>
            <a:lvl4pPr indent="0">
              <a:lnSpc>
                <a:spcPct val="100000"/>
              </a:lnSpc>
              <a:spcBef>
                <a:spcPts val="900"/>
              </a:spcBef>
              <a:buClrTx/>
              <a:buFontTx/>
              <a:defRPr sz="1600" b="1">
                <a:solidFill>
                  <a:srgbClr val="FFFFFF"/>
                </a:solidFill>
              </a:defRPr>
            </a:lvl4pPr>
            <a:lvl5pPr indent="0">
              <a:lnSpc>
                <a:spcPct val="100000"/>
              </a:lnSpc>
              <a:spcBef>
                <a:spcPts val="900"/>
              </a:spcBef>
              <a:buClrTx/>
              <a:buFontTx/>
              <a:defRPr sz="1600" b="1">
                <a:solidFill>
                  <a:srgbClr val="FFFFFF"/>
                </a:solidFill>
              </a:defRPr>
            </a:lvl5pPr>
          </a:lstStyle>
          <a:p>
            <a:r>
              <a:t>Body Level One</a:t>
            </a:r>
          </a:p>
          <a:p>
            <a:pPr lvl="1"/>
            <a:r>
              <a:t>Body Level Two</a:t>
            </a:r>
          </a:p>
          <a:p>
            <a:pPr lvl="2"/>
            <a:r>
              <a:t>Body Level Three</a:t>
            </a:r>
          </a:p>
          <a:p>
            <a:pPr lvl="3"/>
            <a:r>
              <a:t>Body Level Four</a:t>
            </a:r>
          </a:p>
          <a:p>
            <a:pPr lvl="4"/>
            <a:r>
              <a:t>Body Level Five</a:t>
            </a:r>
          </a:p>
        </p:txBody>
      </p:sp>
      <p:sp>
        <p:nvSpPr>
          <p:cNvPr id="16" name="Curtin University is a trademark of Curtin University of Technology…"/>
          <p:cNvSpPr txBox="1"/>
          <p:nvPr/>
        </p:nvSpPr>
        <p:spPr>
          <a:xfrm>
            <a:off x="468311" y="6302375"/>
            <a:ext cx="2230389" cy="14990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p>
            <a:pPr>
              <a:defRPr sz="600">
                <a:solidFill>
                  <a:srgbClr val="969696"/>
                </a:solidFill>
                <a:latin typeface="+mj-lt"/>
                <a:ea typeface="+mj-ea"/>
                <a:cs typeface="+mj-cs"/>
                <a:sym typeface="Arial"/>
              </a:defRPr>
            </a:pPr>
            <a:r>
              <a:t>Curtin University is a trademark of Curtin University of Technology</a:t>
            </a:r>
          </a:p>
          <a:p>
            <a:pPr>
              <a:defRPr sz="600">
                <a:solidFill>
                  <a:srgbClr val="969696"/>
                </a:solidFill>
                <a:latin typeface="+mj-lt"/>
                <a:ea typeface="+mj-ea"/>
                <a:cs typeface="+mj-cs"/>
                <a:sym typeface="Arial"/>
              </a:defRPr>
            </a:pPr>
            <a:r>
              <a:t>CRICOS Provider Code 00301J</a:t>
            </a:r>
          </a:p>
        </p:txBody>
      </p:sp>
      <p:sp>
        <p:nvSpPr>
          <p:cNvPr id="17" name="Title Text"/>
          <p:cNvSpPr txBox="1">
            <a:spLocks noGrp="1"/>
          </p:cNvSpPr>
          <p:nvPr>
            <p:ph type="title"/>
          </p:nvPr>
        </p:nvSpPr>
        <p:spPr>
          <a:xfrm>
            <a:off x="0" y="3214684"/>
            <a:ext cx="5760000" cy="786166"/>
          </a:xfrm>
          <a:prstGeom prst="rect">
            <a:avLst/>
          </a:prstGeom>
          <a:solidFill>
            <a:schemeClr val="accent1"/>
          </a:solidFill>
        </p:spPr>
        <p:txBody>
          <a:bodyPr anchor="b"/>
          <a:lstStyle>
            <a:lvl1pPr>
              <a:defRPr sz="4400">
                <a:solidFill>
                  <a:srgbClr val="FFFFFF"/>
                </a:solidFill>
              </a:defRPr>
            </a:lvl1pPr>
          </a:lstStyle>
          <a:p>
            <a:r>
              <a:t>Title Text</a:t>
            </a:r>
          </a:p>
        </p:txBody>
      </p:sp>
      <p:sp>
        <p:nvSpPr>
          <p:cNvPr id="18" name="Slide Number"/>
          <p:cNvSpPr txBox="1">
            <a:spLocks noGrp="1"/>
          </p:cNvSpPr>
          <p:nvPr>
            <p:ph type="sldNum" sz="quarter" idx="2"/>
          </p:nvPr>
        </p:nvSpPr>
        <p:spPr>
          <a:xfrm>
            <a:off x="6279548" y="6224225"/>
            <a:ext cx="273652" cy="26425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tx">
  <p:cSld name="One-line title, transparent">
    <p:spTree>
      <p:nvGrpSpPr>
        <p:cNvPr id="1" name=""/>
        <p:cNvGrpSpPr/>
        <p:nvPr/>
      </p:nvGrpSpPr>
      <p:grpSpPr>
        <a:xfrm>
          <a:off x="0" y="0"/>
          <a:ext cx="0" cy="0"/>
          <a:chOff x="0" y="0"/>
          <a:chExt cx="0" cy="0"/>
        </a:xfrm>
      </p:grpSpPr>
      <p:pic>
        <p:nvPicPr>
          <p:cNvPr id="25" name="curtinPowerPointBGTitle" descr="curtinPowerPointBGTitle"/>
          <p:cNvPicPr>
            <a:picLocks noChangeAspect="1"/>
          </p:cNvPicPr>
          <p:nvPr/>
        </p:nvPicPr>
        <p:blipFill>
          <a:blip r:embed="rId2"/>
          <a:stretch>
            <a:fillRect/>
          </a:stretch>
        </p:blipFill>
        <p:spPr>
          <a:xfrm>
            <a:off x="0" y="0"/>
            <a:ext cx="9144000" cy="6858000"/>
          </a:xfrm>
          <a:prstGeom prst="rect">
            <a:avLst/>
          </a:prstGeom>
          <a:ln w="12700">
            <a:miter lim="400000"/>
          </a:ln>
        </p:spPr>
      </p:pic>
      <p:sp>
        <p:nvSpPr>
          <p:cNvPr id="26" name="Rectangle"/>
          <p:cNvSpPr/>
          <p:nvPr/>
        </p:nvSpPr>
        <p:spPr>
          <a:xfrm>
            <a:off x="0" y="5063734"/>
            <a:ext cx="6624638" cy="346078"/>
          </a:xfrm>
          <a:prstGeom prst="rect">
            <a:avLst/>
          </a:prstGeom>
          <a:solidFill>
            <a:srgbClr val="000000"/>
          </a:solidFill>
          <a:ln w="12700">
            <a:miter lim="400000"/>
          </a:ln>
        </p:spPr>
        <p:txBody>
          <a:bodyPr lIns="45718" tIns="45718" rIns="45718" bIns="45718" anchor="ctr"/>
          <a:lstStyle/>
          <a:p>
            <a:pPr algn="r">
              <a:spcBef>
                <a:spcPts val="1000"/>
              </a:spcBef>
              <a:defRPr sz="1600">
                <a:solidFill>
                  <a:schemeClr val="accent1"/>
                </a:solidFill>
                <a:latin typeface="+mj-lt"/>
                <a:ea typeface="+mj-ea"/>
                <a:cs typeface="+mj-cs"/>
                <a:sym typeface="Arial"/>
              </a:defRPr>
            </a:pPr>
            <a:endParaRPr/>
          </a:p>
        </p:txBody>
      </p:sp>
      <p:sp>
        <p:nvSpPr>
          <p:cNvPr id="27" name="Body Level One…"/>
          <p:cNvSpPr txBox="1">
            <a:spLocks noGrp="1"/>
          </p:cNvSpPr>
          <p:nvPr>
            <p:ph type="body" sz="quarter" idx="1"/>
          </p:nvPr>
        </p:nvSpPr>
        <p:spPr>
          <a:xfrm>
            <a:off x="92818" y="5054603"/>
            <a:ext cx="5211763" cy="346078"/>
          </a:xfrm>
          <a:prstGeom prst="rect">
            <a:avLst/>
          </a:prstGeom>
        </p:spPr>
        <p:txBody>
          <a:bodyPr anchor="ctr"/>
          <a:lstStyle>
            <a:lvl1pPr marL="0" indent="0">
              <a:lnSpc>
                <a:spcPct val="100000"/>
              </a:lnSpc>
              <a:spcBef>
                <a:spcPts val="900"/>
              </a:spcBef>
              <a:buClrTx/>
              <a:buSzTx/>
              <a:buNone/>
              <a:defRPr sz="1600" b="1">
                <a:solidFill>
                  <a:srgbClr val="FFFFFF"/>
                </a:solidFill>
              </a:defRPr>
            </a:lvl1pPr>
            <a:lvl2pPr indent="0">
              <a:lnSpc>
                <a:spcPct val="100000"/>
              </a:lnSpc>
              <a:spcBef>
                <a:spcPts val="900"/>
              </a:spcBef>
              <a:buClrTx/>
              <a:buFontTx/>
              <a:defRPr sz="1600" b="1">
                <a:solidFill>
                  <a:srgbClr val="FFFFFF"/>
                </a:solidFill>
              </a:defRPr>
            </a:lvl2pPr>
            <a:lvl3pPr indent="0">
              <a:lnSpc>
                <a:spcPct val="100000"/>
              </a:lnSpc>
              <a:spcBef>
                <a:spcPts val="900"/>
              </a:spcBef>
              <a:buClrTx/>
              <a:buFontTx/>
              <a:defRPr sz="1600" b="1">
                <a:solidFill>
                  <a:srgbClr val="FFFFFF"/>
                </a:solidFill>
              </a:defRPr>
            </a:lvl3pPr>
            <a:lvl4pPr indent="0">
              <a:lnSpc>
                <a:spcPct val="100000"/>
              </a:lnSpc>
              <a:spcBef>
                <a:spcPts val="900"/>
              </a:spcBef>
              <a:buClrTx/>
              <a:buFontTx/>
              <a:defRPr sz="1600" b="1">
                <a:solidFill>
                  <a:srgbClr val="FFFFFF"/>
                </a:solidFill>
              </a:defRPr>
            </a:lvl4pPr>
            <a:lvl5pPr indent="0">
              <a:lnSpc>
                <a:spcPct val="100000"/>
              </a:lnSpc>
              <a:spcBef>
                <a:spcPts val="900"/>
              </a:spcBef>
              <a:buClrTx/>
              <a:buFontTx/>
              <a:defRPr sz="1600" b="1">
                <a:solidFill>
                  <a:srgbClr val="FFFFFF"/>
                </a:solidFill>
              </a:defRPr>
            </a:lvl5pPr>
          </a:lstStyle>
          <a:p>
            <a:r>
              <a:rPr dirty="0"/>
              <a:t>Body Level One</a:t>
            </a:r>
          </a:p>
          <a:p>
            <a:pPr lvl="1"/>
            <a:r>
              <a:rPr dirty="0"/>
              <a:t>Body Level Two</a:t>
            </a:r>
          </a:p>
          <a:p>
            <a:pPr lvl="2"/>
            <a:r>
              <a:rPr dirty="0"/>
              <a:t>Body Level Three</a:t>
            </a:r>
          </a:p>
          <a:p>
            <a:pPr lvl="3"/>
            <a:r>
              <a:rPr dirty="0"/>
              <a:t>Body Level Four</a:t>
            </a:r>
          </a:p>
          <a:p>
            <a:pPr lvl="4"/>
            <a:r>
              <a:rPr dirty="0"/>
              <a:t>Body Level Five</a:t>
            </a:r>
          </a:p>
        </p:txBody>
      </p:sp>
      <p:sp>
        <p:nvSpPr>
          <p:cNvPr id="28" name="Curtin University is a trademark of Curtin University of Technology…"/>
          <p:cNvSpPr txBox="1"/>
          <p:nvPr/>
        </p:nvSpPr>
        <p:spPr>
          <a:xfrm>
            <a:off x="468311" y="6302375"/>
            <a:ext cx="2230389" cy="14990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p>
            <a:pPr>
              <a:defRPr sz="600">
                <a:solidFill>
                  <a:srgbClr val="000000"/>
                </a:solidFill>
                <a:latin typeface="+mj-lt"/>
                <a:ea typeface="+mj-ea"/>
                <a:cs typeface="+mj-cs"/>
                <a:sym typeface="Arial"/>
              </a:defRPr>
            </a:pPr>
            <a:r>
              <a:t>Curtin University is a trademark of Curtin University of Technology</a:t>
            </a:r>
          </a:p>
          <a:p>
            <a:pPr>
              <a:defRPr sz="600">
                <a:solidFill>
                  <a:srgbClr val="000000"/>
                </a:solidFill>
                <a:latin typeface="+mj-lt"/>
                <a:ea typeface="+mj-ea"/>
                <a:cs typeface="+mj-cs"/>
                <a:sym typeface="Arial"/>
              </a:defRPr>
            </a:pPr>
            <a:r>
              <a:t>CRICOS Provider Code 00301J</a:t>
            </a:r>
          </a:p>
        </p:txBody>
      </p:sp>
      <p:sp>
        <p:nvSpPr>
          <p:cNvPr id="29" name="Title Text"/>
          <p:cNvSpPr txBox="1">
            <a:spLocks noGrp="1"/>
          </p:cNvSpPr>
          <p:nvPr>
            <p:ph type="title"/>
          </p:nvPr>
        </p:nvSpPr>
        <p:spPr>
          <a:xfrm>
            <a:off x="0" y="4268437"/>
            <a:ext cx="5760000" cy="786166"/>
          </a:xfrm>
          <a:prstGeom prst="rect">
            <a:avLst/>
          </a:prstGeom>
          <a:solidFill>
            <a:schemeClr val="accent1">
              <a:alpha val="80000"/>
            </a:schemeClr>
          </a:solidFill>
        </p:spPr>
        <p:txBody>
          <a:bodyPr anchor="b"/>
          <a:lstStyle>
            <a:lvl1pPr>
              <a:defRPr sz="4400">
                <a:solidFill>
                  <a:srgbClr val="FFFFFF"/>
                </a:solidFill>
              </a:defRPr>
            </a:lvl1pPr>
          </a:lstStyle>
          <a:p>
            <a:r>
              <a:t>Title Text</a:t>
            </a:r>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x">
  <p:cSld name="Two-line title">
    <p:bg>
      <p:bgPr>
        <a:blipFill rotWithShape="1">
          <a:blip r:embed="rId2"/>
          <a:srcRect/>
          <a:stretch>
            <a:fillRect/>
          </a:stretch>
        </a:blipFill>
        <a:effectLst/>
      </p:bgPr>
    </p:bg>
    <p:spTree>
      <p:nvGrpSpPr>
        <p:cNvPr id="1" name=""/>
        <p:cNvGrpSpPr/>
        <p:nvPr/>
      </p:nvGrpSpPr>
      <p:grpSpPr>
        <a:xfrm>
          <a:off x="0" y="0"/>
          <a:ext cx="0" cy="0"/>
          <a:chOff x="0" y="0"/>
          <a:chExt cx="0" cy="0"/>
        </a:xfrm>
      </p:grpSpPr>
      <p:sp>
        <p:nvSpPr>
          <p:cNvPr id="37" name="Rectangle"/>
          <p:cNvSpPr/>
          <p:nvPr/>
        </p:nvSpPr>
        <p:spPr>
          <a:xfrm>
            <a:off x="0" y="4429130"/>
            <a:ext cx="6624638" cy="346078"/>
          </a:xfrm>
          <a:prstGeom prst="rect">
            <a:avLst/>
          </a:prstGeom>
          <a:solidFill>
            <a:srgbClr val="000000"/>
          </a:solidFill>
          <a:ln w="12700">
            <a:miter lim="400000"/>
          </a:ln>
        </p:spPr>
        <p:txBody>
          <a:bodyPr lIns="45718" tIns="45718" rIns="45718" bIns="45718" anchor="ctr"/>
          <a:lstStyle/>
          <a:p>
            <a:pPr algn="r">
              <a:spcBef>
                <a:spcPts val="1000"/>
              </a:spcBef>
              <a:defRPr sz="1600">
                <a:solidFill>
                  <a:schemeClr val="accent1"/>
                </a:solidFill>
                <a:latin typeface="+mj-lt"/>
                <a:ea typeface="+mj-ea"/>
                <a:cs typeface="+mj-cs"/>
                <a:sym typeface="Arial"/>
              </a:defRPr>
            </a:pPr>
            <a:endParaRPr/>
          </a:p>
        </p:txBody>
      </p:sp>
      <p:sp>
        <p:nvSpPr>
          <p:cNvPr id="38" name="Body Level One…"/>
          <p:cNvSpPr txBox="1">
            <a:spLocks noGrp="1"/>
          </p:cNvSpPr>
          <p:nvPr>
            <p:ph type="body" sz="quarter" idx="1"/>
          </p:nvPr>
        </p:nvSpPr>
        <p:spPr>
          <a:xfrm>
            <a:off x="0" y="4429130"/>
            <a:ext cx="5211763" cy="346078"/>
          </a:xfrm>
          <a:prstGeom prst="rect">
            <a:avLst/>
          </a:prstGeom>
        </p:spPr>
        <p:txBody>
          <a:bodyPr anchor="ctr"/>
          <a:lstStyle>
            <a:lvl1pPr marL="0" indent="0">
              <a:lnSpc>
                <a:spcPct val="100000"/>
              </a:lnSpc>
              <a:spcBef>
                <a:spcPts val="900"/>
              </a:spcBef>
              <a:buClrTx/>
              <a:buSzTx/>
              <a:buNone/>
              <a:defRPr sz="1600" b="1">
                <a:solidFill>
                  <a:srgbClr val="FFFFFF"/>
                </a:solidFill>
              </a:defRPr>
            </a:lvl1pPr>
            <a:lvl2pPr indent="0">
              <a:lnSpc>
                <a:spcPct val="100000"/>
              </a:lnSpc>
              <a:spcBef>
                <a:spcPts val="900"/>
              </a:spcBef>
              <a:buClrTx/>
              <a:buFontTx/>
              <a:defRPr sz="1600" b="1">
                <a:solidFill>
                  <a:srgbClr val="FFFFFF"/>
                </a:solidFill>
              </a:defRPr>
            </a:lvl2pPr>
            <a:lvl3pPr indent="0">
              <a:lnSpc>
                <a:spcPct val="100000"/>
              </a:lnSpc>
              <a:spcBef>
                <a:spcPts val="900"/>
              </a:spcBef>
              <a:buClrTx/>
              <a:buFontTx/>
              <a:defRPr sz="1600" b="1">
                <a:solidFill>
                  <a:srgbClr val="FFFFFF"/>
                </a:solidFill>
              </a:defRPr>
            </a:lvl3pPr>
            <a:lvl4pPr indent="0">
              <a:lnSpc>
                <a:spcPct val="100000"/>
              </a:lnSpc>
              <a:spcBef>
                <a:spcPts val="900"/>
              </a:spcBef>
              <a:buClrTx/>
              <a:buFontTx/>
              <a:defRPr sz="1600" b="1">
                <a:solidFill>
                  <a:srgbClr val="FFFFFF"/>
                </a:solidFill>
              </a:defRPr>
            </a:lvl4pPr>
            <a:lvl5pPr indent="0">
              <a:lnSpc>
                <a:spcPct val="100000"/>
              </a:lnSpc>
              <a:spcBef>
                <a:spcPts val="900"/>
              </a:spcBef>
              <a:buClrTx/>
              <a:buFontTx/>
              <a:defRPr sz="1600" b="1">
                <a:solidFill>
                  <a:srgbClr val="FFFFFF"/>
                </a:solidFill>
              </a:defRPr>
            </a:lvl5pPr>
          </a:lstStyle>
          <a:p>
            <a:r>
              <a:t>Body Level One</a:t>
            </a:r>
          </a:p>
          <a:p>
            <a:pPr lvl="1"/>
            <a:r>
              <a:t>Body Level Two</a:t>
            </a:r>
          </a:p>
          <a:p>
            <a:pPr lvl="2"/>
            <a:r>
              <a:t>Body Level Three</a:t>
            </a:r>
          </a:p>
          <a:p>
            <a:pPr lvl="3"/>
            <a:r>
              <a:t>Body Level Four</a:t>
            </a:r>
          </a:p>
          <a:p>
            <a:pPr lvl="4"/>
            <a:r>
              <a:t>Body Level Five</a:t>
            </a:r>
          </a:p>
        </p:txBody>
      </p:sp>
      <p:sp>
        <p:nvSpPr>
          <p:cNvPr id="39" name="Curtin University is a trademark of Curtin University of Technology…"/>
          <p:cNvSpPr txBox="1"/>
          <p:nvPr/>
        </p:nvSpPr>
        <p:spPr>
          <a:xfrm>
            <a:off x="468311" y="6302375"/>
            <a:ext cx="2230389" cy="14990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p>
            <a:pPr>
              <a:defRPr sz="600">
                <a:solidFill>
                  <a:srgbClr val="969696"/>
                </a:solidFill>
                <a:latin typeface="+mj-lt"/>
                <a:ea typeface="+mj-ea"/>
                <a:cs typeface="+mj-cs"/>
                <a:sym typeface="Arial"/>
              </a:defRPr>
            </a:pPr>
            <a:r>
              <a:t>Curtin University is a trademark of Curtin University of Technology</a:t>
            </a:r>
          </a:p>
          <a:p>
            <a:pPr>
              <a:defRPr sz="600">
                <a:solidFill>
                  <a:srgbClr val="969696"/>
                </a:solidFill>
                <a:latin typeface="+mj-lt"/>
                <a:ea typeface="+mj-ea"/>
                <a:cs typeface="+mj-cs"/>
                <a:sym typeface="Arial"/>
              </a:defRPr>
            </a:pPr>
            <a:r>
              <a:t>CRICOS Provider Code 00301J</a:t>
            </a:r>
          </a:p>
        </p:txBody>
      </p:sp>
      <p:sp>
        <p:nvSpPr>
          <p:cNvPr id="40" name="Title Text"/>
          <p:cNvSpPr txBox="1">
            <a:spLocks noGrp="1"/>
          </p:cNvSpPr>
          <p:nvPr>
            <p:ph type="title"/>
          </p:nvPr>
        </p:nvSpPr>
        <p:spPr>
          <a:xfrm>
            <a:off x="0" y="2857493"/>
            <a:ext cx="5760000" cy="786166"/>
          </a:xfrm>
          <a:prstGeom prst="rect">
            <a:avLst/>
          </a:prstGeom>
          <a:solidFill>
            <a:schemeClr val="accent1"/>
          </a:solidFill>
        </p:spPr>
        <p:txBody>
          <a:bodyPr anchor="b"/>
          <a:lstStyle>
            <a:lvl1pPr>
              <a:defRPr sz="4400">
                <a:solidFill>
                  <a:srgbClr val="FFFFFF"/>
                </a:solidFill>
              </a:defRPr>
            </a:lvl1pPr>
          </a:lstStyle>
          <a:p>
            <a:r>
              <a:t>Title Text</a:t>
            </a:r>
          </a:p>
        </p:txBody>
      </p:sp>
      <p:sp>
        <p:nvSpPr>
          <p:cNvPr id="41" name="CHANGE IN MASTER"/>
          <p:cNvSpPr/>
          <p:nvPr/>
        </p:nvSpPr>
        <p:spPr>
          <a:xfrm>
            <a:off x="-3" y="3812756"/>
            <a:ext cx="5601247" cy="616720"/>
          </a:xfrm>
          <a:prstGeom prst="rect">
            <a:avLst/>
          </a:prstGeom>
          <a:solidFill>
            <a:schemeClr val="accent1"/>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nchor="b">
            <a:spAutoFit/>
          </a:bodyPr>
          <a:lstStyle>
            <a:lvl1pPr>
              <a:defRPr sz="4400">
                <a:solidFill>
                  <a:srgbClr val="FFFFFF"/>
                </a:solidFill>
                <a:latin typeface="+mj-lt"/>
                <a:ea typeface="+mj-ea"/>
                <a:cs typeface="+mj-cs"/>
                <a:sym typeface="Arial"/>
              </a:defRPr>
            </a:lvl1pPr>
          </a:lstStyle>
          <a:p>
            <a:r>
              <a:t>CHANGE IN MASTER</a:t>
            </a:r>
          </a:p>
        </p:txBody>
      </p:sp>
      <p:sp>
        <p:nvSpPr>
          <p:cNvPr id="42" name="Slide Number"/>
          <p:cNvSpPr txBox="1">
            <a:spLocks noGrp="1"/>
          </p:cNvSpPr>
          <p:nvPr>
            <p:ph type="sldNum" sz="quarter" idx="2"/>
          </p:nvPr>
        </p:nvSpPr>
        <p:spPr>
          <a:xfrm>
            <a:off x="6279548" y="6224225"/>
            <a:ext cx="273652" cy="26425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x">
  <p:cSld name="Two-line title, transparent">
    <p:spTree>
      <p:nvGrpSpPr>
        <p:cNvPr id="1" name=""/>
        <p:cNvGrpSpPr/>
        <p:nvPr/>
      </p:nvGrpSpPr>
      <p:grpSpPr>
        <a:xfrm>
          <a:off x="0" y="0"/>
          <a:ext cx="0" cy="0"/>
          <a:chOff x="0" y="0"/>
          <a:chExt cx="0" cy="0"/>
        </a:xfrm>
      </p:grpSpPr>
      <p:pic>
        <p:nvPicPr>
          <p:cNvPr id="49" name="curtinPowerPointBGTitle" descr="curtinPowerPointBGTitle"/>
          <p:cNvPicPr>
            <a:picLocks noChangeAspect="1"/>
          </p:cNvPicPr>
          <p:nvPr/>
        </p:nvPicPr>
        <p:blipFill>
          <a:blip r:embed="rId2"/>
          <a:stretch>
            <a:fillRect/>
          </a:stretch>
        </p:blipFill>
        <p:spPr>
          <a:xfrm>
            <a:off x="0" y="0"/>
            <a:ext cx="9144000" cy="6858000"/>
          </a:xfrm>
          <a:prstGeom prst="rect">
            <a:avLst/>
          </a:prstGeom>
          <a:ln w="12700">
            <a:miter lim="400000"/>
          </a:ln>
        </p:spPr>
      </p:pic>
      <p:sp>
        <p:nvSpPr>
          <p:cNvPr id="50" name="Curtin University is a trademark of Curtin University of Technology…"/>
          <p:cNvSpPr txBox="1"/>
          <p:nvPr/>
        </p:nvSpPr>
        <p:spPr>
          <a:xfrm>
            <a:off x="468311" y="6302375"/>
            <a:ext cx="2230389" cy="14990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p>
            <a:pPr>
              <a:defRPr sz="600">
                <a:solidFill>
                  <a:srgbClr val="969696"/>
                </a:solidFill>
                <a:latin typeface="+mj-lt"/>
                <a:ea typeface="+mj-ea"/>
                <a:cs typeface="+mj-cs"/>
                <a:sym typeface="Arial"/>
              </a:defRPr>
            </a:pPr>
            <a:r>
              <a:t>Curtin University is a trademark of Curtin University of Technology</a:t>
            </a:r>
          </a:p>
          <a:p>
            <a:pPr>
              <a:defRPr sz="600">
                <a:solidFill>
                  <a:srgbClr val="969696"/>
                </a:solidFill>
                <a:latin typeface="+mj-lt"/>
                <a:ea typeface="+mj-ea"/>
                <a:cs typeface="+mj-cs"/>
                <a:sym typeface="Arial"/>
              </a:defRPr>
            </a:pPr>
            <a:r>
              <a:t>CRICOS Provider Code 00301J</a:t>
            </a:r>
          </a:p>
        </p:txBody>
      </p:sp>
      <p:sp>
        <p:nvSpPr>
          <p:cNvPr id="51" name="Rectangle"/>
          <p:cNvSpPr/>
          <p:nvPr/>
        </p:nvSpPr>
        <p:spPr>
          <a:xfrm>
            <a:off x="0" y="4429130"/>
            <a:ext cx="6624638" cy="346078"/>
          </a:xfrm>
          <a:prstGeom prst="rect">
            <a:avLst/>
          </a:prstGeom>
          <a:solidFill>
            <a:srgbClr val="000000"/>
          </a:solidFill>
          <a:ln w="12700">
            <a:miter lim="400000"/>
          </a:ln>
        </p:spPr>
        <p:txBody>
          <a:bodyPr lIns="45718" tIns="45718" rIns="45718" bIns="45718" anchor="ctr"/>
          <a:lstStyle/>
          <a:p>
            <a:pPr algn="r">
              <a:spcBef>
                <a:spcPts val="1000"/>
              </a:spcBef>
              <a:defRPr sz="1600">
                <a:solidFill>
                  <a:schemeClr val="accent1"/>
                </a:solidFill>
                <a:latin typeface="+mj-lt"/>
                <a:ea typeface="+mj-ea"/>
                <a:cs typeface="+mj-cs"/>
                <a:sym typeface="Arial"/>
              </a:defRPr>
            </a:pPr>
            <a:endParaRPr/>
          </a:p>
        </p:txBody>
      </p:sp>
      <p:sp>
        <p:nvSpPr>
          <p:cNvPr id="52" name="Body Level One…"/>
          <p:cNvSpPr txBox="1">
            <a:spLocks noGrp="1"/>
          </p:cNvSpPr>
          <p:nvPr>
            <p:ph type="body" sz="quarter" idx="1"/>
          </p:nvPr>
        </p:nvSpPr>
        <p:spPr>
          <a:xfrm>
            <a:off x="0" y="4429130"/>
            <a:ext cx="5211763" cy="346078"/>
          </a:xfrm>
          <a:prstGeom prst="rect">
            <a:avLst/>
          </a:prstGeom>
        </p:spPr>
        <p:txBody>
          <a:bodyPr anchor="ctr"/>
          <a:lstStyle>
            <a:lvl1pPr marL="0" indent="0">
              <a:lnSpc>
                <a:spcPct val="100000"/>
              </a:lnSpc>
              <a:spcBef>
                <a:spcPts val="900"/>
              </a:spcBef>
              <a:buClrTx/>
              <a:buSzTx/>
              <a:buNone/>
              <a:defRPr sz="1600" b="1">
                <a:solidFill>
                  <a:srgbClr val="FFFFFF"/>
                </a:solidFill>
              </a:defRPr>
            </a:lvl1pPr>
            <a:lvl2pPr indent="0">
              <a:lnSpc>
                <a:spcPct val="100000"/>
              </a:lnSpc>
              <a:spcBef>
                <a:spcPts val="900"/>
              </a:spcBef>
              <a:buClrTx/>
              <a:buFontTx/>
              <a:defRPr sz="1600" b="1">
                <a:solidFill>
                  <a:srgbClr val="FFFFFF"/>
                </a:solidFill>
              </a:defRPr>
            </a:lvl2pPr>
            <a:lvl3pPr indent="0">
              <a:lnSpc>
                <a:spcPct val="100000"/>
              </a:lnSpc>
              <a:spcBef>
                <a:spcPts val="900"/>
              </a:spcBef>
              <a:buClrTx/>
              <a:buFontTx/>
              <a:defRPr sz="1600" b="1">
                <a:solidFill>
                  <a:srgbClr val="FFFFFF"/>
                </a:solidFill>
              </a:defRPr>
            </a:lvl3pPr>
            <a:lvl4pPr indent="0">
              <a:lnSpc>
                <a:spcPct val="100000"/>
              </a:lnSpc>
              <a:spcBef>
                <a:spcPts val="900"/>
              </a:spcBef>
              <a:buClrTx/>
              <a:buFontTx/>
              <a:defRPr sz="1600" b="1">
                <a:solidFill>
                  <a:srgbClr val="FFFFFF"/>
                </a:solidFill>
              </a:defRPr>
            </a:lvl4pPr>
            <a:lvl5pPr indent="0">
              <a:lnSpc>
                <a:spcPct val="100000"/>
              </a:lnSpc>
              <a:spcBef>
                <a:spcPts val="900"/>
              </a:spcBef>
              <a:buClrTx/>
              <a:buFontTx/>
              <a:defRPr sz="1600" b="1">
                <a:solidFill>
                  <a:srgbClr val="FFFFFF"/>
                </a:solidFill>
              </a:defRPr>
            </a:lvl5pPr>
          </a:lstStyle>
          <a:p>
            <a:r>
              <a:t>Body Level One</a:t>
            </a:r>
          </a:p>
          <a:p>
            <a:pPr lvl="1"/>
            <a:r>
              <a:t>Body Level Two</a:t>
            </a:r>
          </a:p>
          <a:p>
            <a:pPr lvl="2"/>
            <a:r>
              <a:t>Body Level Three</a:t>
            </a:r>
          </a:p>
          <a:p>
            <a:pPr lvl="3"/>
            <a:r>
              <a:t>Body Level Four</a:t>
            </a:r>
          </a:p>
          <a:p>
            <a:pPr lvl="4"/>
            <a:r>
              <a:t>Body Level Five</a:t>
            </a:r>
          </a:p>
        </p:txBody>
      </p:sp>
      <p:sp>
        <p:nvSpPr>
          <p:cNvPr id="53" name="Title Text"/>
          <p:cNvSpPr txBox="1">
            <a:spLocks noGrp="1"/>
          </p:cNvSpPr>
          <p:nvPr>
            <p:ph type="title"/>
          </p:nvPr>
        </p:nvSpPr>
        <p:spPr>
          <a:xfrm>
            <a:off x="0" y="2857493"/>
            <a:ext cx="5760000" cy="786166"/>
          </a:xfrm>
          <a:prstGeom prst="rect">
            <a:avLst/>
          </a:prstGeom>
          <a:solidFill>
            <a:schemeClr val="accent1">
              <a:alpha val="80000"/>
            </a:schemeClr>
          </a:solidFill>
        </p:spPr>
        <p:txBody>
          <a:bodyPr anchor="b"/>
          <a:lstStyle>
            <a:lvl1pPr>
              <a:defRPr sz="4400">
                <a:solidFill>
                  <a:srgbClr val="FFFFFF"/>
                </a:solidFill>
              </a:defRPr>
            </a:lvl1pPr>
          </a:lstStyle>
          <a:p>
            <a:r>
              <a:t>Title Text</a:t>
            </a:r>
          </a:p>
        </p:txBody>
      </p:sp>
      <p:sp>
        <p:nvSpPr>
          <p:cNvPr id="54" name="CHANGE IN MASTER"/>
          <p:cNvSpPr/>
          <p:nvPr/>
        </p:nvSpPr>
        <p:spPr>
          <a:xfrm>
            <a:off x="-3" y="3812756"/>
            <a:ext cx="5601247" cy="616720"/>
          </a:xfrm>
          <a:prstGeom prst="rect">
            <a:avLst/>
          </a:prstGeom>
          <a:solidFill>
            <a:schemeClr val="accent1">
              <a:alpha val="80000"/>
            </a:schemeClr>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nchor="b">
            <a:spAutoFit/>
          </a:bodyPr>
          <a:lstStyle>
            <a:lvl1pPr>
              <a:defRPr sz="4400">
                <a:solidFill>
                  <a:srgbClr val="FFFFFF"/>
                </a:solidFill>
                <a:latin typeface="+mj-lt"/>
                <a:ea typeface="+mj-ea"/>
                <a:cs typeface="+mj-cs"/>
                <a:sym typeface="Arial"/>
              </a:defRPr>
            </a:lvl1pPr>
          </a:lstStyle>
          <a:p>
            <a:r>
              <a:t>CHANGE IN MASTER</a:t>
            </a:r>
          </a:p>
        </p:txBody>
      </p:sp>
      <p:sp>
        <p:nvSpPr>
          <p:cNvPr id="55" name="Slide Number"/>
          <p:cNvSpPr txBox="1">
            <a:spLocks noGrp="1"/>
          </p:cNvSpPr>
          <p:nvPr>
            <p:ph type="sldNum" sz="quarter" idx="2"/>
          </p:nvPr>
        </p:nvSpPr>
        <p:spPr>
          <a:xfrm>
            <a:off x="6279548" y="6224225"/>
            <a:ext cx="273652" cy="26425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x">
  <p:cSld name="Title and Content">
    <p:spTree>
      <p:nvGrpSpPr>
        <p:cNvPr id="1" name=""/>
        <p:cNvGrpSpPr/>
        <p:nvPr/>
      </p:nvGrpSpPr>
      <p:grpSpPr>
        <a:xfrm>
          <a:off x="0" y="0"/>
          <a:ext cx="0" cy="0"/>
          <a:chOff x="0" y="0"/>
          <a:chExt cx="0" cy="0"/>
        </a:xfrm>
      </p:grpSpPr>
      <p:sp>
        <p:nvSpPr>
          <p:cNvPr id="62" name="Title Text"/>
          <p:cNvSpPr txBox="1">
            <a:spLocks noGrp="1"/>
          </p:cNvSpPr>
          <p:nvPr>
            <p:ph type="title"/>
          </p:nvPr>
        </p:nvSpPr>
        <p:spPr>
          <a:prstGeom prst="rect">
            <a:avLst/>
          </a:prstGeom>
        </p:spPr>
        <p:txBody>
          <a:bodyPr/>
          <a:lstStyle/>
          <a:p>
            <a:r>
              <a:t>Title Text</a:t>
            </a:r>
          </a:p>
        </p:txBody>
      </p:sp>
      <p:sp>
        <p:nvSpPr>
          <p:cNvPr id="63" name="Body Level One…"/>
          <p:cNvSpPr txBox="1">
            <a:spLocks noGrp="1"/>
          </p:cNvSpPr>
          <p:nvPr>
            <p:ph type="body" idx="1"/>
          </p:nvPr>
        </p:nvSpPr>
        <p:spPr>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64" name="Slide Number"/>
          <p:cNvSpPr txBox="1">
            <a:spLocks noGrp="1"/>
          </p:cNvSpPr>
          <p:nvPr>
            <p:ph type="sldNum" sz="quarter" idx="2"/>
          </p:nvPr>
        </p:nvSpPr>
        <p:spPr>
          <a:xfrm>
            <a:off x="4419600" y="6172200"/>
            <a:ext cx="2133600" cy="3683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x">
  <p:cSld name="Section Header">
    <p:spTree>
      <p:nvGrpSpPr>
        <p:cNvPr id="1" name=""/>
        <p:cNvGrpSpPr/>
        <p:nvPr/>
      </p:nvGrpSpPr>
      <p:grpSpPr>
        <a:xfrm>
          <a:off x="0" y="0"/>
          <a:ext cx="0" cy="0"/>
          <a:chOff x="0" y="0"/>
          <a:chExt cx="0" cy="0"/>
        </a:xfrm>
      </p:grpSpPr>
      <p:sp>
        <p:nvSpPr>
          <p:cNvPr id="71" name="Curtin University is a trademark of Curtin University of Technology…"/>
          <p:cNvSpPr txBox="1"/>
          <p:nvPr/>
        </p:nvSpPr>
        <p:spPr>
          <a:xfrm>
            <a:off x="468311" y="6302375"/>
            <a:ext cx="2230389" cy="14990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p>
            <a:pPr>
              <a:defRPr sz="600">
                <a:solidFill>
                  <a:srgbClr val="969696"/>
                </a:solidFill>
                <a:latin typeface="+mj-lt"/>
                <a:ea typeface="+mj-ea"/>
                <a:cs typeface="+mj-cs"/>
                <a:sym typeface="Arial"/>
              </a:defRPr>
            </a:pPr>
            <a:r>
              <a:t>Curtin University is a trademark of Curtin University of Technology</a:t>
            </a:r>
          </a:p>
          <a:p>
            <a:pPr>
              <a:defRPr sz="600">
                <a:solidFill>
                  <a:srgbClr val="969696"/>
                </a:solidFill>
                <a:latin typeface="+mj-lt"/>
                <a:ea typeface="+mj-ea"/>
                <a:cs typeface="+mj-cs"/>
                <a:sym typeface="Arial"/>
              </a:defRPr>
            </a:pPr>
            <a:r>
              <a:t>CRICOS Provider Code 00301J</a:t>
            </a:r>
          </a:p>
        </p:txBody>
      </p:sp>
      <p:pic>
        <p:nvPicPr>
          <p:cNvPr id="72" name="curtinPowerPointBGContent-Alpha.gif" descr="curtinPowerPointBGContent-Alpha.gif"/>
          <p:cNvPicPr>
            <a:picLocks noChangeAspect="1"/>
          </p:cNvPicPr>
          <p:nvPr/>
        </p:nvPicPr>
        <p:blipFill>
          <a:blip r:embed="rId2"/>
          <a:stretch>
            <a:fillRect/>
          </a:stretch>
        </p:blipFill>
        <p:spPr>
          <a:xfrm>
            <a:off x="0" y="0"/>
            <a:ext cx="9144000" cy="6858000"/>
          </a:xfrm>
          <a:prstGeom prst="rect">
            <a:avLst/>
          </a:prstGeom>
          <a:ln w="12700">
            <a:miter lim="400000"/>
          </a:ln>
        </p:spPr>
      </p:pic>
      <p:sp>
        <p:nvSpPr>
          <p:cNvPr id="73" name="Title Text"/>
          <p:cNvSpPr txBox="1">
            <a:spLocks noGrp="1"/>
          </p:cNvSpPr>
          <p:nvPr>
            <p:ph type="title"/>
          </p:nvPr>
        </p:nvSpPr>
        <p:spPr>
          <a:xfrm>
            <a:off x="722312" y="4406900"/>
            <a:ext cx="7772401" cy="1362075"/>
          </a:xfrm>
          <a:prstGeom prst="rect">
            <a:avLst/>
          </a:prstGeom>
        </p:spPr>
        <p:txBody>
          <a:bodyPr/>
          <a:lstStyle>
            <a:lvl1pPr>
              <a:defRPr sz="4000" b="1" cap="all"/>
            </a:lvl1pPr>
          </a:lstStyle>
          <a:p>
            <a:r>
              <a:t>Title Text</a:t>
            </a:r>
          </a:p>
        </p:txBody>
      </p:sp>
      <p:sp>
        <p:nvSpPr>
          <p:cNvPr id="74" name="Body Level One…"/>
          <p:cNvSpPr txBox="1">
            <a:spLocks noGrp="1"/>
          </p:cNvSpPr>
          <p:nvPr>
            <p:ph type="body" sz="quarter" idx="1"/>
          </p:nvPr>
        </p:nvSpPr>
        <p:spPr>
          <a:xfrm>
            <a:off x="722312" y="2906713"/>
            <a:ext cx="7772401" cy="1500190"/>
          </a:xfrm>
          <a:prstGeom prst="rect">
            <a:avLst/>
          </a:prstGeom>
        </p:spPr>
        <p:txBody>
          <a:bodyPr anchor="b"/>
          <a:lstStyle>
            <a:lvl1pPr marL="0" indent="0">
              <a:spcBef>
                <a:spcPts val="700"/>
              </a:spcBef>
              <a:buClrTx/>
              <a:buSzTx/>
              <a:buNone/>
              <a:defRPr sz="2000"/>
            </a:lvl1pPr>
            <a:lvl2pPr indent="0">
              <a:spcBef>
                <a:spcPts val="700"/>
              </a:spcBef>
              <a:buClrTx/>
              <a:buFontTx/>
              <a:defRPr sz="2000"/>
            </a:lvl2pPr>
            <a:lvl3pPr indent="0">
              <a:spcBef>
                <a:spcPts val="700"/>
              </a:spcBef>
              <a:buClrTx/>
              <a:buFontTx/>
              <a:defRPr sz="2000"/>
            </a:lvl3pPr>
            <a:lvl4pPr indent="0">
              <a:spcBef>
                <a:spcPts val="700"/>
              </a:spcBef>
              <a:buClrTx/>
              <a:buFontTx/>
              <a:defRPr sz="2000"/>
            </a:lvl4pPr>
            <a:lvl5pPr indent="0">
              <a:spcBef>
                <a:spcPts val="700"/>
              </a:spcBef>
              <a:buClrTx/>
              <a:buFontTx/>
              <a:defRPr sz="2000"/>
            </a:lvl5pPr>
          </a:lstStyle>
          <a:p>
            <a:r>
              <a:t>Body Level One</a:t>
            </a:r>
          </a:p>
          <a:p>
            <a:pPr lvl="1"/>
            <a:r>
              <a:t>Body Level Two</a:t>
            </a:r>
          </a:p>
          <a:p>
            <a:pPr lvl="2"/>
            <a:r>
              <a:t>Body Level Three</a:t>
            </a:r>
          </a:p>
          <a:p>
            <a:pPr lvl="3"/>
            <a:r>
              <a:t>Body Level Four</a:t>
            </a:r>
          </a:p>
          <a:p>
            <a:pPr lvl="4"/>
            <a:r>
              <a:t>Body Level Five</a:t>
            </a:r>
          </a:p>
        </p:txBody>
      </p:sp>
      <p:sp>
        <p:nvSpPr>
          <p:cNvPr id="75" name="Slide Number"/>
          <p:cNvSpPr txBox="1">
            <a:spLocks noGrp="1"/>
          </p:cNvSpPr>
          <p:nvPr>
            <p:ph type="sldNum" sz="quarter" idx="2"/>
          </p:nvPr>
        </p:nvSpPr>
        <p:spPr>
          <a:xfrm>
            <a:off x="6279548" y="6224225"/>
            <a:ext cx="273652" cy="26425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tx">
  <p:cSld name="Two Content">
    <p:spTree>
      <p:nvGrpSpPr>
        <p:cNvPr id="1" name=""/>
        <p:cNvGrpSpPr/>
        <p:nvPr/>
      </p:nvGrpSpPr>
      <p:grpSpPr>
        <a:xfrm>
          <a:off x="0" y="0"/>
          <a:ext cx="0" cy="0"/>
          <a:chOff x="0" y="0"/>
          <a:chExt cx="0" cy="0"/>
        </a:xfrm>
      </p:grpSpPr>
      <p:sp>
        <p:nvSpPr>
          <p:cNvPr id="82" name="Curtin University is a trademark of Curtin University of Technology…"/>
          <p:cNvSpPr txBox="1"/>
          <p:nvPr/>
        </p:nvSpPr>
        <p:spPr>
          <a:xfrm>
            <a:off x="468311" y="6302375"/>
            <a:ext cx="2230389" cy="14990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p>
            <a:pPr>
              <a:defRPr sz="600">
                <a:solidFill>
                  <a:srgbClr val="969696"/>
                </a:solidFill>
                <a:latin typeface="+mj-lt"/>
                <a:ea typeface="+mj-ea"/>
                <a:cs typeface="+mj-cs"/>
                <a:sym typeface="Arial"/>
              </a:defRPr>
            </a:pPr>
            <a:r>
              <a:t>Curtin University is a trademark of Curtin University of Technology</a:t>
            </a:r>
          </a:p>
          <a:p>
            <a:pPr>
              <a:defRPr sz="600">
                <a:solidFill>
                  <a:srgbClr val="969696"/>
                </a:solidFill>
                <a:latin typeface="+mj-lt"/>
                <a:ea typeface="+mj-ea"/>
                <a:cs typeface="+mj-cs"/>
                <a:sym typeface="Arial"/>
              </a:defRPr>
            </a:pPr>
            <a:r>
              <a:t>CRICOS Provider Code 00301J</a:t>
            </a:r>
          </a:p>
        </p:txBody>
      </p:sp>
      <p:pic>
        <p:nvPicPr>
          <p:cNvPr id="83" name="curtinPowerPointBGContent-Alpha.gif" descr="curtinPowerPointBGContent-Alpha.gif"/>
          <p:cNvPicPr>
            <a:picLocks noChangeAspect="1"/>
          </p:cNvPicPr>
          <p:nvPr/>
        </p:nvPicPr>
        <p:blipFill>
          <a:blip r:embed="rId2"/>
          <a:stretch>
            <a:fillRect/>
          </a:stretch>
        </p:blipFill>
        <p:spPr>
          <a:xfrm>
            <a:off x="0" y="0"/>
            <a:ext cx="9144000" cy="6858000"/>
          </a:xfrm>
          <a:prstGeom prst="rect">
            <a:avLst/>
          </a:prstGeom>
          <a:ln w="12700">
            <a:miter lim="400000"/>
          </a:ln>
        </p:spPr>
      </p:pic>
      <p:sp>
        <p:nvSpPr>
          <p:cNvPr id="84" name="Title Text"/>
          <p:cNvSpPr txBox="1">
            <a:spLocks noGrp="1"/>
          </p:cNvSpPr>
          <p:nvPr>
            <p:ph type="title"/>
          </p:nvPr>
        </p:nvSpPr>
        <p:spPr>
          <a:xfrm>
            <a:off x="468312" y="560387"/>
            <a:ext cx="8207376" cy="996951"/>
          </a:xfrm>
          <a:prstGeom prst="rect">
            <a:avLst/>
          </a:prstGeom>
        </p:spPr>
        <p:txBody>
          <a:bodyPr/>
          <a:lstStyle/>
          <a:p>
            <a:r>
              <a:t>Title Text</a:t>
            </a:r>
          </a:p>
        </p:txBody>
      </p:sp>
      <p:sp>
        <p:nvSpPr>
          <p:cNvPr id="85" name="Body Level One…"/>
          <p:cNvSpPr txBox="1">
            <a:spLocks noGrp="1"/>
          </p:cNvSpPr>
          <p:nvPr>
            <p:ph type="body" sz="half" idx="1"/>
          </p:nvPr>
        </p:nvSpPr>
        <p:spPr>
          <a:xfrm>
            <a:off x="457200" y="1600200"/>
            <a:ext cx="4038600" cy="4349750"/>
          </a:xfrm>
          <a:prstGeom prst="rect">
            <a:avLst/>
          </a:prstGeom>
        </p:spPr>
        <p:txBody>
          <a:bodyPr/>
          <a:lstStyle>
            <a:lvl1pPr>
              <a:spcBef>
                <a:spcPts val="1000"/>
              </a:spcBef>
              <a:defRPr sz="2800"/>
            </a:lvl1pPr>
            <a:lvl2pPr indent="0">
              <a:spcBef>
                <a:spcPts val="1000"/>
              </a:spcBef>
              <a:defRPr sz="2800"/>
            </a:lvl2pPr>
            <a:lvl3pPr indent="0">
              <a:spcBef>
                <a:spcPts val="1000"/>
              </a:spcBef>
              <a:defRPr sz="2800"/>
            </a:lvl3pPr>
            <a:lvl4pPr indent="0">
              <a:spcBef>
                <a:spcPts val="1000"/>
              </a:spcBef>
              <a:defRPr sz="2800"/>
            </a:lvl4pPr>
            <a:lvl5pPr indent="0">
              <a:spcBef>
                <a:spcPts val="1000"/>
              </a:spcBef>
              <a:defRPr sz="2800"/>
            </a:lvl5pPr>
          </a:lstStyle>
          <a:p>
            <a:r>
              <a:t>Body Level One</a:t>
            </a:r>
          </a:p>
          <a:p>
            <a:pPr lvl="1"/>
            <a:r>
              <a:t>Body Level Two</a:t>
            </a:r>
          </a:p>
          <a:p>
            <a:pPr lvl="2"/>
            <a:r>
              <a:t>Body Level Three</a:t>
            </a:r>
          </a:p>
          <a:p>
            <a:pPr lvl="3"/>
            <a:r>
              <a:t>Body Level Four</a:t>
            </a:r>
          </a:p>
          <a:p>
            <a:pPr lvl="4"/>
            <a:r>
              <a:t>Body Level Five</a:t>
            </a:r>
          </a:p>
        </p:txBody>
      </p:sp>
      <p:sp>
        <p:nvSpPr>
          <p:cNvPr id="86" name="Slide Number"/>
          <p:cNvSpPr txBox="1">
            <a:spLocks noGrp="1"/>
          </p:cNvSpPr>
          <p:nvPr>
            <p:ph type="sldNum" sz="quarter" idx="2"/>
          </p:nvPr>
        </p:nvSpPr>
        <p:spPr>
          <a:xfrm>
            <a:off x="6279548" y="6224225"/>
            <a:ext cx="273652" cy="26425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tx">
  <p:cSld name="Comparison">
    <p:spTree>
      <p:nvGrpSpPr>
        <p:cNvPr id="1" name=""/>
        <p:cNvGrpSpPr/>
        <p:nvPr/>
      </p:nvGrpSpPr>
      <p:grpSpPr>
        <a:xfrm>
          <a:off x="0" y="0"/>
          <a:ext cx="0" cy="0"/>
          <a:chOff x="0" y="0"/>
          <a:chExt cx="0" cy="0"/>
        </a:xfrm>
      </p:grpSpPr>
      <p:sp>
        <p:nvSpPr>
          <p:cNvPr id="93" name="Curtin University is a trademark of Curtin University of Technology…"/>
          <p:cNvSpPr txBox="1"/>
          <p:nvPr/>
        </p:nvSpPr>
        <p:spPr>
          <a:xfrm>
            <a:off x="468311" y="6302375"/>
            <a:ext cx="2230389" cy="14990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p>
            <a:pPr>
              <a:defRPr sz="600">
                <a:solidFill>
                  <a:srgbClr val="969696"/>
                </a:solidFill>
                <a:latin typeface="+mj-lt"/>
                <a:ea typeface="+mj-ea"/>
                <a:cs typeface="+mj-cs"/>
                <a:sym typeface="Arial"/>
              </a:defRPr>
            </a:pPr>
            <a:r>
              <a:t>Curtin University is a trademark of Curtin University of Technology</a:t>
            </a:r>
          </a:p>
          <a:p>
            <a:pPr>
              <a:defRPr sz="600">
                <a:solidFill>
                  <a:srgbClr val="969696"/>
                </a:solidFill>
                <a:latin typeface="+mj-lt"/>
                <a:ea typeface="+mj-ea"/>
                <a:cs typeface="+mj-cs"/>
                <a:sym typeface="Arial"/>
              </a:defRPr>
            </a:pPr>
            <a:r>
              <a:t>CRICOS Provider Code 00301J</a:t>
            </a:r>
          </a:p>
        </p:txBody>
      </p:sp>
      <p:pic>
        <p:nvPicPr>
          <p:cNvPr id="94" name="curtinPowerPointBGContent-Alpha.gif" descr="curtinPowerPointBGContent-Alpha.gif"/>
          <p:cNvPicPr>
            <a:picLocks noChangeAspect="1"/>
          </p:cNvPicPr>
          <p:nvPr/>
        </p:nvPicPr>
        <p:blipFill>
          <a:blip r:embed="rId2"/>
          <a:stretch>
            <a:fillRect/>
          </a:stretch>
        </p:blipFill>
        <p:spPr>
          <a:xfrm>
            <a:off x="0" y="0"/>
            <a:ext cx="9144000" cy="6858000"/>
          </a:xfrm>
          <a:prstGeom prst="rect">
            <a:avLst/>
          </a:prstGeom>
          <a:ln w="12700">
            <a:miter lim="400000"/>
          </a:ln>
        </p:spPr>
      </p:pic>
      <p:sp>
        <p:nvSpPr>
          <p:cNvPr id="95" name="Title Text"/>
          <p:cNvSpPr txBox="1">
            <a:spLocks noGrp="1"/>
          </p:cNvSpPr>
          <p:nvPr>
            <p:ph type="title"/>
          </p:nvPr>
        </p:nvSpPr>
        <p:spPr>
          <a:xfrm>
            <a:off x="457200" y="274638"/>
            <a:ext cx="8229600" cy="1143001"/>
          </a:xfrm>
          <a:prstGeom prst="rect">
            <a:avLst/>
          </a:prstGeom>
        </p:spPr>
        <p:txBody>
          <a:bodyPr/>
          <a:lstStyle/>
          <a:p>
            <a:r>
              <a:t>Title Text</a:t>
            </a:r>
          </a:p>
        </p:txBody>
      </p:sp>
      <p:sp>
        <p:nvSpPr>
          <p:cNvPr id="96" name="Body Level One…"/>
          <p:cNvSpPr txBox="1">
            <a:spLocks noGrp="1"/>
          </p:cNvSpPr>
          <p:nvPr>
            <p:ph type="body" sz="quarter" idx="1"/>
          </p:nvPr>
        </p:nvSpPr>
        <p:spPr>
          <a:xfrm>
            <a:off x="457200" y="1535112"/>
            <a:ext cx="4040188" cy="639763"/>
          </a:xfrm>
          <a:prstGeom prst="rect">
            <a:avLst/>
          </a:prstGeom>
        </p:spPr>
        <p:txBody>
          <a:bodyPr anchor="b"/>
          <a:lstStyle>
            <a:lvl1pPr marL="0" indent="0">
              <a:buClrTx/>
              <a:buSzTx/>
              <a:buNone/>
              <a:defRPr b="1"/>
            </a:lvl1pPr>
            <a:lvl2pPr indent="0">
              <a:buClrTx/>
              <a:buFontTx/>
              <a:defRPr b="1"/>
            </a:lvl2pPr>
            <a:lvl3pPr indent="0">
              <a:buClrTx/>
              <a:buFontTx/>
              <a:defRPr b="1"/>
            </a:lvl3pPr>
            <a:lvl4pPr indent="0">
              <a:buClrTx/>
              <a:buFontTx/>
              <a:defRPr b="1"/>
            </a:lvl4pPr>
            <a:lvl5pPr indent="0">
              <a:buClrTx/>
              <a:buFontTx/>
              <a:defRPr b="1"/>
            </a:lvl5pPr>
          </a:lstStyle>
          <a:p>
            <a:r>
              <a:t>Body Level One</a:t>
            </a:r>
          </a:p>
          <a:p>
            <a:pPr lvl="1"/>
            <a:r>
              <a:t>Body Level Two</a:t>
            </a:r>
          </a:p>
          <a:p>
            <a:pPr lvl="2"/>
            <a:r>
              <a:t>Body Level Three</a:t>
            </a:r>
          </a:p>
          <a:p>
            <a:pPr lvl="3"/>
            <a:r>
              <a:t>Body Level Four</a:t>
            </a:r>
          </a:p>
          <a:p>
            <a:pPr lvl="4"/>
            <a:r>
              <a:t>Body Level Five</a:t>
            </a:r>
          </a:p>
        </p:txBody>
      </p:sp>
      <p:sp>
        <p:nvSpPr>
          <p:cNvPr id="97" name="Rectangle"/>
          <p:cNvSpPr>
            <a:spLocks noGrp="1"/>
          </p:cNvSpPr>
          <p:nvPr>
            <p:ph type="body" sz="quarter" idx="13"/>
          </p:nvPr>
        </p:nvSpPr>
        <p:spPr>
          <a:xfrm>
            <a:off x="4645025" y="1535112"/>
            <a:ext cx="4041775" cy="639765"/>
          </a:xfrm>
          <a:prstGeom prst="rect">
            <a:avLst/>
          </a:prstGeom>
        </p:spPr>
        <p:txBody>
          <a:bodyPr anchor="b"/>
          <a:lstStyle/>
          <a:p>
            <a:endParaRPr/>
          </a:p>
        </p:txBody>
      </p:sp>
      <p:sp>
        <p:nvSpPr>
          <p:cNvPr id="98" name="Slide Number"/>
          <p:cNvSpPr txBox="1">
            <a:spLocks noGrp="1"/>
          </p:cNvSpPr>
          <p:nvPr>
            <p:ph type="sldNum" sz="quarter" idx="2"/>
          </p:nvPr>
        </p:nvSpPr>
        <p:spPr>
          <a:xfrm>
            <a:off x="6279548" y="6224225"/>
            <a:ext cx="273652" cy="26425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tx">
  <p:cSld name="Title Only">
    <p:spTree>
      <p:nvGrpSpPr>
        <p:cNvPr id="1" name=""/>
        <p:cNvGrpSpPr/>
        <p:nvPr/>
      </p:nvGrpSpPr>
      <p:grpSpPr>
        <a:xfrm>
          <a:off x="0" y="0"/>
          <a:ext cx="0" cy="0"/>
          <a:chOff x="0" y="0"/>
          <a:chExt cx="0" cy="0"/>
        </a:xfrm>
      </p:grpSpPr>
      <p:sp>
        <p:nvSpPr>
          <p:cNvPr id="105" name="Curtin University is a trademark of Curtin University of Technology…"/>
          <p:cNvSpPr txBox="1"/>
          <p:nvPr/>
        </p:nvSpPr>
        <p:spPr>
          <a:xfrm>
            <a:off x="468311" y="6302375"/>
            <a:ext cx="2230389" cy="14990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p>
            <a:pPr>
              <a:defRPr sz="600">
                <a:solidFill>
                  <a:srgbClr val="969696"/>
                </a:solidFill>
                <a:latin typeface="+mj-lt"/>
                <a:ea typeface="+mj-ea"/>
                <a:cs typeface="+mj-cs"/>
                <a:sym typeface="Arial"/>
              </a:defRPr>
            </a:pPr>
            <a:r>
              <a:t>Curtin University is a trademark of Curtin University of Technology</a:t>
            </a:r>
          </a:p>
          <a:p>
            <a:pPr>
              <a:defRPr sz="600">
                <a:solidFill>
                  <a:srgbClr val="969696"/>
                </a:solidFill>
                <a:latin typeface="+mj-lt"/>
                <a:ea typeface="+mj-ea"/>
                <a:cs typeface="+mj-cs"/>
                <a:sym typeface="Arial"/>
              </a:defRPr>
            </a:pPr>
            <a:r>
              <a:t>CRICOS Provider Code 00301J</a:t>
            </a:r>
          </a:p>
        </p:txBody>
      </p:sp>
      <p:pic>
        <p:nvPicPr>
          <p:cNvPr id="106" name="curtinPowerPointBGContent-Alpha.gif" descr="curtinPowerPointBGContent-Alpha.gif"/>
          <p:cNvPicPr>
            <a:picLocks noChangeAspect="1"/>
          </p:cNvPicPr>
          <p:nvPr/>
        </p:nvPicPr>
        <p:blipFill>
          <a:blip r:embed="rId2"/>
          <a:stretch>
            <a:fillRect/>
          </a:stretch>
        </p:blipFill>
        <p:spPr>
          <a:xfrm>
            <a:off x="0" y="0"/>
            <a:ext cx="9144000" cy="6858000"/>
          </a:xfrm>
          <a:prstGeom prst="rect">
            <a:avLst/>
          </a:prstGeom>
          <a:ln w="12700">
            <a:miter lim="400000"/>
          </a:ln>
        </p:spPr>
      </p:pic>
      <p:sp>
        <p:nvSpPr>
          <p:cNvPr id="107" name="Title Text"/>
          <p:cNvSpPr txBox="1">
            <a:spLocks noGrp="1"/>
          </p:cNvSpPr>
          <p:nvPr>
            <p:ph type="title"/>
          </p:nvPr>
        </p:nvSpPr>
        <p:spPr>
          <a:xfrm>
            <a:off x="468312" y="560387"/>
            <a:ext cx="8207376" cy="996951"/>
          </a:xfrm>
          <a:prstGeom prst="rect">
            <a:avLst/>
          </a:prstGeom>
        </p:spPr>
        <p:txBody>
          <a:bodyPr/>
          <a:lstStyle/>
          <a:p>
            <a:r>
              <a:t>Title Text</a:t>
            </a:r>
          </a:p>
        </p:txBody>
      </p:sp>
      <p:sp>
        <p:nvSpPr>
          <p:cNvPr id="108" name="Slide Number"/>
          <p:cNvSpPr txBox="1">
            <a:spLocks noGrp="1"/>
          </p:cNvSpPr>
          <p:nvPr>
            <p:ph type="sldNum" sz="quarter" idx="2"/>
          </p:nvPr>
        </p:nvSpPr>
        <p:spPr>
          <a:xfrm>
            <a:off x="6279548" y="6224225"/>
            <a:ext cx="273652" cy="26425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tx">
  <p:cSld name="Blank">
    <p:spTree>
      <p:nvGrpSpPr>
        <p:cNvPr id="1" name=""/>
        <p:cNvGrpSpPr/>
        <p:nvPr/>
      </p:nvGrpSpPr>
      <p:grpSpPr>
        <a:xfrm>
          <a:off x="0" y="0"/>
          <a:ext cx="0" cy="0"/>
          <a:chOff x="0" y="0"/>
          <a:chExt cx="0" cy="0"/>
        </a:xfrm>
      </p:grpSpPr>
      <p:sp>
        <p:nvSpPr>
          <p:cNvPr id="115" name="Curtin University is a trademark of Curtin University of Technology…"/>
          <p:cNvSpPr txBox="1"/>
          <p:nvPr/>
        </p:nvSpPr>
        <p:spPr>
          <a:xfrm>
            <a:off x="468311" y="6302375"/>
            <a:ext cx="2230389" cy="14990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p>
            <a:pPr>
              <a:defRPr sz="600">
                <a:solidFill>
                  <a:srgbClr val="969696"/>
                </a:solidFill>
                <a:latin typeface="+mj-lt"/>
                <a:ea typeface="+mj-ea"/>
                <a:cs typeface="+mj-cs"/>
                <a:sym typeface="Arial"/>
              </a:defRPr>
            </a:pPr>
            <a:r>
              <a:t>Curtin University is a trademark of Curtin University of Technology</a:t>
            </a:r>
          </a:p>
          <a:p>
            <a:pPr>
              <a:defRPr sz="600">
                <a:solidFill>
                  <a:srgbClr val="969696"/>
                </a:solidFill>
                <a:latin typeface="+mj-lt"/>
                <a:ea typeface="+mj-ea"/>
                <a:cs typeface="+mj-cs"/>
                <a:sym typeface="Arial"/>
              </a:defRPr>
            </a:pPr>
            <a:r>
              <a:t>CRICOS Provider Code 00301J</a:t>
            </a:r>
          </a:p>
        </p:txBody>
      </p:sp>
      <p:pic>
        <p:nvPicPr>
          <p:cNvPr id="116" name="curtinPowerPointBGContent-Alpha.gif" descr="curtinPowerPointBGContent-Alpha.gif"/>
          <p:cNvPicPr>
            <a:picLocks noChangeAspect="1"/>
          </p:cNvPicPr>
          <p:nvPr/>
        </p:nvPicPr>
        <p:blipFill>
          <a:blip r:embed="rId2"/>
          <a:stretch>
            <a:fillRect/>
          </a:stretch>
        </p:blipFill>
        <p:spPr>
          <a:xfrm>
            <a:off x="0" y="0"/>
            <a:ext cx="9144000" cy="6858000"/>
          </a:xfrm>
          <a:prstGeom prst="rect">
            <a:avLst/>
          </a:prstGeom>
          <a:ln w="12700">
            <a:miter lim="400000"/>
          </a:ln>
        </p:spPr>
      </p:pic>
      <p:sp>
        <p:nvSpPr>
          <p:cNvPr id="117" name="Slide Number"/>
          <p:cNvSpPr txBox="1">
            <a:spLocks noGrp="1"/>
          </p:cNvSpPr>
          <p:nvPr>
            <p:ph type="sldNum" sz="quarter" idx="2"/>
          </p:nvPr>
        </p:nvSpPr>
        <p:spPr>
          <a:xfrm>
            <a:off x="6279548" y="6224225"/>
            <a:ext cx="273652" cy="26425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tx">
  <p:cSld name="Content with Caption">
    <p:spTree>
      <p:nvGrpSpPr>
        <p:cNvPr id="1" name=""/>
        <p:cNvGrpSpPr/>
        <p:nvPr/>
      </p:nvGrpSpPr>
      <p:grpSpPr>
        <a:xfrm>
          <a:off x="0" y="0"/>
          <a:ext cx="0" cy="0"/>
          <a:chOff x="0" y="0"/>
          <a:chExt cx="0" cy="0"/>
        </a:xfrm>
      </p:grpSpPr>
      <p:sp>
        <p:nvSpPr>
          <p:cNvPr id="124" name="Curtin University is a trademark of Curtin University of Technology…"/>
          <p:cNvSpPr txBox="1"/>
          <p:nvPr/>
        </p:nvSpPr>
        <p:spPr>
          <a:xfrm>
            <a:off x="468311" y="6302375"/>
            <a:ext cx="2230389" cy="14990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p>
            <a:pPr>
              <a:defRPr sz="600">
                <a:solidFill>
                  <a:srgbClr val="969696"/>
                </a:solidFill>
                <a:latin typeface="+mj-lt"/>
                <a:ea typeface="+mj-ea"/>
                <a:cs typeface="+mj-cs"/>
                <a:sym typeface="Arial"/>
              </a:defRPr>
            </a:pPr>
            <a:r>
              <a:t>Curtin University is a trademark of Curtin University of Technology</a:t>
            </a:r>
          </a:p>
          <a:p>
            <a:pPr>
              <a:defRPr sz="600">
                <a:solidFill>
                  <a:srgbClr val="969696"/>
                </a:solidFill>
                <a:latin typeface="+mj-lt"/>
                <a:ea typeface="+mj-ea"/>
                <a:cs typeface="+mj-cs"/>
                <a:sym typeface="Arial"/>
              </a:defRPr>
            </a:pPr>
            <a:r>
              <a:t>CRICOS Provider Code 00301J</a:t>
            </a:r>
          </a:p>
        </p:txBody>
      </p:sp>
      <p:pic>
        <p:nvPicPr>
          <p:cNvPr id="125" name="curtinPowerPointBGContent-Alpha.gif" descr="curtinPowerPointBGContent-Alpha.gif"/>
          <p:cNvPicPr>
            <a:picLocks noChangeAspect="1"/>
          </p:cNvPicPr>
          <p:nvPr/>
        </p:nvPicPr>
        <p:blipFill>
          <a:blip r:embed="rId2"/>
          <a:stretch>
            <a:fillRect/>
          </a:stretch>
        </p:blipFill>
        <p:spPr>
          <a:xfrm>
            <a:off x="0" y="0"/>
            <a:ext cx="9144000" cy="6858000"/>
          </a:xfrm>
          <a:prstGeom prst="rect">
            <a:avLst/>
          </a:prstGeom>
          <a:ln w="12700">
            <a:miter lim="400000"/>
          </a:ln>
        </p:spPr>
      </p:pic>
      <p:sp>
        <p:nvSpPr>
          <p:cNvPr id="126" name="Title Text"/>
          <p:cNvSpPr txBox="1">
            <a:spLocks noGrp="1"/>
          </p:cNvSpPr>
          <p:nvPr>
            <p:ph type="title"/>
          </p:nvPr>
        </p:nvSpPr>
        <p:spPr>
          <a:xfrm>
            <a:off x="457200" y="273050"/>
            <a:ext cx="3008316" cy="1162050"/>
          </a:xfrm>
          <a:prstGeom prst="rect">
            <a:avLst/>
          </a:prstGeom>
        </p:spPr>
        <p:txBody>
          <a:bodyPr anchor="b"/>
          <a:lstStyle>
            <a:lvl1pPr>
              <a:defRPr sz="2000" b="1"/>
            </a:lvl1pPr>
          </a:lstStyle>
          <a:p>
            <a:r>
              <a:t>Title Text</a:t>
            </a:r>
          </a:p>
        </p:txBody>
      </p:sp>
      <p:sp>
        <p:nvSpPr>
          <p:cNvPr id="127" name="Body Level One…"/>
          <p:cNvSpPr txBox="1">
            <a:spLocks noGrp="1"/>
          </p:cNvSpPr>
          <p:nvPr>
            <p:ph type="body" idx="1"/>
          </p:nvPr>
        </p:nvSpPr>
        <p:spPr>
          <a:xfrm>
            <a:off x="3575050" y="273050"/>
            <a:ext cx="5111750" cy="5656282"/>
          </a:xfrm>
          <a:prstGeom prst="rect">
            <a:avLst/>
          </a:prstGeom>
        </p:spPr>
        <p:txBody>
          <a:bodyPr/>
          <a:lstStyle>
            <a:lvl1pPr>
              <a:spcBef>
                <a:spcPts val="1100"/>
              </a:spcBef>
              <a:defRPr sz="3200"/>
            </a:lvl1pPr>
            <a:lvl2pPr indent="0">
              <a:spcBef>
                <a:spcPts val="1100"/>
              </a:spcBef>
              <a:defRPr sz="3200"/>
            </a:lvl2pPr>
            <a:lvl3pPr indent="0">
              <a:spcBef>
                <a:spcPts val="1100"/>
              </a:spcBef>
              <a:defRPr sz="3200"/>
            </a:lvl3pPr>
            <a:lvl4pPr indent="0">
              <a:spcBef>
                <a:spcPts val="1100"/>
              </a:spcBef>
              <a:defRPr sz="3200"/>
            </a:lvl4pPr>
            <a:lvl5pPr indent="0">
              <a:spcBef>
                <a:spcPts val="1100"/>
              </a:spcBef>
              <a:defRPr sz="3200"/>
            </a:lvl5pPr>
          </a:lstStyle>
          <a:p>
            <a:r>
              <a:t>Body Level One</a:t>
            </a:r>
          </a:p>
          <a:p>
            <a:pPr lvl="1"/>
            <a:r>
              <a:t>Body Level Two</a:t>
            </a:r>
          </a:p>
          <a:p>
            <a:pPr lvl="2"/>
            <a:r>
              <a:t>Body Level Three</a:t>
            </a:r>
          </a:p>
          <a:p>
            <a:pPr lvl="3"/>
            <a:r>
              <a:t>Body Level Four</a:t>
            </a:r>
          </a:p>
          <a:p>
            <a:pPr lvl="4"/>
            <a:r>
              <a:t>Body Level Five</a:t>
            </a:r>
          </a:p>
        </p:txBody>
      </p:sp>
      <p:sp>
        <p:nvSpPr>
          <p:cNvPr id="128" name="Rectangle"/>
          <p:cNvSpPr>
            <a:spLocks noGrp="1"/>
          </p:cNvSpPr>
          <p:nvPr>
            <p:ph type="body" sz="half" idx="13"/>
          </p:nvPr>
        </p:nvSpPr>
        <p:spPr>
          <a:xfrm>
            <a:off x="457198" y="1435099"/>
            <a:ext cx="3008317" cy="4494234"/>
          </a:xfrm>
          <a:prstGeom prst="rect">
            <a:avLst/>
          </a:prstGeom>
        </p:spPr>
        <p:txBody>
          <a:bodyPr/>
          <a:lstStyle/>
          <a:p>
            <a:endParaRPr/>
          </a:p>
        </p:txBody>
      </p:sp>
      <p:sp>
        <p:nvSpPr>
          <p:cNvPr id="129" name="Slide Number"/>
          <p:cNvSpPr txBox="1">
            <a:spLocks noGrp="1"/>
          </p:cNvSpPr>
          <p:nvPr>
            <p:ph type="sldNum" sz="quarter" idx="2"/>
          </p:nvPr>
        </p:nvSpPr>
        <p:spPr>
          <a:xfrm>
            <a:off x="6279548" y="6224225"/>
            <a:ext cx="273652" cy="26425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x">
  <p:cSld name="Picture with Caption">
    <p:spTree>
      <p:nvGrpSpPr>
        <p:cNvPr id="1" name=""/>
        <p:cNvGrpSpPr/>
        <p:nvPr/>
      </p:nvGrpSpPr>
      <p:grpSpPr>
        <a:xfrm>
          <a:off x="0" y="0"/>
          <a:ext cx="0" cy="0"/>
          <a:chOff x="0" y="0"/>
          <a:chExt cx="0" cy="0"/>
        </a:xfrm>
      </p:grpSpPr>
      <p:sp>
        <p:nvSpPr>
          <p:cNvPr id="136" name="Curtin University is a trademark of Curtin University of Technology…"/>
          <p:cNvSpPr txBox="1"/>
          <p:nvPr/>
        </p:nvSpPr>
        <p:spPr>
          <a:xfrm>
            <a:off x="468311" y="6302375"/>
            <a:ext cx="2230389" cy="14990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p>
            <a:pPr>
              <a:defRPr sz="600">
                <a:solidFill>
                  <a:srgbClr val="969696"/>
                </a:solidFill>
                <a:latin typeface="+mj-lt"/>
                <a:ea typeface="+mj-ea"/>
                <a:cs typeface="+mj-cs"/>
                <a:sym typeface="Arial"/>
              </a:defRPr>
            </a:pPr>
            <a:r>
              <a:t>Curtin University is a trademark of Curtin University of Technology</a:t>
            </a:r>
          </a:p>
          <a:p>
            <a:pPr>
              <a:defRPr sz="600">
                <a:solidFill>
                  <a:srgbClr val="969696"/>
                </a:solidFill>
                <a:latin typeface="+mj-lt"/>
                <a:ea typeface="+mj-ea"/>
                <a:cs typeface="+mj-cs"/>
                <a:sym typeface="Arial"/>
              </a:defRPr>
            </a:pPr>
            <a:r>
              <a:t>CRICOS Provider Code 00301J</a:t>
            </a:r>
          </a:p>
        </p:txBody>
      </p:sp>
      <p:pic>
        <p:nvPicPr>
          <p:cNvPr id="137" name="curtinPowerPointBGContent-Alpha.gif" descr="curtinPowerPointBGContent-Alpha.gif"/>
          <p:cNvPicPr>
            <a:picLocks noChangeAspect="1"/>
          </p:cNvPicPr>
          <p:nvPr/>
        </p:nvPicPr>
        <p:blipFill>
          <a:blip r:embed="rId2"/>
          <a:stretch>
            <a:fillRect/>
          </a:stretch>
        </p:blipFill>
        <p:spPr>
          <a:xfrm>
            <a:off x="0" y="0"/>
            <a:ext cx="9144000" cy="6858000"/>
          </a:xfrm>
          <a:prstGeom prst="rect">
            <a:avLst/>
          </a:prstGeom>
          <a:ln w="12700">
            <a:miter lim="400000"/>
          </a:ln>
        </p:spPr>
      </p:pic>
      <p:sp>
        <p:nvSpPr>
          <p:cNvPr id="138" name="Title Text"/>
          <p:cNvSpPr txBox="1">
            <a:spLocks noGrp="1"/>
          </p:cNvSpPr>
          <p:nvPr>
            <p:ph type="title"/>
          </p:nvPr>
        </p:nvSpPr>
        <p:spPr>
          <a:xfrm>
            <a:off x="1792288" y="4800600"/>
            <a:ext cx="5486403" cy="566738"/>
          </a:xfrm>
          <a:prstGeom prst="rect">
            <a:avLst/>
          </a:prstGeom>
        </p:spPr>
        <p:txBody>
          <a:bodyPr anchor="b"/>
          <a:lstStyle>
            <a:lvl1pPr>
              <a:defRPr sz="2000" b="1"/>
            </a:lvl1pPr>
          </a:lstStyle>
          <a:p>
            <a:r>
              <a:t>Title Text</a:t>
            </a:r>
          </a:p>
        </p:txBody>
      </p:sp>
      <p:sp>
        <p:nvSpPr>
          <p:cNvPr id="139" name="Image"/>
          <p:cNvSpPr>
            <a:spLocks noGrp="1"/>
          </p:cNvSpPr>
          <p:nvPr>
            <p:ph type="pic" sz="half" idx="13"/>
          </p:nvPr>
        </p:nvSpPr>
        <p:spPr>
          <a:xfrm>
            <a:off x="1792288" y="612775"/>
            <a:ext cx="5486403" cy="4114800"/>
          </a:xfrm>
          <a:prstGeom prst="rect">
            <a:avLst/>
          </a:prstGeom>
        </p:spPr>
        <p:txBody>
          <a:bodyPr lIns="91439" tIns="45719" rIns="91439" bIns="45719">
            <a:noAutofit/>
          </a:bodyPr>
          <a:lstStyle/>
          <a:p>
            <a:endParaRPr/>
          </a:p>
        </p:txBody>
      </p:sp>
      <p:sp>
        <p:nvSpPr>
          <p:cNvPr id="140" name="Body Level One…"/>
          <p:cNvSpPr txBox="1">
            <a:spLocks noGrp="1"/>
          </p:cNvSpPr>
          <p:nvPr>
            <p:ph type="body" sz="quarter" idx="1"/>
          </p:nvPr>
        </p:nvSpPr>
        <p:spPr>
          <a:xfrm>
            <a:off x="1792288" y="5367337"/>
            <a:ext cx="5486403" cy="490557"/>
          </a:xfrm>
          <a:prstGeom prst="rect">
            <a:avLst/>
          </a:prstGeom>
        </p:spPr>
        <p:txBody>
          <a:bodyPr/>
          <a:lstStyle>
            <a:lvl1pPr marL="0" indent="0">
              <a:spcBef>
                <a:spcPts val="500"/>
              </a:spcBef>
              <a:buClrTx/>
              <a:buSzTx/>
              <a:buNone/>
              <a:defRPr sz="1400"/>
            </a:lvl1pPr>
            <a:lvl2pPr indent="0">
              <a:spcBef>
                <a:spcPts val="500"/>
              </a:spcBef>
              <a:buClrTx/>
              <a:buFontTx/>
              <a:defRPr sz="1400"/>
            </a:lvl2pPr>
            <a:lvl3pPr indent="0">
              <a:spcBef>
                <a:spcPts val="500"/>
              </a:spcBef>
              <a:buClrTx/>
              <a:buFontTx/>
              <a:defRPr sz="1400"/>
            </a:lvl3pPr>
            <a:lvl4pPr indent="0">
              <a:spcBef>
                <a:spcPts val="500"/>
              </a:spcBef>
              <a:buClrTx/>
              <a:buFontTx/>
              <a:defRPr sz="1400"/>
            </a:lvl4pPr>
            <a:lvl5pPr indent="0">
              <a:spcBef>
                <a:spcPts val="500"/>
              </a:spcBef>
              <a:buClrTx/>
              <a:buFontTx/>
              <a:defRPr sz="1400"/>
            </a:lvl5pPr>
          </a:lstStyle>
          <a:p>
            <a:r>
              <a:t>Body Level One</a:t>
            </a:r>
          </a:p>
          <a:p>
            <a:pPr lvl="1"/>
            <a:r>
              <a:t>Body Level Two</a:t>
            </a:r>
          </a:p>
          <a:p>
            <a:pPr lvl="2"/>
            <a:r>
              <a:t>Body Level Three</a:t>
            </a:r>
          </a:p>
          <a:p>
            <a:pPr lvl="3"/>
            <a:r>
              <a:t>Body Level Four</a:t>
            </a:r>
          </a:p>
          <a:p>
            <a:pPr lvl="4"/>
            <a:r>
              <a:t>Body Level Five</a:t>
            </a:r>
          </a:p>
        </p:txBody>
      </p:sp>
      <p:sp>
        <p:nvSpPr>
          <p:cNvPr id="141" name="Slide Number"/>
          <p:cNvSpPr txBox="1">
            <a:spLocks noGrp="1"/>
          </p:cNvSpPr>
          <p:nvPr>
            <p:ph type="sldNum" sz="quarter" idx="2"/>
          </p:nvPr>
        </p:nvSpPr>
        <p:spPr>
          <a:xfrm>
            <a:off x="6279548" y="6224225"/>
            <a:ext cx="273652" cy="26425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tx">
  <p:cSld name="Title and Vertical Text">
    <p:spTree>
      <p:nvGrpSpPr>
        <p:cNvPr id="1" name=""/>
        <p:cNvGrpSpPr/>
        <p:nvPr/>
      </p:nvGrpSpPr>
      <p:grpSpPr>
        <a:xfrm>
          <a:off x="0" y="0"/>
          <a:ext cx="0" cy="0"/>
          <a:chOff x="0" y="0"/>
          <a:chExt cx="0" cy="0"/>
        </a:xfrm>
      </p:grpSpPr>
      <p:sp>
        <p:nvSpPr>
          <p:cNvPr id="148" name="Curtin University is a trademark of Curtin University of Technology…"/>
          <p:cNvSpPr txBox="1"/>
          <p:nvPr/>
        </p:nvSpPr>
        <p:spPr>
          <a:xfrm>
            <a:off x="468311" y="6302375"/>
            <a:ext cx="2230389" cy="14990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p>
            <a:pPr>
              <a:defRPr sz="600">
                <a:solidFill>
                  <a:srgbClr val="969696"/>
                </a:solidFill>
                <a:latin typeface="+mj-lt"/>
                <a:ea typeface="+mj-ea"/>
                <a:cs typeface="+mj-cs"/>
                <a:sym typeface="Arial"/>
              </a:defRPr>
            </a:pPr>
            <a:r>
              <a:t>Curtin University is a trademark of Curtin University of Technology</a:t>
            </a:r>
          </a:p>
          <a:p>
            <a:pPr>
              <a:defRPr sz="600">
                <a:solidFill>
                  <a:srgbClr val="969696"/>
                </a:solidFill>
                <a:latin typeface="+mj-lt"/>
                <a:ea typeface="+mj-ea"/>
                <a:cs typeface="+mj-cs"/>
                <a:sym typeface="Arial"/>
              </a:defRPr>
            </a:pPr>
            <a:r>
              <a:t>CRICOS Provider Code 00301J</a:t>
            </a:r>
          </a:p>
        </p:txBody>
      </p:sp>
      <p:pic>
        <p:nvPicPr>
          <p:cNvPr id="149" name="curtinPowerPointBGContent-Alpha.gif" descr="curtinPowerPointBGContent-Alpha.gif"/>
          <p:cNvPicPr>
            <a:picLocks noChangeAspect="1"/>
          </p:cNvPicPr>
          <p:nvPr/>
        </p:nvPicPr>
        <p:blipFill>
          <a:blip r:embed="rId2"/>
          <a:stretch>
            <a:fillRect/>
          </a:stretch>
        </p:blipFill>
        <p:spPr>
          <a:xfrm>
            <a:off x="0" y="0"/>
            <a:ext cx="9144000" cy="6858000"/>
          </a:xfrm>
          <a:prstGeom prst="rect">
            <a:avLst/>
          </a:prstGeom>
          <a:ln w="12700">
            <a:miter lim="400000"/>
          </a:ln>
        </p:spPr>
      </p:pic>
      <p:sp>
        <p:nvSpPr>
          <p:cNvPr id="150" name="Title Text"/>
          <p:cNvSpPr txBox="1">
            <a:spLocks noGrp="1"/>
          </p:cNvSpPr>
          <p:nvPr>
            <p:ph type="title"/>
          </p:nvPr>
        </p:nvSpPr>
        <p:spPr>
          <a:xfrm>
            <a:off x="468312" y="560387"/>
            <a:ext cx="8207376" cy="996951"/>
          </a:xfrm>
          <a:prstGeom prst="rect">
            <a:avLst/>
          </a:prstGeom>
        </p:spPr>
        <p:txBody>
          <a:bodyPr/>
          <a:lstStyle/>
          <a:p>
            <a:r>
              <a:t>Title Text</a:t>
            </a:r>
          </a:p>
        </p:txBody>
      </p:sp>
      <p:sp>
        <p:nvSpPr>
          <p:cNvPr id="151" name="Body Level One…"/>
          <p:cNvSpPr txBox="1">
            <a:spLocks noGrp="1"/>
          </p:cNvSpPr>
          <p:nvPr>
            <p:ph type="body" idx="1"/>
          </p:nvPr>
        </p:nvSpPr>
        <p:spPr>
          <a:prstGeom prst="rect">
            <a:avLst/>
          </a:prstGeom>
        </p:spPr>
        <p:txBody>
          <a:bodyPr/>
          <a:lstStyle>
            <a:lvl2pPr indent="0"/>
            <a:lvl3pPr indent="0"/>
            <a:lvl4pPr indent="0"/>
            <a:lvl5pPr indent="0"/>
          </a:lstStyle>
          <a:p>
            <a:r>
              <a:t>Body Level One</a:t>
            </a:r>
          </a:p>
          <a:p>
            <a:pPr lvl="1"/>
            <a:r>
              <a:t>Body Level Two</a:t>
            </a:r>
          </a:p>
          <a:p>
            <a:pPr lvl="2"/>
            <a:r>
              <a:t>Body Level Three</a:t>
            </a:r>
          </a:p>
          <a:p>
            <a:pPr lvl="3"/>
            <a:r>
              <a:t>Body Level Four</a:t>
            </a:r>
          </a:p>
          <a:p>
            <a:pPr lvl="4"/>
            <a:r>
              <a:t>Body Level Five</a:t>
            </a:r>
          </a:p>
        </p:txBody>
      </p:sp>
      <p:sp>
        <p:nvSpPr>
          <p:cNvPr id="152" name="Slide Number"/>
          <p:cNvSpPr txBox="1">
            <a:spLocks noGrp="1"/>
          </p:cNvSpPr>
          <p:nvPr>
            <p:ph type="sldNum" sz="quarter" idx="2"/>
          </p:nvPr>
        </p:nvSpPr>
        <p:spPr>
          <a:xfrm>
            <a:off x="6279548" y="6224225"/>
            <a:ext cx="273652" cy="26425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tx">
  <p:cSld name="Vertical Title and Text">
    <p:spTree>
      <p:nvGrpSpPr>
        <p:cNvPr id="1" name=""/>
        <p:cNvGrpSpPr/>
        <p:nvPr/>
      </p:nvGrpSpPr>
      <p:grpSpPr>
        <a:xfrm>
          <a:off x="0" y="0"/>
          <a:ext cx="0" cy="0"/>
          <a:chOff x="0" y="0"/>
          <a:chExt cx="0" cy="0"/>
        </a:xfrm>
      </p:grpSpPr>
      <p:sp>
        <p:nvSpPr>
          <p:cNvPr id="159" name="Curtin University is a trademark of Curtin University of Technology…"/>
          <p:cNvSpPr txBox="1"/>
          <p:nvPr/>
        </p:nvSpPr>
        <p:spPr>
          <a:xfrm>
            <a:off x="468311" y="6302375"/>
            <a:ext cx="2230389" cy="14990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p>
            <a:pPr>
              <a:defRPr sz="600">
                <a:solidFill>
                  <a:srgbClr val="969696"/>
                </a:solidFill>
                <a:latin typeface="+mj-lt"/>
                <a:ea typeface="+mj-ea"/>
                <a:cs typeface="+mj-cs"/>
                <a:sym typeface="Arial"/>
              </a:defRPr>
            </a:pPr>
            <a:r>
              <a:t>Curtin University is a trademark of Curtin University of Technology</a:t>
            </a:r>
          </a:p>
          <a:p>
            <a:pPr>
              <a:defRPr sz="600">
                <a:solidFill>
                  <a:srgbClr val="969696"/>
                </a:solidFill>
                <a:latin typeface="+mj-lt"/>
                <a:ea typeface="+mj-ea"/>
                <a:cs typeface="+mj-cs"/>
                <a:sym typeface="Arial"/>
              </a:defRPr>
            </a:pPr>
            <a:r>
              <a:t>CRICOS Provider Code 00301J</a:t>
            </a:r>
          </a:p>
        </p:txBody>
      </p:sp>
      <p:pic>
        <p:nvPicPr>
          <p:cNvPr id="160" name="curtinPowerPointBGContent-Alpha.gif" descr="curtinPowerPointBGContent-Alpha.gif"/>
          <p:cNvPicPr>
            <a:picLocks noChangeAspect="1"/>
          </p:cNvPicPr>
          <p:nvPr/>
        </p:nvPicPr>
        <p:blipFill>
          <a:blip r:embed="rId2"/>
          <a:stretch>
            <a:fillRect/>
          </a:stretch>
        </p:blipFill>
        <p:spPr>
          <a:xfrm>
            <a:off x="0" y="0"/>
            <a:ext cx="9144000" cy="6858000"/>
          </a:xfrm>
          <a:prstGeom prst="rect">
            <a:avLst/>
          </a:prstGeom>
          <a:ln w="12700">
            <a:miter lim="400000"/>
          </a:ln>
        </p:spPr>
      </p:pic>
      <p:sp>
        <p:nvSpPr>
          <p:cNvPr id="161" name="Title Text"/>
          <p:cNvSpPr txBox="1">
            <a:spLocks noGrp="1"/>
          </p:cNvSpPr>
          <p:nvPr>
            <p:ph type="title"/>
          </p:nvPr>
        </p:nvSpPr>
        <p:spPr>
          <a:xfrm>
            <a:off x="6629400" y="560387"/>
            <a:ext cx="2057400" cy="5389565"/>
          </a:xfrm>
          <a:prstGeom prst="rect">
            <a:avLst/>
          </a:prstGeom>
        </p:spPr>
        <p:txBody>
          <a:bodyPr/>
          <a:lstStyle/>
          <a:p>
            <a:r>
              <a:t>Title Text</a:t>
            </a:r>
          </a:p>
        </p:txBody>
      </p:sp>
      <p:sp>
        <p:nvSpPr>
          <p:cNvPr id="162" name="Body Level One…"/>
          <p:cNvSpPr txBox="1">
            <a:spLocks noGrp="1"/>
          </p:cNvSpPr>
          <p:nvPr>
            <p:ph type="body" idx="1"/>
          </p:nvPr>
        </p:nvSpPr>
        <p:spPr>
          <a:xfrm>
            <a:off x="457200" y="560387"/>
            <a:ext cx="6019800" cy="5389565"/>
          </a:xfrm>
          <a:prstGeom prst="rect">
            <a:avLst/>
          </a:prstGeom>
        </p:spPr>
        <p:txBody>
          <a:bodyPr/>
          <a:lstStyle>
            <a:lvl2pPr indent="0"/>
            <a:lvl3pPr indent="0"/>
            <a:lvl4pPr indent="0"/>
            <a:lvl5pPr indent="0"/>
          </a:lstStyle>
          <a:p>
            <a:r>
              <a:t>Body Level One</a:t>
            </a:r>
          </a:p>
          <a:p>
            <a:pPr lvl="1"/>
            <a:r>
              <a:t>Body Level Two</a:t>
            </a:r>
          </a:p>
          <a:p>
            <a:pPr lvl="2"/>
            <a:r>
              <a:t>Body Level Three</a:t>
            </a:r>
          </a:p>
          <a:p>
            <a:pPr lvl="3"/>
            <a:r>
              <a:t>Body Level Four</a:t>
            </a:r>
          </a:p>
          <a:p>
            <a:pPr lvl="4"/>
            <a:r>
              <a:t>Body Level Five</a:t>
            </a:r>
          </a:p>
        </p:txBody>
      </p:sp>
      <p:sp>
        <p:nvSpPr>
          <p:cNvPr id="163" name="Slide Number"/>
          <p:cNvSpPr txBox="1">
            <a:spLocks noGrp="1"/>
          </p:cNvSpPr>
          <p:nvPr>
            <p:ph type="sldNum" sz="quarter" idx="2"/>
          </p:nvPr>
        </p:nvSpPr>
        <p:spPr>
          <a:xfrm>
            <a:off x="6279548" y="6224225"/>
            <a:ext cx="273652" cy="26425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tx">
  <p:cSld name="Default">
    <p:spTree>
      <p:nvGrpSpPr>
        <p:cNvPr id="1" name=""/>
        <p:cNvGrpSpPr/>
        <p:nvPr/>
      </p:nvGrpSpPr>
      <p:grpSpPr>
        <a:xfrm>
          <a:off x="0" y="0"/>
          <a:ext cx="0" cy="0"/>
          <a:chOff x="0" y="0"/>
          <a:chExt cx="0" cy="0"/>
        </a:xfrm>
      </p:grpSpPr>
      <p:sp>
        <p:nvSpPr>
          <p:cNvPr id="170" name="Slide Number"/>
          <p:cNvSpPr txBox="1">
            <a:spLocks noGrp="1"/>
          </p:cNvSpPr>
          <p:nvPr>
            <p:ph type="sldNum" sz="quarter" idx="2"/>
          </p:nvPr>
        </p:nvSpPr>
        <p:spPr>
          <a:xfrm>
            <a:off x="6553200" y="6356350"/>
            <a:ext cx="335862" cy="333084"/>
          </a:xfrm>
          <a:prstGeom prst="rect">
            <a:avLst/>
          </a:prstGeom>
        </p:spPr>
        <p:txBody>
          <a:bodyPr anchor="t"/>
          <a:lstStyle>
            <a:lvl1pPr algn="l">
              <a:defRPr sz="1800">
                <a:solidFill>
                  <a:srgbClr val="000000"/>
                </a:solidFill>
                <a:latin typeface="Calibri"/>
                <a:ea typeface="Calibri"/>
                <a:cs typeface="Calibri"/>
                <a:sym typeface="Calibri"/>
              </a:defRPr>
            </a:lvl1pPr>
          </a:lstStyle>
          <a:p>
            <a:fld id="{86CB4B4D-7CA3-9044-876B-883B54F8677D}" type="slidenum">
              <a:t>‹#›</a:t>
            </a:fld>
            <a:endParaRPr/>
          </a:p>
        </p:txBody>
      </p:sp>
    </p:spTree>
  </p:cSld>
  <p:clrMapOvr>
    <a:masterClrMapping/>
  </p:clrMapOvr>
  <p:transition spd="med"/>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tx">
  <p:cSld name="Default">
    <p:spTree>
      <p:nvGrpSpPr>
        <p:cNvPr id="1" name=""/>
        <p:cNvGrpSpPr/>
        <p:nvPr/>
      </p:nvGrpSpPr>
      <p:grpSpPr>
        <a:xfrm>
          <a:off x="0" y="0"/>
          <a:ext cx="0" cy="0"/>
          <a:chOff x="0" y="0"/>
          <a:chExt cx="0" cy="0"/>
        </a:xfrm>
      </p:grpSpPr>
      <p:sp>
        <p:nvSpPr>
          <p:cNvPr id="177" name="Slide Number"/>
          <p:cNvSpPr txBox="1">
            <a:spLocks noGrp="1"/>
          </p:cNvSpPr>
          <p:nvPr>
            <p:ph type="sldNum" sz="quarter" idx="2"/>
          </p:nvPr>
        </p:nvSpPr>
        <p:spPr>
          <a:xfrm>
            <a:off x="6279548" y="6224225"/>
            <a:ext cx="273652" cy="264251"/>
          </a:xfrm>
          <a:prstGeom prst="rect">
            <a:avLst/>
          </a:prstGeom>
        </p:spPr>
        <p:txBody>
          <a:bodyPr/>
          <a:lstStyle>
            <a:lvl1pPr>
              <a:defRPr>
                <a:solidFill>
                  <a:srgbClr val="000000"/>
                </a:solidFill>
              </a:defRPr>
            </a:lvl1pPr>
          </a:lstStyle>
          <a:p>
            <a:fld id="{86CB4B4D-7CA3-9044-876B-883B54F8677D}" type="slidenum">
              <a:t>‹#›</a:t>
            </a:fld>
            <a:endParaRPr/>
          </a:p>
        </p:txBody>
      </p:sp>
    </p:spTree>
  </p:cSld>
  <p:clrMapOvr>
    <a:masterClrMapping/>
  </p:clrMapOvr>
  <p:transition spd="med"/>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tx">
  <p:cSld name="Default">
    <p:spTree>
      <p:nvGrpSpPr>
        <p:cNvPr id="1" name=""/>
        <p:cNvGrpSpPr/>
        <p:nvPr/>
      </p:nvGrpSpPr>
      <p:grpSpPr>
        <a:xfrm>
          <a:off x="0" y="0"/>
          <a:ext cx="0" cy="0"/>
          <a:chOff x="0" y="0"/>
          <a:chExt cx="0" cy="0"/>
        </a:xfrm>
      </p:grpSpPr>
      <p:sp>
        <p:nvSpPr>
          <p:cNvPr id="184" name="Slide Number"/>
          <p:cNvSpPr txBox="1">
            <a:spLocks noGrp="1"/>
          </p:cNvSpPr>
          <p:nvPr>
            <p:ph type="sldNum" sz="quarter" idx="2"/>
          </p:nvPr>
        </p:nvSpPr>
        <p:spPr>
          <a:xfrm>
            <a:off x="6553200" y="6356350"/>
            <a:ext cx="335862" cy="333084"/>
          </a:xfrm>
          <a:prstGeom prst="rect">
            <a:avLst/>
          </a:prstGeom>
        </p:spPr>
        <p:txBody>
          <a:bodyPr anchor="t"/>
          <a:lstStyle>
            <a:lvl1pPr algn="l">
              <a:defRPr sz="1800">
                <a:solidFill>
                  <a:srgbClr val="000000"/>
                </a:solidFill>
                <a:latin typeface="Calibri"/>
                <a:ea typeface="Calibri"/>
                <a:cs typeface="Calibri"/>
                <a:sym typeface="Calibri"/>
              </a:defRPr>
            </a:lvl1pPr>
          </a:lstStyle>
          <a:p>
            <a:fld id="{86CB4B4D-7CA3-9044-876B-883B54F8677D}" type="slidenum">
              <a:t>‹#›</a:t>
            </a:fld>
            <a:endParaRPr/>
          </a:p>
        </p:txBody>
      </p:sp>
    </p:spTree>
  </p:cSld>
  <p:clrMapOvr>
    <a:masterClrMapping/>
  </p:clrMapOvr>
  <p:transition spd="med"/>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type="tx">
  <p:cSld name="Default">
    <p:bg>
      <p:bgPr>
        <a:solidFill>
          <a:schemeClr val="accent3">
            <a:lumOff val="38860"/>
          </a:schemeClr>
        </a:solidFill>
        <a:effectLst/>
      </p:bgPr>
    </p:bg>
    <p:spTree>
      <p:nvGrpSpPr>
        <p:cNvPr id="1" name=""/>
        <p:cNvGrpSpPr/>
        <p:nvPr/>
      </p:nvGrpSpPr>
      <p:grpSpPr>
        <a:xfrm>
          <a:off x="0" y="0"/>
          <a:ext cx="0" cy="0"/>
          <a:chOff x="0" y="0"/>
          <a:chExt cx="0" cy="0"/>
        </a:xfrm>
      </p:grpSpPr>
      <p:sp>
        <p:nvSpPr>
          <p:cNvPr id="191" name="Slide Number"/>
          <p:cNvSpPr txBox="1">
            <a:spLocks noGrp="1"/>
          </p:cNvSpPr>
          <p:nvPr>
            <p:ph type="sldNum" sz="quarter" idx="2"/>
          </p:nvPr>
        </p:nvSpPr>
        <p:spPr>
          <a:xfrm>
            <a:off x="4419600" y="6172200"/>
            <a:ext cx="2133600" cy="368301"/>
          </a:xfrm>
          <a:prstGeom prst="rect">
            <a:avLst/>
          </a:prstGeom>
        </p:spPr>
        <p:txBody>
          <a:bodyPr/>
          <a:lstStyle>
            <a:lvl1pPr>
              <a:defRPr>
                <a:solidFill>
                  <a:srgbClr val="000000"/>
                </a:solidFill>
              </a:defRPr>
            </a:lvl1pPr>
          </a:lstStyle>
          <a:p>
            <a:fld id="{86CB4B4D-7CA3-9044-876B-883B54F8677D}" type="slidenum">
              <a:t>‹#›</a:t>
            </a:fld>
            <a:endParaRPr/>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1.gif"/><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Curtin University is a trademark of Curtin University of Technology…"/>
          <p:cNvSpPr txBox="1"/>
          <p:nvPr/>
        </p:nvSpPr>
        <p:spPr>
          <a:xfrm>
            <a:off x="468312" y="6302375"/>
            <a:ext cx="2230389" cy="14990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p>
            <a:pPr>
              <a:defRPr sz="600">
                <a:solidFill>
                  <a:srgbClr val="969696"/>
                </a:solidFill>
                <a:latin typeface="+mj-lt"/>
                <a:ea typeface="+mj-ea"/>
                <a:cs typeface="+mj-cs"/>
                <a:sym typeface="Arial"/>
              </a:defRPr>
            </a:pPr>
            <a:r>
              <a:t>Curtin University is a trademark of Curtin University of Technology</a:t>
            </a:r>
          </a:p>
          <a:p>
            <a:pPr>
              <a:defRPr sz="600">
                <a:solidFill>
                  <a:srgbClr val="969696"/>
                </a:solidFill>
                <a:latin typeface="+mj-lt"/>
                <a:ea typeface="+mj-ea"/>
                <a:cs typeface="+mj-cs"/>
                <a:sym typeface="Arial"/>
              </a:defRPr>
            </a:pPr>
            <a:r>
              <a:t>CRICOS Provider Code 00301J</a:t>
            </a:r>
          </a:p>
        </p:txBody>
      </p:sp>
      <p:pic>
        <p:nvPicPr>
          <p:cNvPr id="3" name="curtinPowerPointBGContent-Alpha.gif" descr="curtinPowerPointBGContent-Alpha.gif"/>
          <p:cNvPicPr>
            <a:picLocks noChangeAspect="1"/>
          </p:cNvPicPr>
          <p:nvPr userDrawn="1"/>
        </p:nvPicPr>
        <p:blipFill>
          <a:blip r:embed="rId20"/>
          <a:stretch>
            <a:fillRect/>
          </a:stretch>
        </p:blipFill>
        <p:spPr>
          <a:xfrm>
            <a:off x="0" y="0"/>
            <a:ext cx="9144000" cy="6858000"/>
          </a:xfrm>
          <a:prstGeom prst="rect">
            <a:avLst/>
          </a:prstGeom>
          <a:ln w="12700">
            <a:miter lim="400000"/>
          </a:ln>
        </p:spPr>
      </p:pic>
      <p:sp>
        <p:nvSpPr>
          <p:cNvPr id="4" name="Title Text"/>
          <p:cNvSpPr txBox="1">
            <a:spLocks noGrp="1"/>
          </p:cNvSpPr>
          <p:nvPr>
            <p:ph type="title"/>
          </p:nvPr>
        </p:nvSpPr>
        <p:spPr>
          <a:xfrm>
            <a:off x="468312" y="560387"/>
            <a:ext cx="8207376" cy="99695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ormAutofit/>
          </a:bodyPr>
          <a:lstStyle/>
          <a:p>
            <a:r>
              <a:t>Title Text</a:t>
            </a:r>
          </a:p>
        </p:txBody>
      </p:sp>
      <p:sp>
        <p:nvSpPr>
          <p:cNvPr id="5" name="Body Level One…"/>
          <p:cNvSpPr txBox="1">
            <a:spLocks noGrp="1"/>
          </p:cNvSpPr>
          <p:nvPr>
            <p:ph type="body" idx="1"/>
          </p:nvPr>
        </p:nvSpPr>
        <p:spPr>
          <a:xfrm>
            <a:off x="457200" y="1600200"/>
            <a:ext cx="8229600" cy="434975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ormAutofit/>
          </a:bodyPr>
          <a:lstStyle/>
          <a:p>
            <a:r>
              <a:t>Body Level One</a:t>
            </a:r>
          </a:p>
          <a:p>
            <a:pPr lvl="1"/>
            <a:r>
              <a:t>Body Level Two</a:t>
            </a:r>
          </a:p>
          <a:p>
            <a:pPr lvl="2"/>
            <a:r>
              <a:t>Body Level Three</a:t>
            </a:r>
          </a:p>
          <a:p>
            <a:pPr lvl="3"/>
            <a:r>
              <a:t>Body Level Four</a:t>
            </a:r>
          </a:p>
          <a:p>
            <a:pPr lvl="4"/>
            <a:r>
              <a:t>Body Level Five</a:t>
            </a:r>
          </a:p>
        </p:txBody>
      </p:sp>
      <p:sp>
        <p:nvSpPr>
          <p:cNvPr id="6" name="INSYS5002 - Introduction to Visual C#"/>
          <p:cNvSpPr txBox="1"/>
          <p:nvPr/>
        </p:nvSpPr>
        <p:spPr>
          <a:xfrm>
            <a:off x="468312" y="6143725"/>
            <a:ext cx="1918795" cy="15388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lvl1pPr>
              <a:defRPr sz="1200">
                <a:solidFill>
                  <a:srgbClr val="666666"/>
                </a:solidFill>
                <a:latin typeface="+mj-lt"/>
                <a:ea typeface="+mj-ea"/>
                <a:cs typeface="+mj-cs"/>
                <a:sym typeface="Arial"/>
              </a:defRPr>
            </a:lvl1pPr>
          </a:lstStyle>
          <a:p>
            <a:r>
              <a:rPr sz="1000" dirty="0"/>
              <a:t>ISY</a:t>
            </a:r>
            <a:r>
              <a:rPr lang="en-AU" sz="1000" dirty="0"/>
              <a:t>S</a:t>
            </a:r>
            <a:r>
              <a:rPr sz="1000" dirty="0"/>
              <a:t>S2</a:t>
            </a:r>
            <a:r>
              <a:rPr lang="en-AU" sz="1000" dirty="0"/>
              <a:t>001</a:t>
            </a:r>
            <a:r>
              <a:rPr sz="1000" dirty="0"/>
              <a:t> </a:t>
            </a:r>
            <a:r>
              <a:rPr lang="en-AU" sz="1000" dirty="0"/>
              <a:t>– Importing Functions</a:t>
            </a:r>
            <a:endParaRPr sz="10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Lst>
  <p:transition spd="med"/>
  <p:txStyles>
    <p:titleStyle>
      <a:lvl1pPr marL="0" marR="0" indent="0" algn="l" defTabSz="914400" latinLnBrk="0">
        <a:lnSpc>
          <a:spcPct val="100000"/>
        </a:lnSpc>
        <a:spcBef>
          <a:spcPts val="0"/>
        </a:spcBef>
        <a:spcAft>
          <a:spcPts val="0"/>
        </a:spcAft>
        <a:buClrTx/>
        <a:buSzTx/>
        <a:buFontTx/>
        <a:buNone/>
        <a:tabLst/>
        <a:defRPr sz="3200" b="0" i="0" u="none" strike="noStrike" cap="none" spc="0" baseline="0">
          <a:solidFill>
            <a:schemeClr val="accent4">
              <a:lumOff val="20882"/>
            </a:schemeClr>
          </a:solidFill>
          <a:uFillTx/>
          <a:latin typeface="+mj-lt"/>
          <a:ea typeface="+mj-ea"/>
          <a:cs typeface="+mj-cs"/>
          <a:sym typeface="Arial"/>
        </a:defRPr>
      </a:lvl1pPr>
      <a:lvl2pPr marL="0" marR="0" indent="0" algn="l" defTabSz="914400" latinLnBrk="0">
        <a:lnSpc>
          <a:spcPct val="100000"/>
        </a:lnSpc>
        <a:spcBef>
          <a:spcPts val="0"/>
        </a:spcBef>
        <a:spcAft>
          <a:spcPts val="0"/>
        </a:spcAft>
        <a:buClrTx/>
        <a:buSzTx/>
        <a:buFontTx/>
        <a:buNone/>
        <a:tabLst/>
        <a:defRPr sz="3200" b="0" i="0" u="none" strike="noStrike" cap="none" spc="0" baseline="0">
          <a:solidFill>
            <a:schemeClr val="accent4">
              <a:lumOff val="20882"/>
            </a:schemeClr>
          </a:solidFill>
          <a:uFillTx/>
          <a:latin typeface="+mj-lt"/>
          <a:ea typeface="+mj-ea"/>
          <a:cs typeface="+mj-cs"/>
          <a:sym typeface="Arial"/>
        </a:defRPr>
      </a:lvl2pPr>
      <a:lvl3pPr marL="0" marR="0" indent="0" algn="l" defTabSz="914400" latinLnBrk="0">
        <a:lnSpc>
          <a:spcPct val="100000"/>
        </a:lnSpc>
        <a:spcBef>
          <a:spcPts val="0"/>
        </a:spcBef>
        <a:spcAft>
          <a:spcPts val="0"/>
        </a:spcAft>
        <a:buClrTx/>
        <a:buSzTx/>
        <a:buFontTx/>
        <a:buNone/>
        <a:tabLst/>
        <a:defRPr sz="3200" b="0" i="0" u="none" strike="noStrike" cap="none" spc="0" baseline="0">
          <a:solidFill>
            <a:schemeClr val="accent4">
              <a:lumOff val="20882"/>
            </a:schemeClr>
          </a:solidFill>
          <a:uFillTx/>
          <a:latin typeface="+mj-lt"/>
          <a:ea typeface="+mj-ea"/>
          <a:cs typeface="+mj-cs"/>
          <a:sym typeface="Arial"/>
        </a:defRPr>
      </a:lvl3pPr>
      <a:lvl4pPr marL="0" marR="0" indent="0" algn="l" defTabSz="914400" latinLnBrk="0">
        <a:lnSpc>
          <a:spcPct val="100000"/>
        </a:lnSpc>
        <a:spcBef>
          <a:spcPts val="0"/>
        </a:spcBef>
        <a:spcAft>
          <a:spcPts val="0"/>
        </a:spcAft>
        <a:buClrTx/>
        <a:buSzTx/>
        <a:buFontTx/>
        <a:buNone/>
        <a:tabLst/>
        <a:defRPr sz="3200" b="0" i="0" u="none" strike="noStrike" cap="none" spc="0" baseline="0">
          <a:solidFill>
            <a:schemeClr val="accent4">
              <a:lumOff val="20882"/>
            </a:schemeClr>
          </a:solidFill>
          <a:uFillTx/>
          <a:latin typeface="+mj-lt"/>
          <a:ea typeface="+mj-ea"/>
          <a:cs typeface="+mj-cs"/>
          <a:sym typeface="Arial"/>
        </a:defRPr>
      </a:lvl4pPr>
      <a:lvl5pPr marL="0" marR="0" indent="0" algn="l" defTabSz="914400" latinLnBrk="0">
        <a:lnSpc>
          <a:spcPct val="100000"/>
        </a:lnSpc>
        <a:spcBef>
          <a:spcPts val="0"/>
        </a:spcBef>
        <a:spcAft>
          <a:spcPts val="0"/>
        </a:spcAft>
        <a:buClrTx/>
        <a:buSzTx/>
        <a:buFontTx/>
        <a:buNone/>
        <a:tabLst/>
        <a:defRPr sz="3200" b="0" i="0" u="none" strike="noStrike" cap="none" spc="0" baseline="0">
          <a:solidFill>
            <a:schemeClr val="accent4">
              <a:lumOff val="20882"/>
            </a:schemeClr>
          </a:solidFill>
          <a:uFillTx/>
          <a:latin typeface="+mj-lt"/>
          <a:ea typeface="+mj-ea"/>
          <a:cs typeface="+mj-cs"/>
          <a:sym typeface="Arial"/>
        </a:defRPr>
      </a:lvl5pPr>
      <a:lvl6pPr marL="0" marR="0" indent="457200" algn="l" defTabSz="914400" latinLnBrk="0">
        <a:lnSpc>
          <a:spcPct val="100000"/>
        </a:lnSpc>
        <a:spcBef>
          <a:spcPts val="0"/>
        </a:spcBef>
        <a:spcAft>
          <a:spcPts val="0"/>
        </a:spcAft>
        <a:buClrTx/>
        <a:buSzTx/>
        <a:buFontTx/>
        <a:buNone/>
        <a:tabLst/>
        <a:defRPr sz="3200" b="0" i="0" u="none" strike="noStrike" cap="none" spc="0" baseline="0">
          <a:solidFill>
            <a:schemeClr val="accent4">
              <a:lumOff val="20882"/>
            </a:schemeClr>
          </a:solidFill>
          <a:uFillTx/>
          <a:latin typeface="+mj-lt"/>
          <a:ea typeface="+mj-ea"/>
          <a:cs typeface="+mj-cs"/>
          <a:sym typeface="Arial"/>
        </a:defRPr>
      </a:lvl6pPr>
      <a:lvl7pPr marL="0" marR="0" indent="914400" algn="l" defTabSz="914400" latinLnBrk="0">
        <a:lnSpc>
          <a:spcPct val="100000"/>
        </a:lnSpc>
        <a:spcBef>
          <a:spcPts val="0"/>
        </a:spcBef>
        <a:spcAft>
          <a:spcPts val="0"/>
        </a:spcAft>
        <a:buClrTx/>
        <a:buSzTx/>
        <a:buFontTx/>
        <a:buNone/>
        <a:tabLst/>
        <a:defRPr sz="3200" b="0" i="0" u="none" strike="noStrike" cap="none" spc="0" baseline="0">
          <a:solidFill>
            <a:schemeClr val="accent4">
              <a:lumOff val="20882"/>
            </a:schemeClr>
          </a:solidFill>
          <a:uFillTx/>
          <a:latin typeface="+mj-lt"/>
          <a:ea typeface="+mj-ea"/>
          <a:cs typeface="+mj-cs"/>
          <a:sym typeface="Arial"/>
        </a:defRPr>
      </a:lvl7pPr>
      <a:lvl8pPr marL="0" marR="0" indent="1371600" algn="l" defTabSz="914400" latinLnBrk="0">
        <a:lnSpc>
          <a:spcPct val="100000"/>
        </a:lnSpc>
        <a:spcBef>
          <a:spcPts val="0"/>
        </a:spcBef>
        <a:spcAft>
          <a:spcPts val="0"/>
        </a:spcAft>
        <a:buClrTx/>
        <a:buSzTx/>
        <a:buFontTx/>
        <a:buNone/>
        <a:tabLst/>
        <a:defRPr sz="3200" b="0" i="0" u="none" strike="noStrike" cap="none" spc="0" baseline="0">
          <a:solidFill>
            <a:schemeClr val="accent4">
              <a:lumOff val="20882"/>
            </a:schemeClr>
          </a:solidFill>
          <a:uFillTx/>
          <a:latin typeface="+mj-lt"/>
          <a:ea typeface="+mj-ea"/>
          <a:cs typeface="+mj-cs"/>
          <a:sym typeface="Arial"/>
        </a:defRPr>
      </a:lvl8pPr>
      <a:lvl9pPr marL="0" marR="0" indent="1828800" algn="l" defTabSz="914400" latinLnBrk="0">
        <a:lnSpc>
          <a:spcPct val="100000"/>
        </a:lnSpc>
        <a:spcBef>
          <a:spcPts val="0"/>
        </a:spcBef>
        <a:spcAft>
          <a:spcPts val="0"/>
        </a:spcAft>
        <a:buClrTx/>
        <a:buSzTx/>
        <a:buFontTx/>
        <a:buNone/>
        <a:tabLst/>
        <a:defRPr sz="3200" b="0" i="0" u="none" strike="noStrike" cap="none" spc="0" baseline="0">
          <a:solidFill>
            <a:schemeClr val="accent4">
              <a:lumOff val="20882"/>
            </a:schemeClr>
          </a:solidFill>
          <a:uFillTx/>
          <a:latin typeface="+mj-lt"/>
          <a:ea typeface="+mj-ea"/>
          <a:cs typeface="+mj-cs"/>
          <a:sym typeface="Arial"/>
        </a:defRPr>
      </a:lvl9pPr>
    </p:titleStyle>
    <p:bodyStyle>
      <a:lvl1pPr marL="266700" marR="0" indent="-266700" algn="l" defTabSz="914400" latinLnBrk="0">
        <a:lnSpc>
          <a:spcPct val="110000"/>
        </a:lnSpc>
        <a:spcBef>
          <a:spcPts val="800"/>
        </a:spcBef>
        <a:spcAft>
          <a:spcPts val="0"/>
        </a:spcAft>
        <a:buClr>
          <a:schemeClr val="accent1"/>
        </a:buClr>
        <a:buSzPct val="100000"/>
        <a:buFontTx/>
        <a:buChar char="▪"/>
        <a:tabLst/>
        <a:defRPr sz="2400" b="0" i="0" u="none" strike="noStrike" cap="none" spc="0" baseline="0">
          <a:solidFill>
            <a:srgbClr val="333333"/>
          </a:solidFill>
          <a:uFillTx/>
          <a:latin typeface="+mj-lt"/>
          <a:ea typeface="+mj-ea"/>
          <a:cs typeface="+mj-cs"/>
          <a:sym typeface="Arial"/>
        </a:defRPr>
      </a:lvl1pPr>
      <a:lvl2pPr marL="0" marR="0" indent="538162" algn="l" defTabSz="914400" latinLnBrk="0">
        <a:lnSpc>
          <a:spcPct val="110000"/>
        </a:lnSpc>
        <a:spcBef>
          <a:spcPts val="800"/>
        </a:spcBef>
        <a:spcAft>
          <a:spcPts val="0"/>
        </a:spcAft>
        <a:buClr>
          <a:schemeClr val="accent1"/>
        </a:buClr>
        <a:buSzTx/>
        <a:buFont typeface="Wingdings"/>
        <a:buNone/>
        <a:tabLst/>
        <a:defRPr sz="2400" b="0" i="0" u="none" strike="noStrike" cap="none" spc="0" baseline="0">
          <a:solidFill>
            <a:srgbClr val="333333"/>
          </a:solidFill>
          <a:uFillTx/>
          <a:latin typeface="+mj-lt"/>
          <a:ea typeface="+mj-ea"/>
          <a:cs typeface="+mj-cs"/>
          <a:sym typeface="Arial"/>
        </a:defRPr>
      </a:lvl2pPr>
      <a:lvl3pPr marL="0" marR="0" indent="985837" algn="l" defTabSz="914400" latinLnBrk="0">
        <a:lnSpc>
          <a:spcPct val="110000"/>
        </a:lnSpc>
        <a:spcBef>
          <a:spcPts val="800"/>
        </a:spcBef>
        <a:spcAft>
          <a:spcPts val="0"/>
        </a:spcAft>
        <a:buClr>
          <a:schemeClr val="accent1"/>
        </a:buClr>
        <a:buSzTx/>
        <a:buFont typeface="Wingdings"/>
        <a:buNone/>
        <a:tabLst/>
        <a:defRPr sz="2400" b="0" i="0" u="none" strike="noStrike" cap="none" spc="0" baseline="0">
          <a:solidFill>
            <a:srgbClr val="333333"/>
          </a:solidFill>
          <a:uFillTx/>
          <a:latin typeface="+mj-lt"/>
          <a:ea typeface="+mj-ea"/>
          <a:cs typeface="+mj-cs"/>
          <a:sym typeface="Arial"/>
        </a:defRPr>
      </a:lvl3pPr>
      <a:lvl4pPr marL="0" marR="0" indent="1433512" algn="l" defTabSz="914400" latinLnBrk="0">
        <a:lnSpc>
          <a:spcPct val="110000"/>
        </a:lnSpc>
        <a:spcBef>
          <a:spcPts val="800"/>
        </a:spcBef>
        <a:spcAft>
          <a:spcPts val="0"/>
        </a:spcAft>
        <a:buClr>
          <a:schemeClr val="accent1"/>
        </a:buClr>
        <a:buSzTx/>
        <a:buFont typeface="Wingdings"/>
        <a:buNone/>
        <a:tabLst/>
        <a:defRPr sz="2400" b="0" i="0" u="none" strike="noStrike" cap="none" spc="0" baseline="0">
          <a:solidFill>
            <a:srgbClr val="333333"/>
          </a:solidFill>
          <a:uFillTx/>
          <a:latin typeface="+mj-lt"/>
          <a:ea typeface="+mj-ea"/>
          <a:cs typeface="+mj-cs"/>
          <a:sym typeface="Arial"/>
        </a:defRPr>
      </a:lvl4pPr>
      <a:lvl5pPr marL="0" marR="0" indent="1790700" algn="l" defTabSz="914400" latinLnBrk="0">
        <a:lnSpc>
          <a:spcPct val="110000"/>
        </a:lnSpc>
        <a:spcBef>
          <a:spcPts val="800"/>
        </a:spcBef>
        <a:spcAft>
          <a:spcPts val="0"/>
        </a:spcAft>
        <a:buClr>
          <a:schemeClr val="accent1"/>
        </a:buClr>
        <a:buSzTx/>
        <a:buFont typeface="Wingdings"/>
        <a:buNone/>
        <a:tabLst/>
        <a:defRPr sz="2400" b="0" i="0" u="none" strike="noStrike" cap="none" spc="0" baseline="0">
          <a:solidFill>
            <a:srgbClr val="333333"/>
          </a:solidFill>
          <a:uFillTx/>
          <a:latin typeface="+mj-lt"/>
          <a:ea typeface="+mj-ea"/>
          <a:cs typeface="+mj-cs"/>
          <a:sym typeface="Arial"/>
        </a:defRPr>
      </a:lvl5pPr>
      <a:lvl6pPr marL="0" marR="0" indent="2247900" algn="l" defTabSz="914400" latinLnBrk="0">
        <a:lnSpc>
          <a:spcPct val="110000"/>
        </a:lnSpc>
        <a:spcBef>
          <a:spcPts val="800"/>
        </a:spcBef>
        <a:spcAft>
          <a:spcPts val="0"/>
        </a:spcAft>
        <a:buClr>
          <a:schemeClr val="accent1"/>
        </a:buClr>
        <a:buSzTx/>
        <a:buFont typeface="Wingdings"/>
        <a:buNone/>
        <a:tabLst/>
        <a:defRPr sz="2400" b="0" i="0" u="none" strike="noStrike" cap="none" spc="0" baseline="0">
          <a:solidFill>
            <a:srgbClr val="333333"/>
          </a:solidFill>
          <a:uFillTx/>
          <a:latin typeface="+mj-lt"/>
          <a:ea typeface="+mj-ea"/>
          <a:cs typeface="+mj-cs"/>
          <a:sym typeface="Arial"/>
        </a:defRPr>
      </a:lvl6pPr>
      <a:lvl7pPr marL="0" marR="0" indent="2705100" algn="l" defTabSz="914400" latinLnBrk="0">
        <a:lnSpc>
          <a:spcPct val="110000"/>
        </a:lnSpc>
        <a:spcBef>
          <a:spcPts val="800"/>
        </a:spcBef>
        <a:spcAft>
          <a:spcPts val="0"/>
        </a:spcAft>
        <a:buClr>
          <a:schemeClr val="accent1"/>
        </a:buClr>
        <a:buSzTx/>
        <a:buFont typeface="Wingdings"/>
        <a:buNone/>
        <a:tabLst/>
        <a:defRPr sz="2400" b="0" i="0" u="none" strike="noStrike" cap="none" spc="0" baseline="0">
          <a:solidFill>
            <a:srgbClr val="333333"/>
          </a:solidFill>
          <a:uFillTx/>
          <a:latin typeface="+mj-lt"/>
          <a:ea typeface="+mj-ea"/>
          <a:cs typeface="+mj-cs"/>
          <a:sym typeface="Arial"/>
        </a:defRPr>
      </a:lvl7pPr>
      <a:lvl8pPr marL="0" marR="0" indent="3162300" algn="l" defTabSz="914400" latinLnBrk="0">
        <a:lnSpc>
          <a:spcPct val="110000"/>
        </a:lnSpc>
        <a:spcBef>
          <a:spcPts val="800"/>
        </a:spcBef>
        <a:spcAft>
          <a:spcPts val="0"/>
        </a:spcAft>
        <a:buClr>
          <a:schemeClr val="accent1"/>
        </a:buClr>
        <a:buSzTx/>
        <a:buFont typeface="Wingdings"/>
        <a:buNone/>
        <a:tabLst/>
        <a:defRPr sz="2400" b="0" i="0" u="none" strike="noStrike" cap="none" spc="0" baseline="0">
          <a:solidFill>
            <a:srgbClr val="333333"/>
          </a:solidFill>
          <a:uFillTx/>
          <a:latin typeface="+mj-lt"/>
          <a:ea typeface="+mj-ea"/>
          <a:cs typeface="+mj-cs"/>
          <a:sym typeface="Arial"/>
        </a:defRPr>
      </a:lvl8pPr>
      <a:lvl9pPr marL="0" marR="0" indent="3619500" algn="l" defTabSz="914400" latinLnBrk="0">
        <a:lnSpc>
          <a:spcPct val="110000"/>
        </a:lnSpc>
        <a:spcBef>
          <a:spcPts val="800"/>
        </a:spcBef>
        <a:spcAft>
          <a:spcPts val="0"/>
        </a:spcAft>
        <a:buClr>
          <a:schemeClr val="accent1"/>
        </a:buClr>
        <a:buSzTx/>
        <a:buFont typeface="Wingdings"/>
        <a:buNone/>
        <a:tabLst/>
        <a:defRPr sz="2400" b="0" i="0" u="none" strike="noStrike" cap="none" spc="0" baseline="0">
          <a:solidFill>
            <a:srgbClr val="333333"/>
          </a:solidFill>
          <a:uFillTx/>
          <a:latin typeface="+mj-lt"/>
          <a:ea typeface="+mj-ea"/>
          <a:cs typeface="+mj-cs"/>
          <a:sym typeface="Arial"/>
        </a:defRPr>
      </a:lvl9pPr>
    </p:bodyStyle>
    <p:otherStyle>
      <a:lvl1pPr marL="0" marR="0" indent="0" algn="r" defTabSz="91440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Arial"/>
        </a:defRPr>
      </a:lvl1pPr>
      <a:lvl2pPr marL="0" marR="0" indent="457200" algn="r" defTabSz="91440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Arial"/>
        </a:defRPr>
      </a:lvl2pPr>
      <a:lvl3pPr marL="0" marR="0" indent="914400" algn="r" defTabSz="91440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Arial"/>
        </a:defRPr>
      </a:lvl3pPr>
      <a:lvl4pPr marL="0" marR="0" indent="1371600" algn="r" defTabSz="91440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Arial"/>
        </a:defRPr>
      </a:lvl4pPr>
      <a:lvl5pPr marL="0" marR="0" indent="1828800" algn="r" defTabSz="91440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Arial"/>
        </a:defRPr>
      </a:lvl5pPr>
      <a:lvl6pPr marL="0" marR="0" indent="2286000" algn="r" defTabSz="91440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Arial"/>
        </a:defRPr>
      </a:lvl6pPr>
      <a:lvl7pPr marL="0" marR="0" indent="2743200" algn="r" defTabSz="91440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Arial"/>
        </a:defRPr>
      </a:lvl7pPr>
      <a:lvl8pPr marL="0" marR="0" indent="3200400" algn="r" defTabSz="91440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Arial"/>
        </a:defRPr>
      </a:lvl8pPr>
      <a:lvl9pPr marL="0" marR="0" indent="3657600" algn="r" defTabSz="91440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t="-3000" b="-3000"/>
          </a:stretch>
        </a:blipFill>
        <a:effectLst/>
      </p:bgPr>
    </p:bg>
    <p:spTree>
      <p:nvGrpSpPr>
        <p:cNvPr id="1" name=""/>
        <p:cNvGrpSpPr/>
        <p:nvPr/>
      </p:nvGrpSpPr>
      <p:grpSpPr>
        <a:xfrm>
          <a:off x="0" y="0"/>
          <a:ext cx="0" cy="0"/>
          <a:chOff x="0" y="0"/>
          <a:chExt cx="0" cy="0"/>
        </a:xfrm>
      </p:grpSpPr>
      <p:sp>
        <p:nvSpPr>
          <p:cNvPr id="200" name="ISYS5002 Lecture 1, Department of Information Systems"/>
          <p:cNvSpPr txBox="1">
            <a:spLocks noGrp="1"/>
          </p:cNvSpPr>
          <p:nvPr>
            <p:ph type="body" sz="quarter" idx="1"/>
          </p:nvPr>
        </p:nvSpPr>
        <p:spPr>
          <a:xfrm>
            <a:off x="69850" y="5054603"/>
            <a:ext cx="5211763" cy="346078"/>
          </a:xfrm>
          <a:prstGeom prst="rect">
            <a:avLst/>
          </a:prstGeom>
        </p:spPr>
        <p:txBody>
          <a:bodyPr/>
          <a:lstStyle>
            <a:lvl1pPr defTabSz="704087">
              <a:spcBef>
                <a:spcPts val="700"/>
              </a:spcBef>
              <a:defRPr sz="1200"/>
            </a:lvl1pPr>
          </a:lstStyle>
          <a:p>
            <a:r>
              <a:rPr dirty="0"/>
              <a:t>ISYS</a:t>
            </a:r>
            <a:r>
              <a:rPr lang="en-AU" dirty="0"/>
              <a:t>2001</a:t>
            </a:r>
            <a:r>
              <a:rPr dirty="0"/>
              <a:t>, </a:t>
            </a:r>
            <a:r>
              <a:rPr lang="en-AU" dirty="0"/>
              <a:t>School of Marketing and Management</a:t>
            </a:r>
            <a:endParaRPr dirty="0"/>
          </a:p>
        </p:txBody>
      </p:sp>
      <p:sp>
        <p:nvSpPr>
          <p:cNvPr id="201" name="Introduction to Visual C#"/>
          <p:cNvSpPr txBox="1">
            <a:spLocks noGrp="1"/>
          </p:cNvSpPr>
          <p:nvPr>
            <p:ph type="title"/>
          </p:nvPr>
        </p:nvSpPr>
        <p:spPr>
          <a:xfrm>
            <a:off x="12700" y="4268437"/>
            <a:ext cx="5760000" cy="786166"/>
          </a:xfrm>
          <a:prstGeom prst="rect">
            <a:avLst/>
          </a:prstGeom>
        </p:spPr>
        <p:txBody>
          <a:bodyPr>
            <a:normAutofit/>
          </a:bodyPr>
          <a:lstStyle>
            <a:lvl1pPr defTabSz="768094">
              <a:defRPr sz="3600"/>
            </a:lvl1pPr>
          </a:lstStyle>
          <a:p>
            <a:r>
              <a:rPr lang="en-AU" dirty="0"/>
              <a:t>Modules</a:t>
            </a:r>
            <a:endParaRPr dirty="0"/>
          </a:p>
        </p:txBody>
      </p:sp>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4" name="Image" descr="Image"/>
          <p:cNvPicPr>
            <a:picLocks noChangeAspect="1"/>
          </p:cNvPicPr>
          <p:nvPr/>
        </p:nvPicPr>
        <p:blipFill>
          <a:blip r:embed="rId2"/>
          <a:srcRect l="17137" t="11714" r="17137" b="14544"/>
          <a:stretch>
            <a:fillRect/>
          </a:stretch>
        </p:blipFill>
        <p:spPr>
          <a:xfrm>
            <a:off x="652654" y="626076"/>
            <a:ext cx="8011053" cy="5055798"/>
          </a:xfrm>
          <a:prstGeom prst="rect">
            <a:avLst/>
          </a:prstGeom>
          <a:ln w="12700">
            <a:miter lim="400000"/>
          </a:ln>
        </p:spPr>
      </p:pic>
    </p:spTree>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7" name="Curtin University would like to pay our respect to the Aboriginal and Torres Strait Islander members of our community by acknowledging the traditional owners of the land on which the Bentley Campus is located, the Wadjuk people of the Nyungar NNation; and on our Kalgoorlie Campus, the Wongutha people of the North-Eastern Goldfields."/>
          <p:cNvSpPr txBox="1">
            <a:spLocks noGrp="1"/>
          </p:cNvSpPr>
          <p:nvPr>
            <p:ph type="body" idx="1"/>
          </p:nvPr>
        </p:nvSpPr>
        <p:spPr>
          <a:xfrm>
            <a:off x="446448" y="2028825"/>
            <a:ext cx="8251104" cy="2800350"/>
          </a:xfrm>
          <a:prstGeom prst="rect">
            <a:avLst/>
          </a:prstGeom>
        </p:spPr>
        <p:txBody>
          <a:bodyPr>
            <a:noAutofit/>
          </a:bodyPr>
          <a:lstStyle>
            <a:lvl1pPr marL="0" indent="0">
              <a:buClrTx/>
              <a:buSzTx/>
              <a:buNone/>
            </a:lvl1pPr>
          </a:lstStyle>
          <a:p>
            <a:pPr algn="ctr"/>
            <a:r>
              <a:rPr lang="en-AU" sz="3200" dirty="0"/>
              <a:t>I acknowledge the traditional custodians of the land on which I work and live, and recognise their continuing connection to land, water and community. I pay respect to elders past, present and emerging.</a:t>
            </a:r>
          </a:p>
        </p:txBody>
      </p:sp>
    </p:spTree>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82E063-79AA-6E41-A195-9D4D880F81C8}"/>
              </a:ext>
            </a:extLst>
          </p:cNvPr>
          <p:cNvSpPr>
            <a:spLocks noGrp="1"/>
          </p:cNvSpPr>
          <p:nvPr>
            <p:ph type="title"/>
          </p:nvPr>
        </p:nvSpPr>
        <p:spPr/>
        <p:txBody>
          <a:bodyPr/>
          <a:lstStyle/>
          <a:p>
            <a:r>
              <a:rPr lang="en-AU" dirty="0"/>
              <a:t>Today</a:t>
            </a:r>
          </a:p>
        </p:txBody>
      </p:sp>
      <p:sp>
        <p:nvSpPr>
          <p:cNvPr id="3" name="Text Placeholder 2">
            <a:extLst>
              <a:ext uri="{FF2B5EF4-FFF2-40B4-BE49-F238E27FC236}">
                <a16:creationId xmlns:a16="http://schemas.microsoft.com/office/drawing/2014/main" id="{4B7009AE-2676-494F-94C9-31B3D3351A3B}"/>
              </a:ext>
            </a:extLst>
          </p:cNvPr>
          <p:cNvSpPr>
            <a:spLocks noGrp="1"/>
          </p:cNvSpPr>
          <p:nvPr>
            <p:ph type="body" idx="1"/>
          </p:nvPr>
        </p:nvSpPr>
        <p:spPr/>
        <p:txBody>
          <a:bodyPr/>
          <a:lstStyle/>
          <a:p>
            <a:r>
              <a:rPr lang="en-AU" dirty="0"/>
              <a:t>Modules</a:t>
            </a:r>
          </a:p>
          <a:p>
            <a:r>
              <a:rPr lang="en-AU" dirty="0"/>
              <a:t>Packages</a:t>
            </a:r>
          </a:p>
          <a:p>
            <a:r>
              <a:rPr lang="en-AU" dirty="0"/>
              <a:t>Modular Design</a:t>
            </a:r>
          </a:p>
        </p:txBody>
      </p:sp>
    </p:spTree>
    <p:extLst>
      <p:ext uri="{BB962C8B-B14F-4D97-AF65-F5344CB8AC3E}">
        <p14:creationId xmlns:p14="http://schemas.microsoft.com/office/powerpoint/2010/main" val="1099642707"/>
      </p:ext>
    </p:extLst>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54D05A-5827-7C4B-8D35-F9737F32E071}"/>
              </a:ext>
            </a:extLst>
          </p:cNvPr>
          <p:cNvSpPr>
            <a:spLocks noGrp="1"/>
          </p:cNvSpPr>
          <p:nvPr>
            <p:ph type="title"/>
          </p:nvPr>
        </p:nvSpPr>
        <p:spPr/>
        <p:txBody>
          <a:bodyPr/>
          <a:lstStyle/>
          <a:p>
            <a:r>
              <a:rPr lang="en-AU" dirty="0"/>
              <a:t>Recall Modules</a:t>
            </a:r>
          </a:p>
        </p:txBody>
      </p:sp>
      <p:sp>
        <p:nvSpPr>
          <p:cNvPr id="3" name="Text Placeholder 2">
            <a:extLst>
              <a:ext uri="{FF2B5EF4-FFF2-40B4-BE49-F238E27FC236}">
                <a16:creationId xmlns:a16="http://schemas.microsoft.com/office/drawing/2014/main" id="{48B938FB-7723-2C4A-B9C0-794728A705F5}"/>
              </a:ext>
            </a:extLst>
          </p:cNvPr>
          <p:cNvSpPr>
            <a:spLocks noGrp="1"/>
          </p:cNvSpPr>
          <p:nvPr>
            <p:ph type="body" idx="1"/>
          </p:nvPr>
        </p:nvSpPr>
        <p:spPr>
          <a:xfrm>
            <a:off x="2514600" y="2930524"/>
            <a:ext cx="6161088" cy="1321436"/>
          </a:xfrm>
        </p:spPr>
        <p:txBody>
          <a:bodyPr>
            <a:noAutofit/>
          </a:bodyPr>
          <a:lstStyle/>
          <a:p>
            <a:pPr marL="0" indent="0">
              <a:buNone/>
            </a:pPr>
            <a:r>
              <a:rPr lang="en-AU" sz="4800" dirty="0"/>
              <a:t>import  random</a:t>
            </a:r>
          </a:p>
          <a:p>
            <a:pPr marL="0" indent="0">
              <a:buNone/>
            </a:pPr>
            <a:r>
              <a:rPr lang="en-AU" sz="4800" dirty="0" err="1"/>
              <a:t>random.choice</a:t>
            </a:r>
            <a:r>
              <a:rPr lang="en-AU" sz="4800" dirty="0"/>
              <a:t>([1,2,3])</a:t>
            </a:r>
          </a:p>
        </p:txBody>
      </p:sp>
      <p:sp>
        <p:nvSpPr>
          <p:cNvPr id="4" name="TextBox 3">
            <a:extLst>
              <a:ext uri="{FF2B5EF4-FFF2-40B4-BE49-F238E27FC236}">
                <a16:creationId xmlns:a16="http://schemas.microsoft.com/office/drawing/2014/main" id="{50AAE4E2-C587-4349-BD3B-0BEA3590EF0E}"/>
              </a:ext>
            </a:extLst>
          </p:cNvPr>
          <p:cNvSpPr txBox="1"/>
          <p:nvPr/>
        </p:nvSpPr>
        <p:spPr>
          <a:xfrm rot="21361482">
            <a:off x="1040329" y="1800033"/>
            <a:ext cx="2164079" cy="36932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t">
            <a:spAutoFit/>
          </a:bodyPr>
          <a:lstStyle/>
          <a:p>
            <a:pPr marL="0" marR="0" indent="0" algn="ctr" defTabSz="914400" rtl="0" fontAlgn="auto" latinLnBrk="0" hangingPunct="0">
              <a:lnSpc>
                <a:spcPct val="100000"/>
              </a:lnSpc>
              <a:spcBef>
                <a:spcPts val="0"/>
              </a:spcBef>
              <a:spcAft>
                <a:spcPts val="0"/>
              </a:spcAft>
              <a:buClrTx/>
              <a:buSzTx/>
              <a:buFontTx/>
              <a:buNone/>
              <a:tabLst/>
            </a:pPr>
            <a:r>
              <a:rPr kumimoji="0" lang="en-AU" sz="1800" b="0" i="0" u="none" strike="noStrike" cap="none" spc="0" normalizeH="0" baseline="0" dirty="0">
                <a:ln>
                  <a:noFill/>
                </a:ln>
                <a:solidFill>
                  <a:srgbClr val="333333"/>
                </a:solidFill>
                <a:effectLst/>
                <a:uFillTx/>
                <a:latin typeface="Lucida Handwriting" panose="03010101010101010101" pitchFamily="66" charset="77"/>
                <a:cs typeface="Lucida Grande" panose="020B0600040502020204" pitchFamily="34" charset="0"/>
                <a:sym typeface="Helvetica"/>
              </a:rPr>
              <a:t>Import keyword</a:t>
            </a:r>
          </a:p>
        </p:txBody>
      </p:sp>
      <p:cxnSp>
        <p:nvCxnSpPr>
          <p:cNvPr id="5" name="Straight Arrow Connector 4">
            <a:extLst>
              <a:ext uri="{FF2B5EF4-FFF2-40B4-BE49-F238E27FC236}">
                <a16:creationId xmlns:a16="http://schemas.microsoft.com/office/drawing/2014/main" id="{D78F3F7F-C905-6745-B18D-AE0FFC1C5E86}"/>
              </a:ext>
            </a:extLst>
          </p:cNvPr>
          <p:cNvCxnSpPr>
            <a:cxnSpLocks/>
          </p:cNvCxnSpPr>
          <p:nvPr/>
        </p:nvCxnSpPr>
        <p:spPr>
          <a:xfrm>
            <a:off x="2514600" y="2133600"/>
            <a:ext cx="532367" cy="897974"/>
          </a:xfrm>
          <a:prstGeom prst="straightConnector1">
            <a:avLst/>
          </a:prstGeom>
          <a:noFill/>
          <a:ln w="50800" cap="flat">
            <a:solidFill>
              <a:schemeClr val="accent1"/>
            </a:solidFill>
            <a:prstDash val="solid"/>
            <a:round/>
            <a:tailEnd type="triangle"/>
          </a:ln>
          <a:effectLst>
            <a:outerShdw blurRad="38100" dist="23000" dir="5400000" rotWithShape="0">
              <a:srgbClr val="000000">
                <a:alpha val="35000"/>
              </a:srgbClr>
            </a:outerShdw>
          </a:effectLst>
          <a:sp3d/>
        </p:spPr>
        <p:style>
          <a:lnRef idx="0">
            <a:scrgbClr r="0" g="0" b="0"/>
          </a:lnRef>
          <a:fillRef idx="0">
            <a:scrgbClr r="0" g="0" b="0"/>
          </a:fillRef>
          <a:effectRef idx="0">
            <a:scrgbClr r="0" g="0" b="0"/>
          </a:effectRef>
          <a:fontRef idx="none"/>
        </p:style>
      </p:cxnSp>
      <p:sp>
        <p:nvSpPr>
          <p:cNvPr id="6" name="TextBox 5">
            <a:extLst>
              <a:ext uri="{FF2B5EF4-FFF2-40B4-BE49-F238E27FC236}">
                <a16:creationId xmlns:a16="http://schemas.microsoft.com/office/drawing/2014/main" id="{3B494F45-6005-8441-B2AF-D0F2D05AE20A}"/>
              </a:ext>
            </a:extLst>
          </p:cNvPr>
          <p:cNvSpPr txBox="1"/>
          <p:nvPr/>
        </p:nvSpPr>
        <p:spPr>
          <a:xfrm rot="381676">
            <a:off x="4551238" y="1661534"/>
            <a:ext cx="2164079" cy="64632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t">
            <a:spAutoFit/>
          </a:bodyPr>
          <a:lstStyle/>
          <a:p>
            <a:pPr marL="0" marR="0" indent="0" algn="ctr" defTabSz="914400" rtl="0" fontAlgn="auto" latinLnBrk="0" hangingPunct="0">
              <a:lnSpc>
                <a:spcPct val="100000"/>
              </a:lnSpc>
              <a:spcBef>
                <a:spcPts val="0"/>
              </a:spcBef>
              <a:spcAft>
                <a:spcPts val="0"/>
              </a:spcAft>
              <a:buClrTx/>
              <a:buSzTx/>
              <a:buFontTx/>
              <a:buNone/>
              <a:tabLst/>
            </a:pPr>
            <a:r>
              <a:rPr kumimoji="0" lang="en-AU" sz="1800" b="0" i="0" u="none" strike="noStrike" cap="none" spc="0" normalizeH="0" baseline="0" dirty="0">
                <a:ln>
                  <a:noFill/>
                </a:ln>
                <a:solidFill>
                  <a:srgbClr val="333333"/>
                </a:solidFill>
                <a:effectLst/>
                <a:uFillTx/>
                <a:latin typeface="Lucida Handwriting" panose="03010101010101010101" pitchFamily="66" charset="77"/>
                <a:cs typeface="Lucida Grande" panose="020B0600040502020204" pitchFamily="34" charset="0"/>
                <a:sym typeface="Helvetica"/>
              </a:rPr>
              <a:t>The module we want to use</a:t>
            </a:r>
          </a:p>
        </p:txBody>
      </p:sp>
      <p:cxnSp>
        <p:nvCxnSpPr>
          <p:cNvPr id="7" name="Straight Arrow Connector 6">
            <a:extLst>
              <a:ext uri="{FF2B5EF4-FFF2-40B4-BE49-F238E27FC236}">
                <a16:creationId xmlns:a16="http://schemas.microsoft.com/office/drawing/2014/main" id="{1294BAC5-D9B5-A14C-868B-5999C8CC7CF9}"/>
              </a:ext>
            </a:extLst>
          </p:cNvPr>
          <p:cNvCxnSpPr>
            <a:cxnSpLocks/>
          </p:cNvCxnSpPr>
          <p:nvPr/>
        </p:nvCxnSpPr>
        <p:spPr>
          <a:xfrm flipH="1">
            <a:off x="5379834" y="2276857"/>
            <a:ext cx="9603" cy="754717"/>
          </a:xfrm>
          <a:prstGeom prst="straightConnector1">
            <a:avLst/>
          </a:prstGeom>
          <a:noFill/>
          <a:ln w="50800" cap="flat">
            <a:solidFill>
              <a:schemeClr val="accent1"/>
            </a:solidFill>
            <a:prstDash val="solid"/>
            <a:round/>
            <a:tailEnd type="triangle"/>
          </a:ln>
          <a:effectLst>
            <a:outerShdw blurRad="38100" dist="23000" dir="5400000" rotWithShape="0">
              <a:srgbClr val="000000">
                <a:alpha val="35000"/>
              </a:srgbClr>
            </a:outerShdw>
          </a:effectLst>
          <a:sp3d/>
        </p:spPr>
        <p:style>
          <a:lnRef idx="0">
            <a:scrgbClr r="0" g="0" b="0"/>
          </a:lnRef>
          <a:fillRef idx="0">
            <a:scrgbClr r="0" g="0" b="0"/>
          </a:fillRef>
          <a:effectRef idx="0">
            <a:scrgbClr r="0" g="0" b="0"/>
          </a:effectRef>
          <a:fontRef idx="none"/>
        </p:style>
      </p:cxnSp>
      <p:sp>
        <p:nvSpPr>
          <p:cNvPr id="8" name="TextBox 7">
            <a:extLst>
              <a:ext uri="{FF2B5EF4-FFF2-40B4-BE49-F238E27FC236}">
                <a16:creationId xmlns:a16="http://schemas.microsoft.com/office/drawing/2014/main" id="{664E09E7-05F9-8749-9060-F36023211B6F}"/>
              </a:ext>
            </a:extLst>
          </p:cNvPr>
          <p:cNvSpPr txBox="1"/>
          <p:nvPr/>
        </p:nvSpPr>
        <p:spPr>
          <a:xfrm>
            <a:off x="3214607" y="5374287"/>
            <a:ext cx="3067426" cy="92332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t">
            <a:spAutoFit/>
          </a:bodyPr>
          <a:lstStyle/>
          <a:p>
            <a:pPr marL="0" marR="0" indent="0" algn="ctr" defTabSz="914400" rtl="0" fontAlgn="auto" latinLnBrk="0" hangingPunct="0">
              <a:lnSpc>
                <a:spcPct val="100000"/>
              </a:lnSpc>
              <a:spcBef>
                <a:spcPts val="0"/>
              </a:spcBef>
              <a:spcAft>
                <a:spcPts val="0"/>
              </a:spcAft>
              <a:buClrTx/>
              <a:buSzTx/>
              <a:buFontTx/>
              <a:buNone/>
              <a:tabLst/>
            </a:pPr>
            <a:r>
              <a:rPr kumimoji="0" lang="en-AU" sz="1800" b="0" i="0" u="none" strike="noStrike" cap="none" spc="0" normalizeH="0" baseline="0" dirty="0">
                <a:ln>
                  <a:noFill/>
                </a:ln>
                <a:solidFill>
                  <a:srgbClr val="333333"/>
                </a:solidFill>
                <a:effectLst/>
                <a:uFillTx/>
                <a:latin typeface="Lucida Handwriting" panose="03010101010101010101" pitchFamily="66" charset="77"/>
                <a:cs typeface="Lucida Grande" panose="020B0600040502020204" pitchFamily="34" charset="0"/>
                <a:sym typeface="Helvetica"/>
              </a:rPr>
              <a:t>Call the choice() function from the random module</a:t>
            </a:r>
          </a:p>
        </p:txBody>
      </p:sp>
      <p:cxnSp>
        <p:nvCxnSpPr>
          <p:cNvPr id="9" name="Straight Arrow Connector 8">
            <a:extLst>
              <a:ext uri="{FF2B5EF4-FFF2-40B4-BE49-F238E27FC236}">
                <a16:creationId xmlns:a16="http://schemas.microsoft.com/office/drawing/2014/main" id="{5F7FBB27-FF7C-5E48-A980-C1801F41AF64}"/>
              </a:ext>
            </a:extLst>
          </p:cNvPr>
          <p:cNvCxnSpPr>
            <a:cxnSpLocks/>
          </p:cNvCxnSpPr>
          <p:nvPr/>
        </p:nvCxnSpPr>
        <p:spPr>
          <a:xfrm flipH="1" flipV="1">
            <a:off x="3718560" y="4587240"/>
            <a:ext cx="321073" cy="727124"/>
          </a:xfrm>
          <a:prstGeom prst="straightConnector1">
            <a:avLst/>
          </a:prstGeom>
          <a:noFill/>
          <a:ln w="50800" cap="flat">
            <a:solidFill>
              <a:schemeClr val="accent1"/>
            </a:solidFill>
            <a:prstDash val="solid"/>
            <a:round/>
            <a:tailEnd type="triangle"/>
          </a:ln>
          <a:effectLst>
            <a:outerShdw blurRad="38100" dist="23000" dir="5400000" rotWithShape="0">
              <a:srgbClr val="000000">
                <a:alpha val="35000"/>
              </a:srgbClr>
            </a:outerShdw>
          </a:effectLst>
          <a:sp3d/>
        </p:spPr>
        <p:style>
          <a:lnRef idx="0">
            <a:scrgbClr r="0" g="0" b="0"/>
          </a:lnRef>
          <a:fillRef idx="0">
            <a:scrgbClr r="0" g="0" b="0"/>
          </a:fillRef>
          <a:effectRef idx="0">
            <a:scrgbClr r="0" g="0" b="0"/>
          </a:effectRef>
          <a:fontRef idx="none"/>
        </p:style>
      </p:cxnSp>
      <p:cxnSp>
        <p:nvCxnSpPr>
          <p:cNvPr id="10" name="Straight Arrow Connector 9">
            <a:extLst>
              <a:ext uri="{FF2B5EF4-FFF2-40B4-BE49-F238E27FC236}">
                <a16:creationId xmlns:a16="http://schemas.microsoft.com/office/drawing/2014/main" id="{EDB8532D-D51D-3346-9B99-3E729EF9E7AA}"/>
              </a:ext>
            </a:extLst>
          </p:cNvPr>
          <p:cNvCxnSpPr>
            <a:cxnSpLocks/>
          </p:cNvCxnSpPr>
          <p:nvPr/>
        </p:nvCxnSpPr>
        <p:spPr>
          <a:xfrm flipV="1">
            <a:off x="5227320" y="4587240"/>
            <a:ext cx="533400" cy="727124"/>
          </a:xfrm>
          <a:prstGeom prst="straightConnector1">
            <a:avLst/>
          </a:prstGeom>
          <a:noFill/>
          <a:ln w="50800" cap="flat">
            <a:solidFill>
              <a:schemeClr val="accent1"/>
            </a:solidFill>
            <a:prstDash val="solid"/>
            <a:round/>
            <a:tailEnd type="triangle"/>
          </a:ln>
          <a:effectLst>
            <a:outerShdw blurRad="38100" dist="23000" dir="5400000" rotWithShape="0">
              <a:srgbClr val="000000">
                <a:alpha val="35000"/>
              </a:srgbClr>
            </a:outerShdw>
          </a:effectLst>
          <a:sp3d/>
        </p:spPr>
        <p:style>
          <a:lnRef idx="0">
            <a:scrgbClr r="0" g="0" b="0"/>
          </a:lnRef>
          <a:fillRef idx="0">
            <a:scrgbClr r="0" g="0" b="0"/>
          </a:fillRef>
          <a:effectRef idx="0">
            <a:scrgbClr r="0" g="0" b="0"/>
          </a:effectRef>
          <a:fontRef idx="none"/>
        </p:style>
      </p:cxnSp>
      <p:sp>
        <p:nvSpPr>
          <p:cNvPr id="11" name="Oval 10">
            <a:extLst>
              <a:ext uri="{FF2B5EF4-FFF2-40B4-BE49-F238E27FC236}">
                <a16:creationId xmlns:a16="http://schemas.microsoft.com/office/drawing/2014/main" id="{A4BB5873-8AF9-4648-B3FD-D5EA1FA1004D}"/>
              </a:ext>
            </a:extLst>
          </p:cNvPr>
          <p:cNvSpPr/>
          <p:nvPr/>
        </p:nvSpPr>
        <p:spPr>
          <a:xfrm>
            <a:off x="4382533" y="4099560"/>
            <a:ext cx="533400" cy="487680"/>
          </a:xfrm>
          <a:prstGeom prst="ellipse">
            <a:avLst/>
          </a:prstGeom>
          <a:noFill/>
          <a:ln w="25400" cap="flat">
            <a:solidFill>
              <a:schemeClr val="accent1"/>
            </a:solidFill>
            <a:prstDash val="solid"/>
            <a:round/>
          </a:ln>
          <a:effectLst>
            <a:outerShdw blurRad="38100" dist="23000" dir="5400000" rotWithShape="0">
              <a:srgbClr val="000000">
                <a:alpha val="35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tabLst/>
            </a:pPr>
            <a:endParaRPr kumimoji="0" lang="en-AU" sz="1800" b="0" i="0" u="none" strike="noStrike" cap="none" spc="0" normalizeH="0" baseline="0">
              <a:ln>
                <a:noFill/>
              </a:ln>
              <a:solidFill>
                <a:srgbClr val="333333"/>
              </a:solidFill>
              <a:effectLst/>
              <a:uFillTx/>
              <a:latin typeface="+mn-lt"/>
              <a:ea typeface="+mn-ea"/>
              <a:cs typeface="+mn-cs"/>
              <a:sym typeface="Helvetica"/>
            </a:endParaRPr>
          </a:p>
        </p:txBody>
      </p:sp>
    </p:spTree>
    <p:extLst>
      <p:ext uri="{BB962C8B-B14F-4D97-AF65-F5344CB8AC3E}">
        <p14:creationId xmlns:p14="http://schemas.microsoft.com/office/powerpoint/2010/main" val="3463597452"/>
      </p:ext>
    </p:extLst>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54D05A-5827-7C4B-8D35-F9737F32E071}"/>
              </a:ext>
            </a:extLst>
          </p:cNvPr>
          <p:cNvSpPr>
            <a:spLocks noGrp="1"/>
          </p:cNvSpPr>
          <p:nvPr>
            <p:ph type="title"/>
          </p:nvPr>
        </p:nvSpPr>
        <p:spPr/>
        <p:txBody>
          <a:bodyPr/>
          <a:lstStyle/>
          <a:p>
            <a:r>
              <a:rPr lang="en-AU" dirty="0"/>
              <a:t>Recall Convenience</a:t>
            </a:r>
          </a:p>
        </p:txBody>
      </p:sp>
      <p:sp>
        <p:nvSpPr>
          <p:cNvPr id="3" name="Text Placeholder 2">
            <a:extLst>
              <a:ext uri="{FF2B5EF4-FFF2-40B4-BE49-F238E27FC236}">
                <a16:creationId xmlns:a16="http://schemas.microsoft.com/office/drawing/2014/main" id="{48B938FB-7723-2C4A-B9C0-794728A705F5}"/>
              </a:ext>
            </a:extLst>
          </p:cNvPr>
          <p:cNvSpPr>
            <a:spLocks noGrp="1"/>
          </p:cNvSpPr>
          <p:nvPr>
            <p:ph type="body" idx="1"/>
          </p:nvPr>
        </p:nvSpPr>
        <p:spPr>
          <a:xfrm>
            <a:off x="640079" y="2930524"/>
            <a:ext cx="8207375" cy="996951"/>
          </a:xfrm>
        </p:spPr>
        <p:txBody>
          <a:bodyPr>
            <a:noAutofit/>
          </a:bodyPr>
          <a:lstStyle/>
          <a:p>
            <a:pPr marL="0" indent="0">
              <a:buNone/>
            </a:pPr>
            <a:r>
              <a:rPr lang="en-AU" sz="4100" dirty="0"/>
              <a:t>import </a:t>
            </a:r>
            <a:r>
              <a:rPr lang="en-AU" sz="4100" dirty="0" err="1"/>
              <a:t>matplotlib.pyplot</a:t>
            </a:r>
            <a:r>
              <a:rPr lang="en-AU" sz="4100" dirty="0"/>
              <a:t> as </a:t>
            </a:r>
            <a:r>
              <a:rPr lang="en-AU" sz="4100" dirty="0" err="1"/>
              <a:t>plt</a:t>
            </a:r>
            <a:endParaRPr lang="en-AU" sz="4100" dirty="0"/>
          </a:p>
          <a:p>
            <a:pPr marL="0" indent="0">
              <a:buNone/>
            </a:pPr>
            <a:r>
              <a:rPr lang="en-AU" sz="4100" dirty="0" err="1"/>
              <a:t>plt.plot</a:t>
            </a:r>
            <a:r>
              <a:rPr lang="en-AU" sz="4100" dirty="0"/>
              <a:t>([1,3,5,7,9], [1,9,25,49.81])</a:t>
            </a:r>
          </a:p>
        </p:txBody>
      </p:sp>
      <p:sp>
        <p:nvSpPr>
          <p:cNvPr id="4" name="TextBox 3">
            <a:extLst>
              <a:ext uri="{FF2B5EF4-FFF2-40B4-BE49-F238E27FC236}">
                <a16:creationId xmlns:a16="http://schemas.microsoft.com/office/drawing/2014/main" id="{50AAE4E2-C587-4349-BD3B-0BEA3590EF0E}"/>
              </a:ext>
            </a:extLst>
          </p:cNvPr>
          <p:cNvSpPr txBox="1"/>
          <p:nvPr/>
        </p:nvSpPr>
        <p:spPr>
          <a:xfrm rot="21361482">
            <a:off x="478511" y="1667767"/>
            <a:ext cx="2164079" cy="36932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t">
            <a:spAutoFit/>
          </a:bodyPr>
          <a:lstStyle/>
          <a:p>
            <a:pPr marL="0" marR="0" indent="0" algn="ctr" defTabSz="914400" rtl="0" fontAlgn="auto" latinLnBrk="0" hangingPunct="0">
              <a:lnSpc>
                <a:spcPct val="100000"/>
              </a:lnSpc>
              <a:spcBef>
                <a:spcPts val="0"/>
              </a:spcBef>
              <a:spcAft>
                <a:spcPts val="0"/>
              </a:spcAft>
              <a:buClrTx/>
              <a:buSzTx/>
              <a:buFontTx/>
              <a:buNone/>
              <a:tabLst/>
            </a:pPr>
            <a:r>
              <a:rPr kumimoji="0" lang="en-AU" sz="1800" b="0" i="0" u="none" strike="noStrike" cap="none" spc="0" normalizeH="0" baseline="0" dirty="0">
                <a:ln>
                  <a:noFill/>
                </a:ln>
                <a:solidFill>
                  <a:srgbClr val="333333"/>
                </a:solidFill>
                <a:effectLst/>
                <a:uFillTx/>
                <a:latin typeface="Lucida Handwriting" panose="03010101010101010101" pitchFamily="66" charset="77"/>
                <a:cs typeface="Lucida Grande" panose="020B0600040502020204" pitchFamily="34" charset="0"/>
                <a:sym typeface="Helvetica"/>
              </a:rPr>
              <a:t>Import keyword</a:t>
            </a:r>
          </a:p>
        </p:txBody>
      </p:sp>
      <p:cxnSp>
        <p:nvCxnSpPr>
          <p:cNvPr id="5" name="Straight Arrow Connector 4">
            <a:extLst>
              <a:ext uri="{FF2B5EF4-FFF2-40B4-BE49-F238E27FC236}">
                <a16:creationId xmlns:a16="http://schemas.microsoft.com/office/drawing/2014/main" id="{D78F3F7F-C905-6745-B18D-AE0FFC1C5E86}"/>
              </a:ext>
            </a:extLst>
          </p:cNvPr>
          <p:cNvCxnSpPr>
            <a:cxnSpLocks/>
          </p:cNvCxnSpPr>
          <p:nvPr/>
        </p:nvCxnSpPr>
        <p:spPr>
          <a:xfrm>
            <a:off x="1526974" y="2111665"/>
            <a:ext cx="0" cy="818859"/>
          </a:xfrm>
          <a:prstGeom prst="straightConnector1">
            <a:avLst/>
          </a:prstGeom>
          <a:noFill/>
          <a:ln w="50800" cap="flat">
            <a:solidFill>
              <a:schemeClr val="accent1"/>
            </a:solidFill>
            <a:prstDash val="solid"/>
            <a:round/>
            <a:tailEnd type="triangle"/>
          </a:ln>
          <a:effectLst>
            <a:outerShdw blurRad="38100" dist="23000" dir="5400000" rotWithShape="0">
              <a:srgbClr val="000000">
                <a:alpha val="35000"/>
              </a:srgbClr>
            </a:outerShdw>
          </a:effectLst>
          <a:sp3d/>
        </p:spPr>
        <p:style>
          <a:lnRef idx="0">
            <a:scrgbClr r="0" g="0" b="0"/>
          </a:lnRef>
          <a:fillRef idx="0">
            <a:scrgbClr r="0" g="0" b="0"/>
          </a:fillRef>
          <a:effectRef idx="0">
            <a:scrgbClr r="0" g="0" b="0"/>
          </a:effectRef>
          <a:fontRef idx="none"/>
        </p:style>
      </p:cxnSp>
      <p:sp>
        <p:nvSpPr>
          <p:cNvPr id="7" name="TextBox 6">
            <a:extLst>
              <a:ext uri="{FF2B5EF4-FFF2-40B4-BE49-F238E27FC236}">
                <a16:creationId xmlns:a16="http://schemas.microsoft.com/office/drawing/2014/main" id="{0A5D81B8-4A7F-AD44-A6C3-0B199CA43AC2}"/>
              </a:ext>
            </a:extLst>
          </p:cNvPr>
          <p:cNvSpPr txBox="1"/>
          <p:nvPr/>
        </p:nvSpPr>
        <p:spPr>
          <a:xfrm>
            <a:off x="3238500" y="1689939"/>
            <a:ext cx="2164079" cy="36932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t">
            <a:spAutoFit/>
          </a:bodyPr>
          <a:lstStyle/>
          <a:p>
            <a:pPr marL="0" marR="0" indent="0" algn="ctr" defTabSz="914400" rtl="0" fontAlgn="auto" latinLnBrk="0" hangingPunct="0">
              <a:lnSpc>
                <a:spcPct val="100000"/>
              </a:lnSpc>
              <a:spcBef>
                <a:spcPts val="0"/>
              </a:spcBef>
              <a:spcAft>
                <a:spcPts val="0"/>
              </a:spcAft>
              <a:buClrTx/>
              <a:buSzTx/>
              <a:buFontTx/>
              <a:buNone/>
              <a:tabLst/>
            </a:pPr>
            <a:r>
              <a:rPr kumimoji="0" lang="en-AU" sz="1800" b="0" i="0" u="none" strike="noStrike" cap="none" spc="0" normalizeH="0" baseline="0" dirty="0">
                <a:ln>
                  <a:noFill/>
                </a:ln>
                <a:solidFill>
                  <a:srgbClr val="333333"/>
                </a:solidFill>
                <a:effectLst/>
                <a:uFillTx/>
                <a:latin typeface="Lucida Handwriting" panose="03010101010101010101" pitchFamily="66" charset="77"/>
                <a:cs typeface="Lucida Grande" panose="020B0600040502020204" pitchFamily="34" charset="0"/>
                <a:sym typeface="Helvetica"/>
              </a:rPr>
              <a:t>Module</a:t>
            </a:r>
          </a:p>
        </p:txBody>
      </p:sp>
      <p:cxnSp>
        <p:nvCxnSpPr>
          <p:cNvPr id="8" name="Straight Arrow Connector 7">
            <a:extLst>
              <a:ext uri="{FF2B5EF4-FFF2-40B4-BE49-F238E27FC236}">
                <a16:creationId xmlns:a16="http://schemas.microsoft.com/office/drawing/2014/main" id="{1E4B26AB-00B4-0047-BE9C-A1FED6263489}"/>
              </a:ext>
            </a:extLst>
          </p:cNvPr>
          <p:cNvCxnSpPr>
            <a:cxnSpLocks/>
          </p:cNvCxnSpPr>
          <p:nvPr/>
        </p:nvCxnSpPr>
        <p:spPr>
          <a:xfrm>
            <a:off x="4320540" y="2111665"/>
            <a:ext cx="0" cy="818859"/>
          </a:xfrm>
          <a:prstGeom prst="straightConnector1">
            <a:avLst/>
          </a:prstGeom>
          <a:noFill/>
          <a:ln w="50800" cap="flat">
            <a:solidFill>
              <a:schemeClr val="accent1"/>
            </a:solidFill>
            <a:prstDash val="solid"/>
            <a:round/>
            <a:tailEnd type="triangle"/>
          </a:ln>
          <a:effectLst>
            <a:outerShdw blurRad="38100" dist="23000" dir="5400000" rotWithShape="0">
              <a:srgbClr val="000000">
                <a:alpha val="35000"/>
              </a:srgbClr>
            </a:outerShdw>
          </a:effectLst>
          <a:sp3d/>
        </p:spPr>
        <p:style>
          <a:lnRef idx="0">
            <a:scrgbClr r="0" g="0" b="0"/>
          </a:lnRef>
          <a:fillRef idx="0">
            <a:scrgbClr r="0" g="0" b="0"/>
          </a:fillRef>
          <a:effectRef idx="0">
            <a:scrgbClr r="0" g="0" b="0"/>
          </a:effectRef>
          <a:fontRef idx="none"/>
        </p:style>
      </p:cxnSp>
      <p:sp>
        <p:nvSpPr>
          <p:cNvPr id="9" name="TextBox 8">
            <a:extLst>
              <a:ext uri="{FF2B5EF4-FFF2-40B4-BE49-F238E27FC236}">
                <a16:creationId xmlns:a16="http://schemas.microsoft.com/office/drawing/2014/main" id="{20F0A675-B0AE-5045-BC59-5C5ADACBCD94}"/>
              </a:ext>
            </a:extLst>
          </p:cNvPr>
          <p:cNvSpPr txBox="1"/>
          <p:nvPr/>
        </p:nvSpPr>
        <p:spPr>
          <a:xfrm rot="285021">
            <a:off x="5978572" y="1679137"/>
            <a:ext cx="2968307" cy="64632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t">
            <a:spAutoFit/>
          </a:bodyPr>
          <a:lstStyle/>
          <a:p>
            <a:pPr marL="0" marR="0" indent="0" algn="ctr" defTabSz="914400" rtl="0" fontAlgn="auto" latinLnBrk="0" hangingPunct="0">
              <a:lnSpc>
                <a:spcPct val="100000"/>
              </a:lnSpc>
              <a:spcBef>
                <a:spcPts val="0"/>
              </a:spcBef>
              <a:spcAft>
                <a:spcPts val="0"/>
              </a:spcAft>
              <a:buClrTx/>
              <a:buSzTx/>
              <a:buFontTx/>
              <a:buNone/>
              <a:tabLst/>
            </a:pPr>
            <a:r>
              <a:rPr kumimoji="0" lang="en-AU" sz="1800" b="0" i="0" u="none" strike="noStrike" cap="none" spc="0" normalizeH="0" baseline="0" dirty="0">
                <a:ln>
                  <a:noFill/>
                </a:ln>
                <a:solidFill>
                  <a:srgbClr val="333333"/>
                </a:solidFill>
                <a:effectLst/>
                <a:uFillTx/>
                <a:latin typeface="Lucida Handwriting" panose="03010101010101010101" pitchFamily="66" charset="77"/>
                <a:cs typeface="Lucida Grande" panose="020B0600040502020204" pitchFamily="34" charset="0"/>
                <a:sym typeface="Helvetica"/>
              </a:rPr>
              <a:t>‘as’ keyword </a:t>
            </a:r>
            <a:r>
              <a:rPr lang="en-AU" dirty="0">
                <a:latin typeface="Lucida Handwriting" panose="03010101010101010101" pitchFamily="66" charset="77"/>
                <a:cs typeface="Lucida Grande" panose="020B0600040502020204" pitchFamily="34" charset="0"/>
              </a:rPr>
              <a:t>followed by an alias</a:t>
            </a:r>
            <a:endParaRPr kumimoji="0" lang="en-AU" sz="1800" b="0" i="0" u="none" strike="noStrike" cap="none" spc="0" normalizeH="0" baseline="0" dirty="0">
              <a:ln>
                <a:noFill/>
              </a:ln>
              <a:solidFill>
                <a:srgbClr val="333333"/>
              </a:solidFill>
              <a:effectLst/>
              <a:uFillTx/>
              <a:latin typeface="Lucida Handwriting" panose="03010101010101010101" pitchFamily="66" charset="77"/>
              <a:cs typeface="Lucida Grande" panose="020B0600040502020204" pitchFamily="34" charset="0"/>
              <a:sym typeface="Helvetica"/>
            </a:endParaRPr>
          </a:p>
        </p:txBody>
      </p:sp>
      <p:cxnSp>
        <p:nvCxnSpPr>
          <p:cNvPr id="10" name="Straight Arrow Connector 9">
            <a:extLst>
              <a:ext uri="{FF2B5EF4-FFF2-40B4-BE49-F238E27FC236}">
                <a16:creationId xmlns:a16="http://schemas.microsoft.com/office/drawing/2014/main" id="{A81D7FA0-96AC-F848-8A88-D95F56F4D875}"/>
              </a:ext>
            </a:extLst>
          </p:cNvPr>
          <p:cNvCxnSpPr>
            <a:cxnSpLocks/>
          </p:cNvCxnSpPr>
          <p:nvPr/>
        </p:nvCxnSpPr>
        <p:spPr>
          <a:xfrm>
            <a:off x="6446520" y="2059267"/>
            <a:ext cx="160020" cy="1050121"/>
          </a:xfrm>
          <a:prstGeom prst="straightConnector1">
            <a:avLst/>
          </a:prstGeom>
          <a:noFill/>
          <a:ln w="50800" cap="flat">
            <a:solidFill>
              <a:schemeClr val="accent1"/>
            </a:solidFill>
            <a:prstDash val="solid"/>
            <a:round/>
            <a:tailEnd type="triangle"/>
          </a:ln>
          <a:effectLst>
            <a:outerShdw blurRad="38100" dist="23000" dir="5400000" rotWithShape="0">
              <a:srgbClr val="000000">
                <a:alpha val="35000"/>
              </a:srgbClr>
            </a:outerShdw>
          </a:effectLst>
          <a:sp3d/>
        </p:spPr>
        <p:style>
          <a:lnRef idx="0">
            <a:scrgbClr r="0" g="0" b="0"/>
          </a:lnRef>
          <a:fillRef idx="0">
            <a:scrgbClr r="0" g="0" b="0"/>
          </a:fillRef>
          <a:effectRef idx="0">
            <a:scrgbClr r="0" g="0" b="0"/>
          </a:effectRef>
          <a:fontRef idx="none"/>
        </p:style>
      </p:cxnSp>
      <p:cxnSp>
        <p:nvCxnSpPr>
          <p:cNvPr id="11" name="Straight Arrow Connector 10">
            <a:extLst>
              <a:ext uri="{FF2B5EF4-FFF2-40B4-BE49-F238E27FC236}">
                <a16:creationId xmlns:a16="http://schemas.microsoft.com/office/drawing/2014/main" id="{AC6997F5-9D47-4941-871B-3307A82E3A8E}"/>
              </a:ext>
            </a:extLst>
          </p:cNvPr>
          <p:cNvCxnSpPr>
            <a:cxnSpLocks/>
            <a:stCxn id="9" idx="2"/>
          </p:cNvCxnSpPr>
          <p:nvPr/>
        </p:nvCxnSpPr>
        <p:spPr>
          <a:xfrm flipH="1">
            <a:off x="7204323" y="2324354"/>
            <a:ext cx="231640" cy="606170"/>
          </a:xfrm>
          <a:prstGeom prst="straightConnector1">
            <a:avLst/>
          </a:prstGeom>
          <a:noFill/>
          <a:ln w="50800" cap="flat">
            <a:solidFill>
              <a:schemeClr val="accent1"/>
            </a:solidFill>
            <a:prstDash val="solid"/>
            <a:round/>
            <a:tailEnd type="triangle"/>
          </a:ln>
          <a:effectLst>
            <a:outerShdw blurRad="38100" dist="23000" dir="5400000" rotWithShape="0">
              <a:srgbClr val="000000">
                <a:alpha val="35000"/>
              </a:srgbClr>
            </a:outerShdw>
          </a:effectLst>
          <a:sp3d/>
        </p:spPr>
        <p:style>
          <a:lnRef idx="0">
            <a:scrgbClr r="0" g="0" b="0"/>
          </a:lnRef>
          <a:fillRef idx="0">
            <a:scrgbClr r="0" g="0" b="0"/>
          </a:fillRef>
          <a:effectRef idx="0">
            <a:scrgbClr r="0" g="0" b="0"/>
          </a:effectRef>
          <a:fontRef idx="none"/>
        </p:style>
      </p:cxnSp>
      <p:sp>
        <p:nvSpPr>
          <p:cNvPr id="13" name="TextBox 12">
            <a:extLst>
              <a:ext uri="{FF2B5EF4-FFF2-40B4-BE49-F238E27FC236}">
                <a16:creationId xmlns:a16="http://schemas.microsoft.com/office/drawing/2014/main" id="{3D3ACA2D-50C6-8043-B0B6-14AC44AECF3B}"/>
              </a:ext>
            </a:extLst>
          </p:cNvPr>
          <p:cNvSpPr txBox="1"/>
          <p:nvPr/>
        </p:nvSpPr>
        <p:spPr>
          <a:xfrm rot="21338240">
            <a:off x="660362" y="4977498"/>
            <a:ext cx="2968307" cy="64632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t">
            <a:spAutoFit/>
          </a:bodyPr>
          <a:lstStyle/>
          <a:p>
            <a:pPr marL="0" marR="0" indent="0" algn="ctr" defTabSz="914400" rtl="0" fontAlgn="auto" latinLnBrk="0" hangingPunct="0">
              <a:lnSpc>
                <a:spcPct val="100000"/>
              </a:lnSpc>
              <a:spcBef>
                <a:spcPts val="0"/>
              </a:spcBef>
              <a:spcAft>
                <a:spcPts val="0"/>
              </a:spcAft>
              <a:buClrTx/>
              <a:buSzTx/>
              <a:buFontTx/>
              <a:buNone/>
              <a:tabLst/>
            </a:pPr>
            <a:r>
              <a:rPr kumimoji="0" lang="en-AU" sz="1800" b="0" i="0" u="none" strike="noStrike" cap="none" spc="0" normalizeH="0" baseline="0" dirty="0">
                <a:ln>
                  <a:noFill/>
                </a:ln>
                <a:solidFill>
                  <a:srgbClr val="333333"/>
                </a:solidFill>
                <a:effectLst/>
                <a:uFillTx/>
                <a:latin typeface="Lucida Handwriting" panose="03010101010101010101" pitchFamily="66" charset="77"/>
                <a:cs typeface="Lucida Grande" panose="020B0600040502020204" pitchFamily="34" charset="0"/>
                <a:sym typeface="Helvetica"/>
              </a:rPr>
              <a:t>Alias, followed b dot, followed by function</a:t>
            </a:r>
          </a:p>
        </p:txBody>
      </p:sp>
      <p:cxnSp>
        <p:nvCxnSpPr>
          <p:cNvPr id="14" name="Straight Arrow Connector 13">
            <a:extLst>
              <a:ext uri="{FF2B5EF4-FFF2-40B4-BE49-F238E27FC236}">
                <a16:creationId xmlns:a16="http://schemas.microsoft.com/office/drawing/2014/main" id="{0AFB4FEA-F281-A340-BC4F-538E712DE7F4}"/>
              </a:ext>
            </a:extLst>
          </p:cNvPr>
          <p:cNvCxnSpPr>
            <a:cxnSpLocks/>
          </p:cNvCxnSpPr>
          <p:nvPr/>
        </p:nvCxnSpPr>
        <p:spPr>
          <a:xfrm flipH="1" flipV="1">
            <a:off x="883920" y="4410735"/>
            <a:ext cx="198120" cy="618465"/>
          </a:xfrm>
          <a:prstGeom prst="straightConnector1">
            <a:avLst/>
          </a:prstGeom>
          <a:noFill/>
          <a:ln w="50800" cap="flat">
            <a:solidFill>
              <a:schemeClr val="accent1"/>
            </a:solidFill>
            <a:prstDash val="solid"/>
            <a:round/>
            <a:tailEnd type="triangle"/>
          </a:ln>
          <a:effectLst>
            <a:outerShdw blurRad="38100" dist="23000" dir="5400000" rotWithShape="0">
              <a:srgbClr val="000000">
                <a:alpha val="35000"/>
              </a:srgbClr>
            </a:outerShdw>
          </a:effectLst>
          <a:sp3d/>
        </p:spPr>
        <p:style>
          <a:lnRef idx="0">
            <a:scrgbClr r="0" g="0" b="0"/>
          </a:lnRef>
          <a:fillRef idx="0">
            <a:scrgbClr r="0" g="0" b="0"/>
          </a:fillRef>
          <a:effectRef idx="0">
            <a:scrgbClr r="0" g="0" b="0"/>
          </a:effectRef>
          <a:fontRef idx="none"/>
        </p:style>
      </p:cxnSp>
      <p:cxnSp>
        <p:nvCxnSpPr>
          <p:cNvPr id="16" name="Straight Arrow Connector 15">
            <a:extLst>
              <a:ext uri="{FF2B5EF4-FFF2-40B4-BE49-F238E27FC236}">
                <a16:creationId xmlns:a16="http://schemas.microsoft.com/office/drawing/2014/main" id="{CCE2D1C3-9B7C-4C48-9C81-64AD6C367703}"/>
              </a:ext>
            </a:extLst>
          </p:cNvPr>
          <p:cNvCxnSpPr>
            <a:cxnSpLocks/>
          </p:cNvCxnSpPr>
          <p:nvPr/>
        </p:nvCxnSpPr>
        <p:spPr>
          <a:xfrm flipH="1" flipV="1">
            <a:off x="1885435" y="4328903"/>
            <a:ext cx="198120" cy="618465"/>
          </a:xfrm>
          <a:prstGeom prst="straightConnector1">
            <a:avLst/>
          </a:prstGeom>
          <a:noFill/>
          <a:ln w="50800" cap="flat">
            <a:solidFill>
              <a:schemeClr val="accent1"/>
            </a:solidFill>
            <a:prstDash val="solid"/>
            <a:round/>
            <a:tailEnd type="triangle"/>
          </a:ln>
          <a:effectLst>
            <a:outerShdw blurRad="38100" dist="23000" dir="5400000" rotWithShape="0">
              <a:srgbClr val="000000">
                <a:alpha val="35000"/>
              </a:srgbClr>
            </a:outerShdw>
          </a:effectLst>
          <a:sp3d/>
        </p:spPr>
        <p:style>
          <a:lnRef idx="0">
            <a:scrgbClr r="0" g="0" b="0"/>
          </a:lnRef>
          <a:fillRef idx="0">
            <a:scrgbClr r="0" g="0" b="0"/>
          </a:fillRef>
          <a:effectRef idx="0">
            <a:scrgbClr r="0" g="0" b="0"/>
          </a:effectRef>
          <a:fontRef idx="none"/>
        </p:style>
      </p:cxnSp>
    </p:spTree>
    <p:extLst>
      <p:ext uri="{BB962C8B-B14F-4D97-AF65-F5344CB8AC3E}">
        <p14:creationId xmlns:p14="http://schemas.microsoft.com/office/powerpoint/2010/main" val="2611931588"/>
      </p:ext>
    </p:extLst>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A91CB3-25FF-4947-9AAE-796A62AA804D}"/>
              </a:ext>
            </a:extLst>
          </p:cNvPr>
          <p:cNvSpPr>
            <a:spLocks noGrp="1"/>
          </p:cNvSpPr>
          <p:nvPr>
            <p:ph type="title"/>
          </p:nvPr>
        </p:nvSpPr>
        <p:spPr/>
        <p:txBody>
          <a:bodyPr/>
          <a:lstStyle/>
          <a:p>
            <a:r>
              <a:rPr lang="en-AU" dirty="0"/>
              <a:t>Specific Import</a:t>
            </a:r>
          </a:p>
        </p:txBody>
      </p:sp>
      <p:sp>
        <p:nvSpPr>
          <p:cNvPr id="5" name="Rectangle 4">
            <a:extLst>
              <a:ext uri="{FF2B5EF4-FFF2-40B4-BE49-F238E27FC236}">
                <a16:creationId xmlns:a16="http://schemas.microsoft.com/office/drawing/2014/main" id="{16B6F2F1-1B6E-844E-BFE1-FEF1F7E3CE43}"/>
              </a:ext>
            </a:extLst>
          </p:cNvPr>
          <p:cNvSpPr/>
          <p:nvPr/>
        </p:nvSpPr>
        <p:spPr>
          <a:xfrm>
            <a:off x="1034948" y="2982922"/>
            <a:ext cx="6005170" cy="707886"/>
          </a:xfrm>
          <a:prstGeom prst="rect">
            <a:avLst/>
          </a:prstGeom>
        </p:spPr>
        <p:txBody>
          <a:bodyPr wrap="none">
            <a:spAutoFit/>
          </a:bodyPr>
          <a:lstStyle/>
          <a:p>
            <a:r>
              <a:rPr lang="en-AU" sz="4000" dirty="0">
                <a:latin typeface="+mj-lt"/>
              </a:rPr>
              <a:t>from datetime import time</a:t>
            </a:r>
          </a:p>
        </p:txBody>
      </p:sp>
      <p:sp>
        <p:nvSpPr>
          <p:cNvPr id="6" name="TextBox 5">
            <a:extLst>
              <a:ext uri="{FF2B5EF4-FFF2-40B4-BE49-F238E27FC236}">
                <a16:creationId xmlns:a16="http://schemas.microsoft.com/office/drawing/2014/main" id="{608CFD11-5E5E-7446-9201-82E594F913E6}"/>
              </a:ext>
            </a:extLst>
          </p:cNvPr>
          <p:cNvSpPr txBox="1"/>
          <p:nvPr/>
        </p:nvSpPr>
        <p:spPr>
          <a:xfrm rot="21361482">
            <a:off x="478511" y="1667767"/>
            <a:ext cx="2164079" cy="36932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t">
            <a:spAutoFit/>
          </a:bodyPr>
          <a:lstStyle/>
          <a:p>
            <a:pPr marL="0" marR="0" indent="0" algn="ctr" defTabSz="914400" rtl="0" fontAlgn="auto" latinLnBrk="0" hangingPunct="0">
              <a:lnSpc>
                <a:spcPct val="100000"/>
              </a:lnSpc>
              <a:spcBef>
                <a:spcPts val="0"/>
              </a:spcBef>
              <a:spcAft>
                <a:spcPts val="0"/>
              </a:spcAft>
              <a:buClrTx/>
              <a:buSzTx/>
              <a:buFontTx/>
              <a:buNone/>
              <a:tabLst/>
            </a:pPr>
            <a:r>
              <a:rPr lang="en-AU" dirty="0">
                <a:latin typeface="Lucida Handwriting" panose="03010101010101010101" pitchFamily="66" charset="77"/>
                <a:cs typeface="Lucida Grande" panose="020B0600040502020204" pitchFamily="34" charset="0"/>
              </a:rPr>
              <a:t>from</a:t>
            </a:r>
            <a:r>
              <a:rPr kumimoji="0" lang="en-AU" sz="1800" b="0" i="0" u="none" strike="noStrike" cap="none" spc="0" normalizeH="0" baseline="0" dirty="0">
                <a:ln>
                  <a:noFill/>
                </a:ln>
                <a:solidFill>
                  <a:srgbClr val="333333"/>
                </a:solidFill>
                <a:effectLst/>
                <a:uFillTx/>
                <a:latin typeface="Lucida Handwriting" panose="03010101010101010101" pitchFamily="66" charset="77"/>
                <a:cs typeface="Lucida Grande" panose="020B0600040502020204" pitchFamily="34" charset="0"/>
                <a:sym typeface="Helvetica"/>
              </a:rPr>
              <a:t> keyword</a:t>
            </a:r>
          </a:p>
        </p:txBody>
      </p:sp>
      <p:cxnSp>
        <p:nvCxnSpPr>
          <p:cNvPr id="7" name="Straight Arrow Connector 6">
            <a:extLst>
              <a:ext uri="{FF2B5EF4-FFF2-40B4-BE49-F238E27FC236}">
                <a16:creationId xmlns:a16="http://schemas.microsoft.com/office/drawing/2014/main" id="{9A3B8811-E452-3249-95FF-318F2791C58F}"/>
              </a:ext>
            </a:extLst>
          </p:cNvPr>
          <p:cNvCxnSpPr>
            <a:cxnSpLocks/>
          </p:cNvCxnSpPr>
          <p:nvPr/>
        </p:nvCxnSpPr>
        <p:spPr>
          <a:xfrm>
            <a:off x="1526974" y="2111665"/>
            <a:ext cx="0" cy="818859"/>
          </a:xfrm>
          <a:prstGeom prst="straightConnector1">
            <a:avLst/>
          </a:prstGeom>
          <a:noFill/>
          <a:ln w="50800" cap="flat">
            <a:solidFill>
              <a:schemeClr val="accent1"/>
            </a:solidFill>
            <a:prstDash val="solid"/>
            <a:round/>
            <a:tailEnd type="triangle"/>
          </a:ln>
          <a:effectLst>
            <a:outerShdw blurRad="38100" dist="23000" dir="5400000" rotWithShape="0">
              <a:srgbClr val="000000">
                <a:alpha val="35000"/>
              </a:srgbClr>
            </a:outerShdw>
          </a:effectLst>
          <a:sp3d/>
        </p:spPr>
        <p:style>
          <a:lnRef idx="0">
            <a:scrgbClr r="0" g="0" b="0"/>
          </a:lnRef>
          <a:fillRef idx="0">
            <a:scrgbClr r="0" g="0" b="0"/>
          </a:fillRef>
          <a:effectRef idx="0">
            <a:scrgbClr r="0" g="0" b="0"/>
          </a:effectRef>
          <a:fontRef idx="none"/>
        </p:style>
      </p:cxnSp>
      <p:sp>
        <p:nvSpPr>
          <p:cNvPr id="8" name="TextBox 7">
            <a:extLst>
              <a:ext uri="{FF2B5EF4-FFF2-40B4-BE49-F238E27FC236}">
                <a16:creationId xmlns:a16="http://schemas.microsoft.com/office/drawing/2014/main" id="{5D4A0525-6409-E844-A0B4-E408B498870F}"/>
              </a:ext>
            </a:extLst>
          </p:cNvPr>
          <p:cNvSpPr txBox="1"/>
          <p:nvPr/>
        </p:nvSpPr>
        <p:spPr>
          <a:xfrm>
            <a:off x="2446020" y="1597439"/>
            <a:ext cx="2164079" cy="36932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t">
            <a:spAutoFit/>
          </a:bodyPr>
          <a:lstStyle/>
          <a:p>
            <a:pPr marL="0" marR="0" indent="0" algn="ctr" defTabSz="914400" rtl="0" fontAlgn="auto" latinLnBrk="0" hangingPunct="0">
              <a:lnSpc>
                <a:spcPct val="100000"/>
              </a:lnSpc>
              <a:spcBef>
                <a:spcPts val="0"/>
              </a:spcBef>
              <a:spcAft>
                <a:spcPts val="0"/>
              </a:spcAft>
              <a:buClrTx/>
              <a:buSzTx/>
              <a:buFontTx/>
              <a:buNone/>
              <a:tabLst/>
            </a:pPr>
            <a:r>
              <a:rPr kumimoji="0" lang="en-AU" sz="1800" b="0" i="0" u="none" strike="noStrike" cap="none" spc="0" normalizeH="0" baseline="0" dirty="0">
                <a:ln>
                  <a:noFill/>
                </a:ln>
                <a:solidFill>
                  <a:srgbClr val="333333"/>
                </a:solidFill>
                <a:effectLst/>
                <a:uFillTx/>
                <a:latin typeface="Lucida Handwriting" panose="03010101010101010101" pitchFamily="66" charset="77"/>
                <a:cs typeface="Lucida Grande" panose="020B0600040502020204" pitchFamily="34" charset="0"/>
                <a:sym typeface="Helvetica"/>
              </a:rPr>
              <a:t>Module</a:t>
            </a:r>
          </a:p>
        </p:txBody>
      </p:sp>
      <p:cxnSp>
        <p:nvCxnSpPr>
          <p:cNvPr id="9" name="Straight Arrow Connector 8">
            <a:extLst>
              <a:ext uri="{FF2B5EF4-FFF2-40B4-BE49-F238E27FC236}">
                <a16:creationId xmlns:a16="http://schemas.microsoft.com/office/drawing/2014/main" id="{CD557156-497A-8E4D-8FDA-7CA7D0BDE61F}"/>
              </a:ext>
            </a:extLst>
          </p:cNvPr>
          <p:cNvCxnSpPr>
            <a:cxnSpLocks/>
          </p:cNvCxnSpPr>
          <p:nvPr/>
        </p:nvCxnSpPr>
        <p:spPr>
          <a:xfrm>
            <a:off x="3390900" y="1966767"/>
            <a:ext cx="0" cy="818859"/>
          </a:xfrm>
          <a:prstGeom prst="straightConnector1">
            <a:avLst/>
          </a:prstGeom>
          <a:noFill/>
          <a:ln w="50800" cap="flat">
            <a:solidFill>
              <a:schemeClr val="accent1"/>
            </a:solidFill>
            <a:prstDash val="solid"/>
            <a:round/>
            <a:tailEnd type="triangle"/>
          </a:ln>
          <a:effectLst>
            <a:outerShdw blurRad="38100" dist="23000" dir="5400000" rotWithShape="0">
              <a:srgbClr val="000000">
                <a:alpha val="35000"/>
              </a:srgbClr>
            </a:outerShdw>
          </a:effectLst>
          <a:sp3d/>
        </p:spPr>
        <p:style>
          <a:lnRef idx="0">
            <a:scrgbClr r="0" g="0" b="0"/>
          </a:lnRef>
          <a:fillRef idx="0">
            <a:scrgbClr r="0" g="0" b="0"/>
          </a:fillRef>
          <a:effectRef idx="0">
            <a:scrgbClr r="0" g="0" b="0"/>
          </a:effectRef>
          <a:fontRef idx="none"/>
        </p:style>
      </p:cxnSp>
      <p:sp>
        <p:nvSpPr>
          <p:cNvPr id="10" name="TextBox 9">
            <a:extLst>
              <a:ext uri="{FF2B5EF4-FFF2-40B4-BE49-F238E27FC236}">
                <a16:creationId xmlns:a16="http://schemas.microsoft.com/office/drawing/2014/main" id="{FD6C7CE2-4F85-B044-BE93-CCEF61CAF010}"/>
              </a:ext>
            </a:extLst>
          </p:cNvPr>
          <p:cNvSpPr txBox="1"/>
          <p:nvPr/>
        </p:nvSpPr>
        <p:spPr>
          <a:xfrm rot="21361482">
            <a:off x="4014191" y="1684305"/>
            <a:ext cx="2164079" cy="36932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t">
            <a:spAutoFit/>
          </a:bodyPr>
          <a:lstStyle/>
          <a:p>
            <a:pPr marL="0" marR="0" indent="0" algn="ctr" defTabSz="914400" rtl="0" fontAlgn="auto" latinLnBrk="0" hangingPunct="0">
              <a:lnSpc>
                <a:spcPct val="100000"/>
              </a:lnSpc>
              <a:spcBef>
                <a:spcPts val="0"/>
              </a:spcBef>
              <a:spcAft>
                <a:spcPts val="0"/>
              </a:spcAft>
              <a:buClrTx/>
              <a:buSzTx/>
              <a:buFontTx/>
              <a:buNone/>
              <a:tabLst/>
            </a:pPr>
            <a:r>
              <a:rPr lang="en-AU" dirty="0">
                <a:latin typeface="Lucida Handwriting" panose="03010101010101010101" pitchFamily="66" charset="77"/>
                <a:cs typeface="Lucida Grande" panose="020B0600040502020204" pitchFamily="34" charset="0"/>
              </a:rPr>
              <a:t>im</a:t>
            </a:r>
            <a:r>
              <a:rPr kumimoji="0" lang="en-AU" sz="1800" b="0" i="0" u="none" strike="noStrike" cap="none" spc="0" normalizeH="0" baseline="0" dirty="0">
                <a:ln>
                  <a:noFill/>
                </a:ln>
                <a:solidFill>
                  <a:srgbClr val="333333"/>
                </a:solidFill>
                <a:effectLst/>
                <a:uFillTx/>
                <a:latin typeface="Lucida Handwriting" panose="03010101010101010101" pitchFamily="66" charset="77"/>
                <a:cs typeface="Lucida Grande" panose="020B0600040502020204" pitchFamily="34" charset="0"/>
                <a:sym typeface="Helvetica"/>
              </a:rPr>
              <a:t>port keyword</a:t>
            </a:r>
          </a:p>
        </p:txBody>
      </p:sp>
      <p:cxnSp>
        <p:nvCxnSpPr>
          <p:cNvPr id="11" name="Straight Arrow Connector 10">
            <a:extLst>
              <a:ext uri="{FF2B5EF4-FFF2-40B4-BE49-F238E27FC236}">
                <a16:creationId xmlns:a16="http://schemas.microsoft.com/office/drawing/2014/main" id="{FD60A116-B120-3A47-AFF3-46339C0574B9}"/>
              </a:ext>
            </a:extLst>
          </p:cNvPr>
          <p:cNvCxnSpPr>
            <a:cxnSpLocks/>
          </p:cNvCxnSpPr>
          <p:nvPr/>
        </p:nvCxnSpPr>
        <p:spPr>
          <a:xfrm>
            <a:off x="5062654" y="2128203"/>
            <a:ext cx="0" cy="818859"/>
          </a:xfrm>
          <a:prstGeom prst="straightConnector1">
            <a:avLst/>
          </a:prstGeom>
          <a:noFill/>
          <a:ln w="50800" cap="flat">
            <a:solidFill>
              <a:schemeClr val="accent1"/>
            </a:solidFill>
            <a:prstDash val="solid"/>
            <a:round/>
            <a:tailEnd type="triangle"/>
          </a:ln>
          <a:effectLst>
            <a:outerShdw blurRad="38100" dist="23000" dir="5400000" rotWithShape="0">
              <a:srgbClr val="000000">
                <a:alpha val="35000"/>
              </a:srgbClr>
            </a:outerShdw>
          </a:effectLst>
          <a:sp3d/>
        </p:spPr>
        <p:style>
          <a:lnRef idx="0">
            <a:scrgbClr r="0" g="0" b="0"/>
          </a:lnRef>
          <a:fillRef idx="0">
            <a:scrgbClr r="0" g="0" b="0"/>
          </a:fillRef>
          <a:effectRef idx="0">
            <a:scrgbClr r="0" g="0" b="0"/>
          </a:effectRef>
          <a:fontRef idx="none"/>
        </p:style>
      </p:cxnSp>
      <p:sp>
        <p:nvSpPr>
          <p:cNvPr id="12" name="TextBox 11">
            <a:extLst>
              <a:ext uri="{FF2B5EF4-FFF2-40B4-BE49-F238E27FC236}">
                <a16:creationId xmlns:a16="http://schemas.microsoft.com/office/drawing/2014/main" id="{94482F66-B8D8-8647-A623-A4C99CB80E20}"/>
              </a:ext>
            </a:extLst>
          </p:cNvPr>
          <p:cNvSpPr txBox="1"/>
          <p:nvPr/>
        </p:nvSpPr>
        <p:spPr>
          <a:xfrm rot="21361482">
            <a:off x="5971501" y="1750839"/>
            <a:ext cx="2164079" cy="36932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t">
            <a:spAutoFit/>
          </a:bodyPr>
          <a:lstStyle/>
          <a:p>
            <a:pPr marL="0" marR="0" indent="0" algn="ctr" defTabSz="914400" rtl="0" fontAlgn="auto" latinLnBrk="0" hangingPunct="0">
              <a:lnSpc>
                <a:spcPct val="100000"/>
              </a:lnSpc>
              <a:spcBef>
                <a:spcPts val="0"/>
              </a:spcBef>
              <a:spcAft>
                <a:spcPts val="0"/>
              </a:spcAft>
              <a:buClrTx/>
              <a:buSzTx/>
              <a:buFontTx/>
              <a:buNone/>
              <a:tabLst/>
            </a:pPr>
            <a:r>
              <a:rPr lang="en-AU" dirty="0">
                <a:latin typeface="Lucida Handwriting" panose="03010101010101010101" pitchFamily="66" charset="77"/>
                <a:cs typeface="Lucida Grande" panose="020B0600040502020204" pitchFamily="34" charset="0"/>
              </a:rPr>
              <a:t>function</a:t>
            </a:r>
            <a:endParaRPr kumimoji="0" lang="en-AU" sz="1800" b="0" i="0" u="none" strike="noStrike" cap="none" spc="0" normalizeH="0" baseline="0" dirty="0">
              <a:ln>
                <a:noFill/>
              </a:ln>
              <a:solidFill>
                <a:srgbClr val="333333"/>
              </a:solidFill>
              <a:effectLst/>
              <a:uFillTx/>
              <a:latin typeface="Lucida Handwriting" panose="03010101010101010101" pitchFamily="66" charset="77"/>
              <a:cs typeface="Lucida Grande" panose="020B0600040502020204" pitchFamily="34" charset="0"/>
              <a:sym typeface="Helvetica"/>
            </a:endParaRPr>
          </a:p>
        </p:txBody>
      </p:sp>
      <p:cxnSp>
        <p:nvCxnSpPr>
          <p:cNvPr id="13" name="Straight Arrow Connector 12">
            <a:extLst>
              <a:ext uri="{FF2B5EF4-FFF2-40B4-BE49-F238E27FC236}">
                <a16:creationId xmlns:a16="http://schemas.microsoft.com/office/drawing/2014/main" id="{06CE7207-CCC9-F94B-8BB9-837CE227BDF3}"/>
              </a:ext>
            </a:extLst>
          </p:cNvPr>
          <p:cNvCxnSpPr>
            <a:cxnSpLocks/>
          </p:cNvCxnSpPr>
          <p:nvPr/>
        </p:nvCxnSpPr>
        <p:spPr>
          <a:xfrm flipH="1">
            <a:off x="6587807" y="2162748"/>
            <a:ext cx="432156" cy="784314"/>
          </a:xfrm>
          <a:prstGeom prst="straightConnector1">
            <a:avLst/>
          </a:prstGeom>
          <a:noFill/>
          <a:ln w="50800" cap="flat">
            <a:solidFill>
              <a:schemeClr val="accent1"/>
            </a:solidFill>
            <a:prstDash val="solid"/>
            <a:round/>
            <a:tailEnd type="triangle"/>
          </a:ln>
          <a:effectLst>
            <a:outerShdw blurRad="38100" dist="23000" dir="5400000" rotWithShape="0">
              <a:srgbClr val="000000">
                <a:alpha val="35000"/>
              </a:srgbClr>
            </a:outerShdw>
          </a:effectLst>
          <a:sp3d/>
        </p:spPr>
        <p:style>
          <a:lnRef idx="0">
            <a:scrgbClr r="0" g="0" b="0"/>
          </a:lnRef>
          <a:fillRef idx="0">
            <a:scrgbClr r="0" g="0" b="0"/>
          </a:fillRef>
          <a:effectRef idx="0">
            <a:scrgbClr r="0" g="0" b="0"/>
          </a:effectRef>
          <a:fontRef idx="none"/>
        </p:style>
      </p:cxnSp>
      <p:sp>
        <p:nvSpPr>
          <p:cNvPr id="15" name="Rectangle 14">
            <a:extLst>
              <a:ext uri="{FF2B5EF4-FFF2-40B4-BE49-F238E27FC236}">
                <a16:creationId xmlns:a16="http://schemas.microsoft.com/office/drawing/2014/main" id="{2A4D4994-7958-6B4D-AE7F-8E4C250BD142}"/>
              </a:ext>
            </a:extLst>
          </p:cNvPr>
          <p:cNvSpPr/>
          <p:nvPr/>
        </p:nvSpPr>
        <p:spPr>
          <a:xfrm>
            <a:off x="1048370" y="3714630"/>
            <a:ext cx="4322017" cy="707886"/>
          </a:xfrm>
          <a:prstGeom prst="rect">
            <a:avLst/>
          </a:prstGeom>
        </p:spPr>
        <p:txBody>
          <a:bodyPr wrap="none">
            <a:spAutoFit/>
          </a:bodyPr>
          <a:lstStyle/>
          <a:p>
            <a:r>
              <a:rPr lang="en-AU" sz="4000" dirty="0">
                <a:latin typeface="+mj-lt"/>
              </a:rPr>
              <a:t>X = time(hour=15)</a:t>
            </a:r>
          </a:p>
        </p:txBody>
      </p:sp>
    </p:spTree>
    <p:extLst>
      <p:ext uri="{BB962C8B-B14F-4D97-AF65-F5344CB8AC3E}">
        <p14:creationId xmlns:p14="http://schemas.microsoft.com/office/powerpoint/2010/main" val="3808571618"/>
      </p:ext>
    </p:extLst>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D286A9-6EB0-BC45-B718-09D4F47D4705}"/>
              </a:ext>
            </a:extLst>
          </p:cNvPr>
          <p:cNvSpPr>
            <a:spLocks noGrp="1"/>
          </p:cNvSpPr>
          <p:nvPr>
            <p:ph type="title"/>
          </p:nvPr>
        </p:nvSpPr>
        <p:spPr/>
        <p:txBody>
          <a:bodyPr/>
          <a:lstStyle/>
          <a:p>
            <a:r>
              <a:rPr lang="en-AU" dirty="0"/>
              <a:t>Module</a:t>
            </a:r>
          </a:p>
        </p:txBody>
      </p:sp>
      <p:sp>
        <p:nvSpPr>
          <p:cNvPr id="3" name="Text Placeholder 2">
            <a:extLst>
              <a:ext uri="{FF2B5EF4-FFF2-40B4-BE49-F238E27FC236}">
                <a16:creationId xmlns:a16="http://schemas.microsoft.com/office/drawing/2014/main" id="{5846C313-8DC2-9945-A04A-7FADC226CA37}"/>
              </a:ext>
            </a:extLst>
          </p:cNvPr>
          <p:cNvSpPr>
            <a:spLocks noGrp="1"/>
          </p:cNvSpPr>
          <p:nvPr>
            <p:ph type="body" idx="1"/>
          </p:nvPr>
        </p:nvSpPr>
        <p:spPr/>
        <p:txBody>
          <a:bodyPr/>
          <a:lstStyle/>
          <a:p>
            <a:r>
              <a:rPr lang="en-AU" dirty="0"/>
              <a:t>A file containing Python code</a:t>
            </a:r>
          </a:p>
          <a:p>
            <a:r>
              <a:rPr lang="en-AU" dirty="0"/>
              <a:t>Typically functions, variables and classes</a:t>
            </a:r>
          </a:p>
          <a:p>
            <a:r>
              <a:rPr lang="en-AU" dirty="0"/>
              <a:t>Logically organise your code</a:t>
            </a:r>
          </a:p>
        </p:txBody>
      </p:sp>
    </p:spTree>
    <p:extLst>
      <p:ext uri="{BB962C8B-B14F-4D97-AF65-F5344CB8AC3E}">
        <p14:creationId xmlns:p14="http://schemas.microsoft.com/office/powerpoint/2010/main" val="2943992568"/>
      </p:ext>
    </p:extLst>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B50212-5EC7-E848-8A7B-AC811D7710E9}"/>
              </a:ext>
            </a:extLst>
          </p:cNvPr>
          <p:cNvSpPr>
            <a:spLocks noGrp="1"/>
          </p:cNvSpPr>
          <p:nvPr>
            <p:ph type="title"/>
          </p:nvPr>
        </p:nvSpPr>
        <p:spPr/>
        <p:txBody>
          <a:bodyPr/>
          <a:lstStyle/>
          <a:p>
            <a:r>
              <a:rPr lang="en-AU" dirty="0"/>
              <a:t>Creating a Module</a:t>
            </a:r>
          </a:p>
        </p:txBody>
      </p:sp>
      <p:sp>
        <p:nvSpPr>
          <p:cNvPr id="3" name="Text Placeholder 2">
            <a:extLst>
              <a:ext uri="{FF2B5EF4-FFF2-40B4-BE49-F238E27FC236}">
                <a16:creationId xmlns:a16="http://schemas.microsoft.com/office/drawing/2014/main" id="{D3E48C5D-D266-7E46-B9C2-E2CCBBC4512C}"/>
              </a:ext>
            </a:extLst>
          </p:cNvPr>
          <p:cNvSpPr>
            <a:spLocks noGrp="1"/>
          </p:cNvSpPr>
          <p:nvPr>
            <p:ph type="body" idx="1"/>
          </p:nvPr>
        </p:nvSpPr>
        <p:spPr/>
        <p:txBody>
          <a:bodyPr/>
          <a:lstStyle/>
          <a:p>
            <a:r>
              <a:rPr lang="en-AU" dirty="0"/>
              <a:t>Define the function(s)</a:t>
            </a:r>
          </a:p>
          <a:p>
            <a:r>
              <a:rPr lang="en-AU" dirty="0"/>
              <a:t>Save to file</a:t>
            </a:r>
          </a:p>
          <a:p>
            <a:r>
              <a:rPr lang="en-AU" dirty="0"/>
              <a:t>Import file</a:t>
            </a:r>
          </a:p>
          <a:p>
            <a:endParaRPr lang="en-AU" dirty="0"/>
          </a:p>
          <a:p>
            <a:r>
              <a:rPr lang="en-AU" dirty="0"/>
              <a:t>Create notebook</a:t>
            </a:r>
          </a:p>
          <a:p>
            <a:r>
              <a:rPr lang="en-AU" dirty="0"/>
              <a:t>Import notebook</a:t>
            </a:r>
          </a:p>
          <a:p>
            <a:pPr lvl="1"/>
            <a:r>
              <a:rPr lang="en-AU" dirty="0"/>
              <a:t>%run</a:t>
            </a:r>
          </a:p>
          <a:p>
            <a:pPr lvl="1"/>
            <a:r>
              <a:rPr lang="en-AU" dirty="0" err="1"/>
              <a:t>Margo_loader</a:t>
            </a:r>
            <a:endParaRPr lang="en-AU" dirty="0"/>
          </a:p>
        </p:txBody>
      </p:sp>
    </p:spTree>
    <p:extLst>
      <p:ext uri="{BB962C8B-B14F-4D97-AF65-F5344CB8AC3E}">
        <p14:creationId xmlns:p14="http://schemas.microsoft.com/office/powerpoint/2010/main" val="4047285254"/>
      </p:ext>
    </p:extLst>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885106-DD8D-3D47-A362-6E0B51D7C7AE}"/>
              </a:ext>
            </a:extLst>
          </p:cNvPr>
          <p:cNvSpPr>
            <a:spLocks noGrp="1"/>
          </p:cNvSpPr>
          <p:nvPr>
            <p:ph type="title"/>
          </p:nvPr>
        </p:nvSpPr>
        <p:spPr/>
        <p:txBody>
          <a:bodyPr/>
          <a:lstStyle/>
          <a:p>
            <a:r>
              <a:rPr lang="en-AU" dirty="0"/>
              <a:t>Create the module (file: </a:t>
            </a:r>
            <a:r>
              <a:rPr lang="en-AU" dirty="0" err="1"/>
              <a:t>hello.py</a:t>
            </a:r>
            <a:r>
              <a:rPr lang="en-AU" dirty="0"/>
              <a:t>)</a:t>
            </a:r>
          </a:p>
        </p:txBody>
      </p:sp>
      <p:sp>
        <p:nvSpPr>
          <p:cNvPr id="3" name="Text Placeholder 2">
            <a:extLst>
              <a:ext uri="{FF2B5EF4-FFF2-40B4-BE49-F238E27FC236}">
                <a16:creationId xmlns:a16="http://schemas.microsoft.com/office/drawing/2014/main" id="{59B1136E-7E92-1145-9B0E-BF4EE78ADD13}"/>
              </a:ext>
            </a:extLst>
          </p:cNvPr>
          <p:cNvSpPr>
            <a:spLocks noGrp="1"/>
          </p:cNvSpPr>
          <p:nvPr>
            <p:ph type="body" idx="1"/>
          </p:nvPr>
        </p:nvSpPr>
        <p:spPr/>
        <p:txBody>
          <a:bodyPr/>
          <a:lstStyle/>
          <a:p>
            <a:pPr marL="0" indent="0">
              <a:buNone/>
            </a:pPr>
            <a:r>
              <a:rPr lang="en-AU" b="1" dirty="0">
                <a:latin typeface="Courier" pitchFamily="2" charset="0"/>
              </a:rPr>
              <a:t># Define a function </a:t>
            </a:r>
          </a:p>
          <a:p>
            <a:pPr marL="0" indent="0">
              <a:buNone/>
            </a:pPr>
            <a:r>
              <a:rPr lang="en-AU" b="1" dirty="0">
                <a:latin typeface="Courier" pitchFamily="2" charset="0"/>
              </a:rPr>
              <a:t>def greeting(): </a:t>
            </a:r>
          </a:p>
          <a:p>
            <a:pPr lvl="1" indent="0"/>
            <a:r>
              <a:rPr lang="en-AU" b="1" dirty="0">
                <a:latin typeface="Courier" pitchFamily="2" charset="0"/>
              </a:rPr>
              <a:t>	print("Hello, World!")</a:t>
            </a:r>
          </a:p>
          <a:p>
            <a:pPr lvl="1" indent="0"/>
            <a:endParaRPr lang="en-AU" b="1" dirty="0">
              <a:latin typeface="Courier" pitchFamily="2" charset="0"/>
            </a:endParaRPr>
          </a:p>
          <a:p>
            <a:pPr lvl="1" indent="0"/>
            <a:r>
              <a:rPr lang="en-AU" b="1" dirty="0">
                <a:latin typeface="Courier" pitchFamily="2" charset="0"/>
              </a:rPr>
              <a:t>#Define variable</a:t>
            </a:r>
          </a:p>
          <a:p>
            <a:pPr lvl="1" indent="0"/>
            <a:r>
              <a:rPr lang="en-AU" b="1" dirty="0">
                <a:latin typeface="Courier" pitchFamily="2" charset="0"/>
              </a:rPr>
              <a:t>Name = “Steve”</a:t>
            </a:r>
          </a:p>
        </p:txBody>
      </p:sp>
    </p:spTree>
    <p:extLst>
      <p:ext uri="{BB962C8B-B14F-4D97-AF65-F5344CB8AC3E}">
        <p14:creationId xmlns:p14="http://schemas.microsoft.com/office/powerpoint/2010/main" val="1254511341"/>
      </p:ext>
    </p:extLst>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603758-96C0-B643-A548-80AD6EBB5FCD}"/>
              </a:ext>
            </a:extLst>
          </p:cNvPr>
          <p:cNvSpPr>
            <a:spLocks noGrp="1"/>
          </p:cNvSpPr>
          <p:nvPr>
            <p:ph type="title"/>
          </p:nvPr>
        </p:nvSpPr>
        <p:spPr/>
        <p:txBody>
          <a:bodyPr/>
          <a:lstStyle/>
          <a:p>
            <a:r>
              <a:rPr lang="en-AU" dirty="0"/>
              <a:t>Use Module</a:t>
            </a:r>
          </a:p>
        </p:txBody>
      </p:sp>
      <p:sp>
        <p:nvSpPr>
          <p:cNvPr id="3" name="Text Placeholder 2">
            <a:extLst>
              <a:ext uri="{FF2B5EF4-FFF2-40B4-BE49-F238E27FC236}">
                <a16:creationId xmlns:a16="http://schemas.microsoft.com/office/drawing/2014/main" id="{72A3CEA3-114C-9B42-9E1C-3E957D9802FC}"/>
              </a:ext>
            </a:extLst>
          </p:cNvPr>
          <p:cNvSpPr>
            <a:spLocks noGrp="1"/>
          </p:cNvSpPr>
          <p:nvPr>
            <p:ph type="body" idx="1"/>
          </p:nvPr>
        </p:nvSpPr>
        <p:spPr/>
        <p:txBody>
          <a:bodyPr/>
          <a:lstStyle/>
          <a:p>
            <a:pPr marL="0" indent="0">
              <a:buNone/>
            </a:pPr>
            <a:r>
              <a:rPr lang="en-AU" b="1" dirty="0">
                <a:latin typeface="Courier" pitchFamily="2" charset="0"/>
              </a:rPr>
              <a:t># Import the modules</a:t>
            </a:r>
          </a:p>
          <a:p>
            <a:pPr marL="0" indent="0">
              <a:buNone/>
            </a:pPr>
            <a:r>
              <a:rPr lang="en-AU" b="1" dirty="0">
                <a:latin typeface="Courier" pitchFamily="2" charset="0"/>
              </a:rPr>
              <a:t>import hello</a:t>
            </a:r>
          </a:p>
          <a:p>
            <a:pPr marL="0" indent="0">
              <a:buNone/>
            </a:pPr>
            <a:endParaRPr lang="en-AU" b="1" dirty="0">
              <a:latin typeface="Courier" pitchFamily="2" charset="0"/>
            </a:endParaRPr>
          </a:p>
          <a:p>
            <a:pPr marL="0" indent="0">
              <a:buNone/>
            </a:pPr>
            <a:r>
              <a:rPr lang="en-AU" b="1" dirty="0">
                <a:latin typeface="Courier" pitchFamily="2" charset="0"/>
              </a:rPr>
              <a:t># call the function</a:t>
            </a:r>
          </a:p>
          <a:p>
            <a:pPr marL="0" indent="0">
              <a:buNone/>
            </a:pPr>
            <a:r>
              <a:rPr lang="en-AU" b="1" dirty="0" err="1">
                <a:latin typeface="Courier" pitchFamily="2" charset="0"/>
              </a:rPr>
              <a:t>hello.greetting</a:t>
            </a:r>
            <a:r>
              <a:rPr lang="en-AU" b="1" dirty="0">
                <a:latin typeface="Courier" pitchFamily="2" charset="0"/>
              </a:rPr>
              <a:t>()</a:t>
            </a:r>
          </a:p>
          <a:p>
            <a:pPr marL="0" indent="0">
              <a:buNone/>
            </a:pPr>
            <a:endParaRPr lang="en-AU" b="1" dirty="0">
              <a:latin typeface="Courier" pitchFamily="2" charset="0"/>
            </a:endParaRPr>
          </a:p>
          <a:p>
            <a:pPr marL="0" indent="0">
              <a:buNone/>
            </a:pPr>
            <a:r>
              <a:rPr lang="en-AU" b="1" dirty="0">
                <a:latin typeface="Courier" pitchFamily="2" charset="0"/>
              </a:rPr>
              <a:t># Print variable</a:t>
            </a:r>
          </a:p>
          <a:p>
            <a:pPr marL="0" indent="0">
              <a:buNone/>
            </a:pPr>
            <a:r>
              <a:rPr lang="en-AU" b="1" dirty="0">
                <a:latin typeface="Courier" pitchFamily="2" charset="0"/>
              </a:rPr>
              <a:t>print(</a:t>
            </a:r>
            <a:r>
              <a:rPr lang="en-AU" b="1" dirty="0" err="1">
                <a:latin typeface="Courier" pitchFamily="2" charset="0"/>
              </a:rPr>
              <a:t>hello.name</a:t>
            </a:r>
            <a:r>
              <a:rPr lang="en-AU" b="1" dirty="0">
                <a:latin typeface="Courier" pitchFamily="2" charset="0"/>
              </a:rPr>
              <a:t>)</a:t>
            </a:r>
          </a:p>
        </p:txBody>
      </p:sp>
    </p:spTree>
    <p:extLst>
      <p:ext uri="{BB962C8B-B14F-4D97-AF65-F5344CB8AC3E}">
        <p14:creationId xmlns:p14="http://schemas.microsoft.com/office/powerpoint/2010/main" val="3814066798"/>
      </p:ext>
    </p:extLst>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D9116D-2050-D44D-8C5C-18B7D6E605CF}"/>
              </a:ext>
            </a:extLst>
          </p:cNvPr>
          <p:cNvSpPr>
            <a:spLocks noGrp="1"/>
          </p:cNvSpPr>
          <p:nvPr>
            <p:ph type="title"/>
          </p:nvPr>
        </p:nvSpPr>
        <p:spPr/>
        <p:txBody>
          <a:bodyPr/>
          <a:lstStyle/>
          <a:p>
            <a:r>
              <a:rPr lang="en-AU" dirty="0"/>
              <a:t>Package</a:t>
            </a:r>
          </a:p>
        </p:txBody>
      </p:sp>
      <p:sp>
        <p:nvSpPr>
          <p:cNvPr id="3" name="Text Placeholder 2">
            <a:extLst>
              <a:ext uri="{FF2B5EF4-FFF2-40B4-BE49-F238E27FC236}">
                <a16:creationId xmlns:a16="http://schemas.microsoft.com/office/drawing/2014/main" id="{56946293-8AB4-8D45-B2CD-C40852B39950}"/>
              </a:ext>
            </a:extLst>
          </p:cNvPr>
          <p:cNvSpPr>
            <a:spLocks noGrp="1"/>
          </p:cNvSpPr>
          <p:nvPr>
            <p:ph type="body" idx="1"/>
          </p:nvPr>
        </p:nvSpPr>
        <p:spPr/>
        <p:txBody>
          <a:bodyPr/>
          <a:lstStyle/>
          <a:p>
            <a:r>
              <a:rPr lang="en-AU" dirty="0"/>
              <a:t>Collection of Python files</a:t>
            </a:r>
          </a:p>
          <a:p>
            <a:r>
              <a:rPr lang="en-AU" dirty="0"/>
              <a:t>Directory structure</a:t>
            </a:r>
          </a:p>
          <a:p>
            <a:r>
              <a:rPr lang="en-AU" dirty="0"/>
              <a:t>__</a:t>
            </a:r>
            <a:r>
              <a:rPr lang="en-AU" dirty="0" err="1"/>
              <a:t>init</a:t>
            </a:r>
            <a:r>
              <a:rPr lang="en-AU" dirty="0"/>
              <a:t>__.</a:t>
            </a:r>
            <a:r>
              <a:rPr lang="en-AU" dirty="0" err="1"/>
              <a:t>py</a:t>
            </a:r>
            <a:endParaRPr lang="en-AU" dirty="0"/>
          </a:p>
          <a:p>
            <a:r>
              <a:rPr lang="en-AU" dirty="0"/>
              <a:t>Bundled together uploaded to </a:t>
            </a:r>
            <a:r>
              <a:rPr lang="en-AU" dirty="0" err="1"/>
              <a:t>PyPi</a:t>
            </a:r>
            <a:endParaRPr lang="en-AU" dirty="0"/>
          </a:p>
        </p:txBody>
      </p:sp>
    </p:spTree>
    <p:extLst>
      <p:ext uri="{BB962C8B-B14F-4D97-AF65-F5344CB8AC3E}">
        <p14:creationId xmlns:p14="http://schemas.microsoft.com/office/powerpoint/2010/main" val="3612313013"/>
      </p:ext>
    </p:extLst>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B23EA6-DCB2-554C-82D0-1D0B2DCD0910}"/>
              </a:ext>
            </a:extLst>
          </p:cNvPr>
          <p:cNvSpPr>
            <a:spLocks noGrp="1"/>
          </p:cNvSpPr>
          <p:nvPr>
            <p:ph type="title"/>
          </p:nvPr>
        </p:nvSpPr>
        <p:spPr/>
        <p:txBody>
          <a:bodyPr/>
          <a:lstStyle/>
          <a:p>
            <a:r>
              <a:rPr lang="en-AU" dirty="0"/>
              <a:t>Modules and Packages</a:t>
            </a:r>
          </a:p>
        </p:txBody>
      </p:sp>
      <p:sp>
        <p:nvSpPr>
          <p:cNvPr id="3" name="Text Placeholder 2">
            <a:extLst>
              <a:ext uri="{FF2B5EF4-FFF2-40B4-BE49-F238E27FC236}">
                <a16:creationId xmlns:a16="http://schemas.microsoft.com/office/drawing/2014/main" id="{26A3F38A-8F3A-094F-BB56-22742D6FEF09}"/>
              </a:ext>
            </a:extLst>
          </p:cNvPr>
          <p:cNvSpPr>
            <a:spLocks noGrp="1"/>
          </p:cNvSpPr>
          <p:nvPr>
            <p:ph type="body" idx="1"/>
          </p:nvPr>
        </p:nvSpPr>
        <p:spPr/>
        <p:txBody>
          <a:bodyPr/>
          <a:lstStyle/>
          <a:p>
            <a:r>
              <a:rPr lang="en-AU" dirty="0"/>
              <a:t>One job</a:t>
            </a:r>
          </a:p>
          <a:p>
            <a:r>
              <a:rPr lang="en-AU" dirty="0"/>
              <a:t>Hide internal workings</a:t>
            </a:r>
          </a:p>
          <a:p>
            <a:r>
              <a:rPr lang="en-AU" dirty="0"/>
              <a:t>Application Programmers Interface (API)</a:t>
            </a:r>
          </a:p>
          <a:p>
            <a:r>
              <a:rPr lang="en-AU" dirty="0"/>
              <a:t>Also called library</a:t>
            </a:r>
          </a:p>
          <a:p>
            <a:r>
              <a:rPr lang="en-AU" dirty="0"/>
              <a:t>Python Path</a:t>
            </a:r>
          </a:p>
          <a:p>
            <a:pPr marL="0" indent="0">
              <a:buNone/>
            </a:pPr>
            <a:endParaRPr lang="en-AU" dirty="0"/>
          </a:p>
        </p:txBody>
      </p:sp>
    </p:spTree>
    <p:extLst>
      <p:ext uri="{BB962C8B-B14F-4D97-AF65-F5344CB8AC3E}">
        <p14:creationId xmlns:p14="http://schemas.microsoft.com/office/powerpoint/2010/main" val="4139710635"/>
      </p:ext>
    </p:extLst>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F436CA-77ED-A344-8604-80FAF46172CF}"/>
              </a:ext>
            </a:extLst>
          </p:cNvPr>
          <p:cNvSpPr>
            <a:spLocks noGrp="1"/>
          </p:cNvSpPr>
          <p:nvPr>
            <p:ph type="title"/>
          </p:nvPr>
        </p:nvSpPr>
        <p:spPr/>
        <p:txBody>
          <a:bodyPr/>
          <a:lstStyle/>
          <a:p>
            <a:r>
              <a:rPr lang="en-AU" dirty="0"/>
              <a:t>Appending Paths</a:t>
            </a:r>
          </a:p>
        </p:txBody>
      </p:sp>
      <p:sp>
        <p:nvSpPr>
          <p:cNvPr id="3" name="Text Placeholder 2">
            <a:extLst>
              <a:ext uri="{FF2B5EF4-FFF2-40B4-BE49-F238E27FC236}">
                <a16:creationId xmlns:a16="http://schemas.microsoft.com/office/drawing/2014/main" id="{9C4F0537-03C3-CE4C-86B7-1F9D09EF1B84}"/>
              </a:ext>
            </a:extLst>
          </p:cNvPr>
          <p:cNvSpPr>
            <a:spLocks noGrp="1"/>
          </p:cNvSpPr>
          <p:nvPr>
            <p:ph type="body" idx="1"/>
          </p:nvPr>
        </p:nvSpPr>
        <p:spPr/>
        <p:txBody>
          <a:bodyPr/>
          <a:lstStyle/>
          <a:p>
            <a:pPr marL="0" indent="0">
              <a:buNone/>
            </a:pPr>
            <a:r>
              <a:rPr lang="en-AU" b="1" dirty="0">
                <a:latin typeface="Courier" pitchFamily="2" charset="0"/>
              </a:rPr>
              <a:t>import sys</a:t>
            </a:r>
          </a:p>
          <a:p>
            <a:pPr marL="0" indent="0">
              <a:buNone/>
            </a:pPr>
            <a:r>
              <a:rPr lang="en-AU" b="1" dirty="0" err="1">
                <a:latin typeface="Courier" pitchFamily="2" charset="0"/>
              </a:rPr>
              <a:t>sys.path.append</a:t>
            </a:r>
            <a:r>
              <a:rPr lang="en-AU" b="1" dirty="0">
                <a:latin typeface="Courier" pitchFamily="2" charset="0"/>
              </a:rPr>
              <a:t>(‘/user/</a:t>
            </a:r>
            <a:r>
              <a:rPr lang="en-AU" b="1" dirty="0" err="1">
                <a:latin typeface="Courier" pitchFamily="2" charset="0"/>
              </a:rPr>
              <a:t>steve</a:t>
            </a:r>
            <a:r>
              <a:rPr lang="en-AU" b="1" dirty="0">
                <a:latin typeface="Courier" pitchFamily="2" charset="0"/>
              </a:rPr>
              <a:t>/’)</a:t>
            </a:r>
          </a:p>
          <a:p>
            <a:pPr marL="0" indent="0">
              <a:buNone/>
            </a:pPr>
            <a:endParaRPr lang="en-AU" b="1" dirty="0">
              <a:latin typeface="Courier" pitchFamily="2" charset="0"/>
            </a:endParaRPr>
          </a:p>
          <a:p>
            <a:pPr marL="0" indent="0">
              <a:buNone/>
            </a:pPr>
            <a:r>
              <a:rPr lang="en-AU" b="1" dirty="0">
                <a:latin typeface="Courier" pitchFamily="2" charset="0"/>
              </a:rPr>
              <a:t>import hello</a:t>
            </a:r>
          </a:p>
          <a:p>
            <a:pPr marL="0" indent="0">
              <a:buNone/>
            </a:pPr>
            <a:r>
              <a:rPr lang="en-AU" b="1" dirty="0">
                <a:latin typeface="Courier" pitchFamily="2" charset="0"/>
              </a:rPr>
              <a:t>…</a:t>
            </a:r>
          </a:p>
        </p:txBody>
      </p:sp>
    </p:spTree>
    <p:extLst>
      <p:ext uri="{BB962C8B-B14F-4D97-AF65-F5344CB8AC3E}">
        <p14:creationId xmlns:p14="http://schemas.microsoft.com/office/powerpoint/2010/main" val="506434423"/>
      </p:ext>
    </p:extLst>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B4FF3B-CAE2-AF4E-B844-1B65B69BD368}"/>
              </a:ext>
            </a:extLst>
          </p:cNvPr>
          <p:cNvSpPr>
            <a:spLocks noGrp="1"/>
          </p:cNvSpPr>
          <p:nvPr>
            <p:ph type="title"/>
          </p:nvPr>
        </p:nvSpPr>
        <p:spPr/>
        <p:txBody>
          <a:bodyPr/>
          <a:lstStyle/>
          <a:p>
            <a:r>
              <a:rPr lang="en-AU" dirty="0"/>
              <a:t>Modular design</a:t>
            </a:r>
          </a:p>
        </p:txBody>
      </p:sp>
      <p:sp>
        <p:nvSpPr>
          <p:cNvPr id="3" name="Text Placeholder 2">
            <a:extLst>
              <a:ext uri="{FF2B5EF4-FFF2-40B4-BE49-F238E27FC236}">
                <a16:creationId xmlns:a16="http://schemas.microsoft.com/office/drawing/2014/main" id="{7D1311A7-F50A-B043-9697-4D0CA36A7DBB}"/>
              </a:ext>
            </a:extLst>
          </p:cNvPr>
          <p:cNvSpPr>
            <a:spLocks noGrp="1"/>
          </p:cNvSpPr>
          <p:nvPr>
            <p:ph type="body" idx="1"/>
          </p:nvPr>
        </p:nvSpPr>
        <p:spPr/>
        <p:txBody>
          <a:bodyPr/>
          <a:lstStyle/>
          <a:p>
            <a:r>
              <a:rPr lang="en-AU" dirty="0"/>
              <a:t>use to manages complexity</a:t>
            </a:r>
          </a:p>
          <a:p>
            <a:r>
              <a:rPr lang="en-AU" dirty="0"/>
              <a:t>break large problem into small problems</a:t>
            </a:r>
          </a:p>
          <a:p>
            <a:r>
              <a:rPr lang="en-AU" dirty="0"/>
              <a:t>small problems become functions</a:t>
            </a:r>
          </a:p>
          <a:p>
            <a:r>
              <a:rPr lang="en-AU" dirty="0"/>
              <a:t>group related functions into a module</a:t>
            </a:r>
          </a:p>
          <a:p>
            <a:r>
              <a:rPr lang="en-AU" dirty="0"/>
              <a:t>group related modules into a package</a:t>
            </a:r>
          </a:p>
        </p:txBody>
      </p:sp>
    </p:spTree>
    <p:extLst>
      <p:ext uri="{BB962C8B-B14F-4D97-AF65-F5344CB8AC3E}">
        <p14:creationId xmlns:p14="http://schemas.microsoft.com/office/powerpoint/2010/main" val="3075242196"/>
      </p:ext>
    </p:extLst>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82E063-79AA-6E41-A195-9D4D880F81C8}"/>
              </a:ext>
            </a:extLst>
          </p:cNvPr>
          <p:cNvSpPr>
            <a:spLocks noGrp="1"/>
          </p:cNvSpPr>
          <p:nvPr>
            <p:ph type="title"/>
          </p:nvPr>
        </p:nvSpPr>
        <p:spPr/>
        <p:txBody>
          <a:bodyPr/>
          <a:lstStyle/>
          <a:p>
            <a:r>
              <a:rPr lang="en-AU" dirty="0"/>
              <a:t>Today</a:t>
            </a:r>
          </a:p>
        </p:txBody>
      </p:sp>
      <p:sp>
        <p:nvSpPr>
          <p:cNvPr id="3" name="Text Placeholder 2">
            <a:extLst>
              <a:ext uri="{FF2B5EF4-FFF2-40B4-BE49-F238E27FC236}">
                <a16:creationId xmlns:a16="http://schemas.microsoft.com/office/drawing/2014/main" id="{4B7009AE-2676-494F-94C9-31B3D3351A3B}"/>
              </a:ext>
            </a:extLst>
          </p:cNvPr>
          <p:cNvSpPr>
            <a:spLocks noGrp="1"/>
          </p:cNvSpPr>
          <p:nvPr>
            <p:ph type="body" idx="1"/>
          </p:nvPr>
        </p:nvSpPr>
        <p:spPr/>
        <p:txBody>
          <a:bodyPr/>
          <a:lstStyle/>
          <a:p>
            <a:r>
              <a:rPr lang="en-AU" dirty="0"/>
              <a:t>Modules</a:t>
            </a:r>
          </a:p>
          <a:p>
            <a:r>
              <a:rPr lang="en-AU" dirty="0"/>
              <a:t>Packages</a:t>
            </a:r>
          </a:p>
          <a:p>
            <a:r>
              <a:rPr lang="en-AU" dirty="0"/>
              <a:t>Modular Design</a:t>
            </a:r>
          </a:p>
        </p:txBody>
      </p:sp>
    </p:spTree>
    <p:extLst>
      <p:ext uri="{BB962C8B-B14F-4D97-AF65-F5344CB8AC3E}">
        <p14:creationId xmlns:p14="http://schemas.microsoft.com/office/powerpoint/2010/main" val="3997231057"/>
      </p:ext>
    </p:extLst>
  </p:cSld>
  <p:clrMapOvr>
    <a:masterClrMapping/>
  </p:clrMapOvr>
  <p:transition spd="med"/>
</p:sld>
</file>

<file path=ppt/theme/theme1.xml><?xml version="1.0" encoding="utf-8"?>
<a:theme xmlns:a="http://schemas.openxmlformats.org/drawingml/2006/main" name="curtin2010-PP2003">
  <a:themeElements>
    <a:clrScheme name="curtin2010-PP2003">
      <a:dk1>
        <a:srgbClr val="333333"/>
      </a:dk1>
      <a:lt1>
        <a:srgbClr val="FFFFFF"/>
      </a:lt1>
      <a:dk2>
        <a:srgbClr val="A7A7A7"/>
      </a:dk2>
      <a:lt2>
        <a:srgbClr val="535353"/>
      </a:lt2>
      <a:accent1>
        <a:srgbClr val="CC9900"/>
      </a:accent1>
      <a:accent2>
        <a:srgbClr val="333399"/>
      </a:accent2>
      <a:accent3>
        <a:srgbClr val="8F8F8F"/>
      </a:accent3>
      <a:accent4>
        <a:srgbClr val="2A2A2A"/>
      </a:accent4>
      <a:accent5>
        <a:srgbClr val="E2CAAA"/>
      </a:accent5>
      <a:accent6>
        <a:srgbClr val="2D2D8A"/>
      </a:accent6>
      <a:hlink>
        <a:srgbClr val="0000FF"/>
      </a:hlink>
      <a:folHlink>
        <a:srgbClr val="FF00FF"/>
      </a:folHlink>
    </a:clrScheme>
    <a:fontScheme name="curtin2010-PP2003">
      <a:majorFont>
        <a:latin typeface="Arial"/>
        <a:ea typeface="Arial"/>
        <a:cs typeface="Arial"/>
      </a:majorFont>
      <a:minorFont>
        <a:latin typeface="Helvetica"/>
        <a:ea typeface="Helvetica"/>
        <a:cs typeface="Helvetica"/>
      </a:minorFont>
    </a:fontScheme>
    <a:fmtScheme name="curtin2010-PP2003">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38100" dist="23000" dir="5400000" rotWithShape="0">
              <a:srgbClr val="000000">
                <a:alpha val="35000"/>
              </a:srgbClr>
            </a:outerShdw>
          </a:effectLst>
        </a:effectStyle>
        <a:effectStyle>
          <a:effectLst>
            <a:outerShdw blurRad="38100" dist="23000" dir="5400000" rotWithShape="0">
              <a:srgbClr val="000000">
                <a:alpha val="35000"/>
              </a:srgbClr>
            </a:outerShdw>
          </a:effectLst>
        </a:effectStyle>
        <a:effectStyle>
          <a:effectLst>
            <a:outerShdw blurRad="381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outerShdw blurRad="38100" dist="23000" dir="5400000" rotWithShape="0">
            <a:srgbClr val="000000">
              <a:alpha val="35000"/>
            </a:srgbClr>
          </a:outerShdw>
        </a:effectLst>
        <a:sp3d/>
      </a:spPr>
      <a:bodyPr rot="0" spcFirstLastPara="1" vertOverflow="overflow" horzOverflow="overflow" vert="horz" wrap="square" lIns="45718" tIns="45718" rIns="45718" bIns="45718" numCol="1" spcCol="38100" rtlCol="0" anchor="ctr">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333333"/>
            </a:solidFill>
            <a:effectLst/>
            <a:uFillTx/>
            <a:latin typeface="+mn-lt"/>
            <a:ea typeface="+mn-ea"/>
            <a:cs typeface="+mn-cs"/>
            <a:sym typeface="Helvetica"/>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outerShdw blurRad="38100" dist="23000" dir="5400000" rotWithShape="0">
            <a:srgbClr val="000000">
              <a:alpha val="35000"/>
            </a:srgbClr>
          </a:outerShdw>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8" tIns="45718" rIns="45718" bIns="45718"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333333"/>
            </a:solidFill>
            <a:effectLst/>
            <a:uFillTx/>
            <a:latin typeface="+mn-lt"/>
            <a:ea typeface="+mn-ea"/>
            <a:cs typeface="+mn-cs"/>
            <a:sym typeface="Helvetica"/>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curtin2010-PP2003">
  <a:themeElements>
    <a:clrScheme name="curtin2010-PP2003">
      <a:dk1>
        <a:srgbClr val="000000"/>
      </a:dk1>
      <a:lt1>
        <a:srgbClr val="FFFFFF"/>
      </a:lt1>
      <a:dk2>
        <a:srgbClr val="A7A7A7"/>
      </a:dk2>
      <a:lt2>
        <a:srgbClr val="535353"/>
      </a:lt2>
      <a:accent1>
        <a:srgbClr val="CC9900"/>
      </a:accent1>
      <a:accent2>
        <a:srgbClr val="333399"/>
      </a:accent2>
      <a:accent3>
        <a:srgbClr val="8F8F8F"/>
      </a:accent3>
      <a:accent4>
        <a:srgbClr val="2A2A2A"/>
      </a:accent4>
      <a:accent5>
        <a:srgbClr val="E2CAAA"/>
      </a:accent5>
      <a:accent6>
        <a:srgbClr val="2D2D8A"/>
      </a:accent6>
      <a:hlink>
        <a:srgbClr val="0000FF"/>
      </a:hlink>
      <a:folHlink>
        <a:srgbClr val="FF00FF"/>
      </a:folHlink>
    </a:clrScheme>
    <a:fontScheme name="curtin2010-PP2003">
      <a:majorFont>
        <a:latin typeface="Arial"/>
        <a:ea typeface="Arial"/>
        <a:cs typeface="Arial"/>
      </a:majorFont>
      <a:minorFont>
        <a:latin typeface="Helvetica"/>
        <a:ea typeface="Helvetica"/>
        <a:cs typeface="Helvetica"/>
      </a:minorFont>
    </a:fontScheme>
    <a:fmtScheme name="curtin2010-PP2003">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38100" dist="23000" dir="5400000" rotWithShape="0">
              <a:srgbClr val="000000">
                <a:alpha val="35000"/>
              </a:srgbClr>
            </a:outerShdw>
          </a:effectLst>
        </a:effectStyle>
        <a:effectStyle>
          <a:effectLst>
            <a:outerShdw blurRad="38100" dist="23000" dir="5400000" rotWithShape="0">
              <a:srgbClr val="000000">
                <a:alpha val="35000"/>
              </a:srgbClr>
            </a:outerShdw>
          </a:effectLst>
        </a:effectStyle>
        <a:effectStyle>
          <a:effectLst>
            <a:outerShdw blurRad="381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outerShdw blurRad="38100" dist="23000" dir="5400000" rotWithShape="0">
            <a:srgbClr val="000000">
              <a:alpha val="35000"/>
            </a:srgbClr>
          </a:outerShdw>
        </a:effectLst>
        <a:sp3d/>
      </a:spPr>
      <a:bodyPr rot="0" spcFirstLastPara="1" vertOverflow="overflow" horzOverflow="overflow" vert="horz" wrap="square" lIns="45718" tIns="45718" rIns="45718" bIns="45718" numCol="1" spcCol="38100" rtlCol="0" anchor="ctr">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333333"/>
            </a:solidFill>
            <a:effectLst/>
            <a:uFillTx/>
            <a:latin typeface="+mn-lt"/>
            <a:ea typeface="+mn-ea"/>
            <a:cs typeface="+mn-cs"/>
            <a:sym typeface="Helvetica"/>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outerShdw blurRad="38100" dist="23000" dir="5400000" rotWithShape="0">
            <a:srgbClr val="000000">
              <a:alpha val="35000"/>
            </a:srgbClr>
          </a:outerShdw>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8" tIns="45718" rIns="45718" bIns="45718"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333333"/>
            </a:solidFill>
            <a:effectLst/>
            <a:uFillTx/>
            <a:latin typeface="+mn-lt"/>
            <a:ea typeface="+mn-ea"/>
            <a:cs typeface="+mn-cs"/>
            <a:sym typeface="Helvetica"/>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TotalTime>684</TotalTime>
  <Words>317</Words>
  <Application>Microsoft Macintosh PowerPoint</Application>
  <PresentationFormat>On-screen Show (4:3)</PresentationFormat>
  <Paragraphs>83</Paragraphs>
  <Slides>16</Slides>
  <Notes>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16</vt:i4>
      </vt:variant>
    </vt:vector>
  </HeadingPairs>
  <TitlesOfParts>
    <vt:vector size="23" baseType="lpstr">
      <vt:lpstr>Arial</vt:lpstr>
      <vt:lpstr>Calibri</vt:lpstr>
      <vt:lpstr>Courier</vt:lpstr>
      <vt:lpstr>Helvetica</vt:lpstr>
      <vt:lpstr>Lucida Handwriting</vt:lpstr>
      <vt:lpstr>Wingdings</vt:lpstr>
      <vt:lpstr>curtin2010-PP2003</vt:lpstr>
      <vt:lpstr>Modules</vt:lpstr>
      <vt:lpstr>PowerPoint Presentation</vt:lpstr>
      <vt:lpstr>PowerPoint Presentation</vt:lpstr>
      <vt:lpstr>Today</vt:lpstr>
      <vt:lpstr>Recall Modules</vt:lpstr>
      <vt:lpstr>Recall Convenience</vt:lpstr>
      <vt:lpstr>Specific Import</vt:lpstr>
      <vt:lpstr>Module</vt:lpstr>
      <vt:lpstr>Creating a Module</vt:lpstr>
      <vt:lpstr>Create the module (file: hello.py)</vt:lpstr>
      <vt:lpstr>Use Module</vt:lpstr>
      <vt:lpstr>Package</vt:lpstr>
      <vt:lpstr>Modules and Packages</vt:lpstr>
      <vt:lpstr>Appending Paths</vt:lpstr>
      <vt:lpstr>Modular design</vt:lpstr>
      <vt:lpstr>Today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is Programming?</dc:title>
  <cp:lastModifiedBy>Michael Borck</cp:lastModifiedBy>
  <cp:revision>41</cp:revision>
  <cp:lastPrinted>2021-08-10T18:09:26Z</cp:lastPrinted>
  <dcterms:modified xsi:type="dcterms:W3CDTF">2022-03-29T17:28:25Z</dcterms:modified>
</cp:coreProperties>
</file>