
<file path=[Content_Types].xml><?xml version="1.0" encoding="utf-8"?>
<Types xmlns="http://schemas.openxmlformats.org/package/2006/content-types">
  <Default Extension="gif" ContentType="image/gif"/>
  <Default Extension="jpg" ContentType="image/jpeg"/>
  <Default Extension="png" ContentType="image/png"/>
  <Default Extension="rels" ContentType="application/vnd.openxmlformats-package.relationships+xml"/>
  <Default Extension="svg" ContentType="image/svg+xml"/>
  <Default Extension="tif" ContentType="image/tif"/>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5.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67"/>
  </p:notesMasterIdLst>
  <p:sldIdLst>
    <p:sldId id="256" r:id="rId2"/>
    <p:sldId id="257" r:id="rId3"/>
    <p:sldId id="258" r:id="rId4"/>
    <p:sldId id="289" r:id="rId5"/>
    <p:sldId id="259" r:id="rId6"/>
    <p:sldId id="260" r:id="rId7"/>
    <p:sldId id="265" r:id="rId8"/>
    <p:sldId id="266" r:id="rId9"/>
    <p:sldId id="285" r:id="rId10"/>
    <p:sldId id="281" r:id="rId11"/>
    <p:sldId id="287" r:id="rId12"/>
    <p:sldId id="286" r:id="rId13"/>
    <p:sldId id="288" r:id="rId14"/>
    <p:sldId id="290" r:id="rId15"/>
    <p:sldId id="267" r:id="rId16"/>
    <p:sldId id="276" r:id="rId17"/>
    <p:sldId id="270" r:id="rId18"/>
    <p:sldId id="272" r:id="rId19"/>
    <p:sldId id="277" r:id="rId20"/>
    <p:sldId id="261" r:id="rId21"/>
    <p:sldId id="275" r:id="rId22"/>
    <p:sldId id="262" r:id="rId23"/>
    <p:sldId id="264" r:id="rId24"/>
    <p:sldId id="291" r:id="rId25"/>
    <p:sldId id="292" r:id="rId26"/>
    <p:sldId id="268" r:id="rId27"/>
    <p:sldId id="269" r:id="rId28"/>
    <p:sldId id="274" r:id="rId29"/>
    <p:sldId id="293" r:id="rId30"/>
    <p:sldId id="271" r:id="rId31"/>
    <p:sldId id="294" r:id="rId32"/>
    <p:sldId id="295" r:id="rId33"/>
    <p:sldId id="296" r:id="rId34"/>
    <p:sldId id="263" r:id="rId35"/>
    <p:sldId id="297" r:id="rId36"/>
    <p:sldId id="298" r:id="rId37"/>
    <p:sldId id="299" r:id="rId38"/>
    <p:sldId id="300" r:id="rId39"/>
    <p:sldId id="301" r:id="rId40"/>
    <p:sldId id="302" r:id="rId41"/>
    <p:sldId id="303" r:id="rId42"/>
    <p:sldId id="304" r:id="rId43"/>
    <p:sldId id="273" r:id="rId44"/>
    <p:sldId id="305" r:id="rId45"/>
    <p:sldId id="306" r:id="rId46"/>
    <p:sldId id="307" r:id="rId47"/>
    <p:sldId id="308" r:id="rId48"/>
    <p:sldId id="278" r:id="rId49"/>
    <p:sldId id="279" r:id="rId50"/>
    <p:sldId id="280" r:id="rId51"/>
    <p:sldId id="309" r:id="rId52"/>
    <p:sldId id="282" r:id="rId53"/>
    <p:sldId id="283" r:id="rId54"/>
    <p:sldId id="284" r:id="rId55"/>
    <p:sldId id="310" r:id="rId56"/>
    <p:sldId id="311" r:id="rId57"/>
    <p:sldId id="312" r:id="rId58"/>
    <p:sldId id="313" r:id="rId59"/>
    <p:sldId id="314" r:id="rId60"/>
    <p:sldId id="315" r:id="rId61"/>
    <p:sldId id="316" r:id="rId62"/>
    <p:sldId id="317" r:id="rId63"/>
    <p:sldId id="318" r:id="rId64"/>
    <p:sldId id="319" r:id="rId65"/>
    <p:sldId id="320" r:id="rId66"/>
  </p:sldIdLst>
  <p:sldSz cx="9144000" cy="6858000" type="screen4x3"/>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333333"/>
        </a:solidFill>
        <a:effectLst/>
        <a:uFillTx/>
        <a:latin typeface="+mn-lt"/>
        <a:ea typeface="+mn-ea"/>
        <a:cs typeface="+mn-cs"/>
        <a:sym typeface="Helvetica"/>
      </a:defRPr>
    </a:lvl1pPr>
    <a:lvl2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333333"/>
        </a:solidFill>
        <a:effectLst/>
        <a:uFillTx/>
        <a:latin typeface="+mn-lt"/>
        <a:ea typeface="+mn-ea"/>
        <a:cs typeface="+mn-cs"/>
        <a:sym typeface="Helvetica"/>
      </a:defRPr>
    </a:lvl2pPr>
    <a:lvl3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333333"/>
        </a:solidFill>
        <a:effectLst/>
        <a:uFillTx/>
        <a:latin typeface="+mn-lt"/>
        <a:ea typeface="+mn-ea"/>
        <a:cs typeface="+mn-cs"/>
        <a:sym typeface="Helvetica"/>
      </a:defRPr>
    </a:lvl3pPr>
    <a:lvl4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333333"/>
        </a:solidFill>
        <a:effectLst/>
        <a:uFillTx/>
        <a:latin typeface="+mn-lt"/>
        <a:ea typeface="+mn-ea"/>
        <a:cs typeface="+mn-cs"/>
        <a:sym typeface="Helvetica"/>
      </a:defRPr>
    </a:lvl4pPr>
    <a:lvl5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333333"/>
        </a:solidFill>
        <a:effectLst/>
        <a:uFillTx/>
        <a:latin typeface="+mn-lt"/>
        <a:ea typeface="+mn-ea"/>
        <a:cs typeface="+mn-cs"/>
        <a:sym typeface="Helvetica"/>
      </a:defRPr>
    </a:lvl5pPr>
    <a:lvl6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333333"/>
        </a:solidFill>
        <a:effectLst/>
        <a:uFillTx/>
        <a:latin typeface="+mn-lt"/>
        <a:ea typeface="+mn-ea"/>
        <a:cs typeface="+mn-cs"/>
        <a:sym typeface="Helvetica"/>
      </a:defRPr>
    </a:lvl6pPr>
    <a:lvl7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333333"/>
        </a:solidFill>
        <a:effectLst/>
        <a:uFillTx/>
        <a:latin typeface="+mn-lt"/>
        <a:ea typeface="+mn-ea"/>
        <a:cs typeface="+mn-cs"/>
        <a:sym typeface="Helvetica"/>
      </a:defRPr>
    </a:lvl7pPr>
    <a:lvl8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333333"/>
        </a:solidFill>
        <a:effectLst/>
        <a:uFillTx/>
        <a:latin typeface="+mn-lt"/>
        <a:ea typeface="+mn-ea"/>
        <a:cs typeface="+mn-cs"/>
        <a:sym typeface="Helvetica"/>
      </a:defRPr>
    </a:lvl8pPr>
    <a:lvl9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333333"/>
        </a:solidFill>
        <a:effectLst/>
        <a:uFillTx/>
        <a:latin typeface="+mn-lt"/>
        <a:ea typeface="+mn-ea"/>
        <a:cs typeface="+mn-cs"/>
        <a:sym typeface="Helvetica"/>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333333"/>
        </a:fontRef>
        <a:srgbClr val="333333"/>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ECDDCA"/>
          </a:solidFill>
        </a:fill>
      </a:tcStyle>
    </a:wholeTbl>
    <a:band2H>
      <a:tcTxStyle/>
      <a:tcStyle>
        <a:tcBdr/>
        <a:fill>
          <a:solidFill>
            <a:srgbClr val="F6EFE6"/>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inor">
          <a:srgbClr val="333333"/>
        </a:fontRef>
        <a:srgbClr val="333333"/>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BDBDB"/>
          </a:solidFill>
        </a:fill>
      </a:tcStyle>
    </a:wholeTbl>
    <a:band2H>
      <a:tcTxStyle/>
      <a:tcStyle>
        <a:tcBdr/>
        <a:fill>
          <a:solidFill>
            <a:srgbClr val="EEEEEE"/>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inor">
          <a:srgbClr val="333333"/>
        </a:fontRef>
        <a:srgbClr val="333333"/>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CCCD9"/>
          </a:solidFill>
        </a:fill>
      </a:tcStyle>
    </a:wholeTbl>
    <a:band2H>
      <a:tcTxStyle/>
      <a:tcStyle>
        <a:tcBdr/>
        <a:fill>
          <a:solidFill>
            <a:srgbClr val="E7E7ED"/>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inor">
          <a:srgbClr val="333333"/>
        </a:fontRef>
        <a:srgbClr val="333333"/>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7E7E7"/>
          </a:solidFill>
        </a:fill>
      </a:tcStyle>
    </a:wholeTbl>
    <a:band2H>
      <a:tcTxStyle/>
      <a:tcStyle>
        <a:tcBdr/>
        <a:fill>
          <a:solidFill>
            <a:srgbClr val="FFFFFF"/>
          </a:solidFill>
        </a:fill>
      </a:tcStyle>
    </a:band2H>
    <a:firstCol>
      <a:tcTxStyle b="on"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inor">
          <a:srgbClr val="333333"/>
        </a:fontRef>
        <a:srgbClr val="333333"/>
      </a:tcTxStyle>
      <a:tcStyle>
        <a:tcBdr>
          <a:left>
            <a:ln w="12700" cap="flat">
              <a:noFill/>
              <a:miter lim="400000"/>
            </a:ln>
          </a:left>
          <a:right>
            <a:ln w="12700" cap="flat">
              <a:noFill/>
              <a:miter lim="400000"/>
            </a:ln>
          </a:right>
          <a:top>
            <a:ln w="50800" cap="flat">
              <a:solidFill>
                <a:srgbClr val="333333"/>
              </a:solidFill>
              <a:prstDash val="solid"/>
              <a:round/>
            </a:ln>
          </a:top>
          <a:bottom>
            <a:ln w="25400" cap="flat">
              <a:solidFill>
                <a:srgbClr val="333333"/>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inor">
          <a:srgbClr val="FFFFFF"/>
        </a:fontRef>
        <a:srgbClr val="FFFFFF"/>
      </a:tcTxStyle>
      <a:tcStyle>
        <a:tcBdr>
          <a:left>
            <a:ln w="12700" cap="flat">
              <a:noFill/>
              <a:miter lim="400000"/>
            </a:ln>
          </a:left>
          <a:right>
            <a:ln w="12700" cap="flat">
              <a:noFill/>
              <a:miter lim="400000"/>
            </a:ln>
          </a:right>
          <a:top>
            <a:ln w="25400" cap="flat">
              <a:solidFill>
                <a:srgbClr val="333333"/>
              </a:solidFill>
              <a:prstDash val="solid"/>
              <a:round/>
            </a:ln>
          </a:top>
          <a:bottom>
            <a:ln w="25400" cap="flat">
              <a:solidFill>
                <a:srgbClr val="333333"/>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inor">
          <a:srgbClr val="333333"/>
        </a:fontRef>
        <a:srgbClr val="333333"/>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CCCCC"/>
          </a:solidFill>
        </a:fill>
      </a:tcStyle>
    </a:wholeTbl>
    <a:band2H>
      <a:tcTxStyle/>
      <a:tcStyle>
        <a:tcBdr/>
        <a:fill>
          <a:solidFill>
            <a:srgbClr val="E7E7E7"/>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333333"/>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333333"/>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333333"/>
          </a:solidFill>
        </a:fill>
      </a:tcStyle>
    </a:firstRow>
  </a:tblStyle>
  <a:tblStyle styleId="{2708684C-4D16-4618-839F-0558EEFCDFE6}" styleName="">
    <a:tblBg/>
    <a:wholeTbl>
      <a:tcTxStyle b="off" i="off">
        <a:fontRef idx="minor">
          <a:srgbClr val="333333"/>
        </a:fontRef>
        <a:srgbClr val="333333"/>
      </a:tcTxStyle>
      <a:tcStyle>
        <a:tcBdr>
          <a:left>
            <a:ln w="12700" cap="flat">
              <a:solidFill>
                <a:srgbClr val="333333"/>
              </a:solidFill>
              <a:prstDash val="solid"/>
              <a:round/>
            </a:ln>
          </a:left>
          <a:right>
            <a:ln w="12700" cap="flat">
              <a:solidFill>
                <a:srgbClr val="333333"/>
              </a:solidFill>
              <a:prstDash val="solid"/>
              <a:round/>
            </a:ln>
          </a:right>
          <a:top>
            <a:ln w="12700" cap="flat">
              <a:solidFill>
                <a:srgbClr val="333333"/>
              </a:solidFill>
              <a:prstDash val="solid"/>
              <a:round/>
            </a:ln>
          </a:top>
          <a:bottom>
            <a:ln w="12700" cap="flat">
              <a:solidFill>
                <a:srgbClr val="333333"/>
              </a:solidFill>
              <a:prstDash val="solid"/>
              <a:round/>
            </a:ln>
          </a:bottom>
          <a:insideH>
            <a:ln w="12700" cap="flat">
              <a:solidFill>
                <a:srgbClr val="333333"/>
              </a:solidFill>
              <a:prstDash val="solid"/>
              <a:round/>
            </a:ln>
          </a:insideH>
          <a:insideV>
            <a:ln w="12700" cap="flat">
              <a:solidFill>
                <a:srgbClr val="333333"/>
              </a:solidFill>
              <a:prstDash val="solid"/>
              <a:round/>
            </a:ln>
          </a:insideV>
        </a:tcBdr>
        <a:fill>
          <a:solidFill>
            <a:srgbClr val="333333">
              <a:alpha val="20000"/>
            </a:srgbClr>
          </a:solidFill>
        </a:fill>
      </a:tcStyle>
    </a:wholeTbl>
    <a:band2H>
      <a:tcTxStyle/>
      <a:tcStyle>
        <a:tcBdr/>
        <a:fill>
          <a:solidFill>
            <a:srgbClr val="FFFFFF"/>
          </a:solidFill>
        </a:fill>
      </a:tcStyle>
    </a:band2H>
    <a:firstCol>
      <a:tcTxStyle b="on" i="off">
        <a:fontRef idx="minor">
          <a:srgbClr val="333333"/>
        </a:fontRef>
        <a:srgbClr val="333333"/>
      </a:tcTxStyle>
      <a:tcStyle>
        <a:tcBdr>
          <a:left>
            <a:ln w="12700" cap="flat">
              <a:solidFill>
                <a:srgbClr val="333333"/>
              </a:solidFill>
              <a:prstDash val="solid"/>
              <a:round/>
            </a:ln>
          </a:left>
          <a:right>
            <a:ln w="12700" cap="flat">
              <a:solidFill>
                <a:srgbClr val="333333"/>
              </a:solidFill>
              <a:prstDash val="solid"/>
              <a:round/>
            </a:ln>
          </a:right>
          <a:top>
            <a:ln w="12700" cap="flat">
              <a:solidFill>
                <a:srgbClr val="333333"/>
              </a:solidFill>
              <a:prstDash val="solid"/>
              <a:round/>
            </a:ln>
          </a:top>
          <a:bottom>
            <a:ln w="12700" cap="flat">
              <a:solidFill>
                <a:srgbClr val="333333"/>
              </a:solidFill>
              <a:prstDash val="solid"/>
              <a:round/>
            </a:ln>
          </a:bottom>
          <a:insideH>
            <a:ln w="12700" cap="flat">
              <a:solidFill>
                <a:srgbClr val="333333"/>
              </a:solidFill>
              <a:prstDash val="solid"/>
              <a:round/>
            </a:ln>
          </a:insideH>
          <a:insideV>
            <a:ln w="12700" cap="flat">
              <a:solidFill>
                <a:srgbClr val="333333"/>
              </a:solidFill>
              <a:prstDash val="solid"/>
              <a:round/>
            </a:ln>
          </a:insideV>
        </a:tcBdr>
        <a:fill>
          <a:solidFill>
            <a:srgbClr val="333333">
              <a:alpha val="20000"/>
            </a:srgbClr>
          </a:solidFill>
        </a:fill>
      </a:tcStyle>
    </a:firstCol>
    <a:lastRow>
      <a:tcTxStyle b="on" i="off">
        <a:fontRef idx="minor">
          <a:srgbClr val="333333"/>
        </a:fontRef>
        <a:srgbClr val="333333"/>
      </a:tcTxStyle>
      <a:tcStyle>
        <a:tcBdr>
          <a:left>
            <a:ln w="12700" cap="flat">
              <a:solidFill>
                <a:srgbClr val="333333"/>
              </a:solidFill>
              <a:prstDash val="solid"/>
              <a:round/>
            </a:ln>
          </a:left>
          <a:right>
            <a:ln w="12700" cap="flat">
              <a:solidFill>
                <a:srgbClr val="333333"/>
              </a:solidFill>
              <a:prstDash val="solid"/>
              <a:round/>
            </a:ln>
          </a:right>
          <a:top>
            <a:ln w="50800" cap="flat">
              <a:solidFill>
                <a:srgbClr val="333333"/>
              </a:solidFill>
              <a:prstDash val="solid"/>
              <a:round/>
            </a:ln>
          </a:top>
          <a:bottom>
            <a:ln w="12700" cap="flat">
              <a:solidFill>
                <a:srgbClr val="333333"/>
              </a:solidFill>
              <a:prstDash val="solid"/>
              <a:round/>
            </a:ln>
          </a:bottom>
          <a:insideH>
            <a:ln w="12700" cap="flat">
              <a:solidFill>
                <a:srgbClr val="333333"/>
              </a:solidFill>
              <a:prstDash val="solid"/>
              <a:round/>
            </a:ln>
          </a:insideH>
          <a:insideV>
            <a:ln w="12700" cap="flat">
              <a:solidFill>
                <a:srgbClr val="333333"/>
              </a:solidFill>
              <a:prstDash val="solid"/>
              <a:round/>
            </a:ln>
          </a:insideV>
        </a:tcBdr>
        <a:fill>
          <a:noFill/>
        </a:fill>
      </a:tcStyle>
    </a:lastRow>
    <a:firstRow>
      <a:tcTxStyle b="on" i="off">
        <a:fontRef idx="minor">
          <a:srgbClr val="333333"/>
        </a:fontRef>
        <a:srgbClr val="333333"/>
      </a:tcTxStyle>
      <a:tcStyle>
        <a:tcBdr>
          <a:left>
            <a:ln w="12700" cap="flat">
              <a:solidFill>
                <a:srgbClr val="333333"/>
              </a:solidFill>
              <a:prstDash val="solid"/>
              <a:round/>
            </a:ln>
          </a:left>
          <a:right>
            <a:ln w="12700" cap="flat">
              <a:solidFill>
                <a:srgbClr val="333333"/>
              </a:solidFill>
              <a:prstDash val="solid"/>
              <a:round/>
            </a:ln>
          </a:right>
          <a:top>
            <a:ln w="12700" cap="flat">
              <a:solidFill>
                <a:srgbClr val="333333"/>
              </a:solidFill>
              <a:prstDash val="solid"/>
              <a:round/>
            </a:ln>
          </a:top>
          <a:bottom>
            <a:ln w="25400" cap="flat">
              <a:solidFill>
                <a:srgbClr val="333333"/>
              </a:solidFill>
              <a:prstDash val="solid"/>
              <a:round/>
            </a:ln>
          </a:bottom>
          <a:insideH>
            <a:ln w="12700" cap="flat">
              <a:solidFill>
                <a:srgbClr val="333333"/>
              </a:solidFill>
              <a:prstDash val="solid"/>
              <a:round/>
            </a:ln>
          </a:insideH>
          <a:insideV>
            <a:ln w="12700" cap="flat">
              <a:solidFill>
                <a:srgbClr val="333333"/>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781"/>
    <p:restoredTop sz="67211"/>
  </p:normalViewPr>
  <p:slideViewPr>
    <p:cSldViewPr snapToGrid="0" snapToObjects="1">
      <p:cViewPr varScale="1">
        <p:scale>
          <a:sx n="84" d="100"/>
          <a:sy n="84" d="100"/>
        </p:scale>
        <p:origin x="3352"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diagrams/_rels/data1.xml.rels><?xml version="1.0" encoding="UTF-8" standalone="yes"?>
<Relationships xmlns="http://schemas.openxmlformats.org/package/2006/relationships"><Relationship Id="rId8" Type="http://schemas.openxmlformats.org/officeDocument/2006/relationships/image" Target="../media/image16.svg"/><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image" Target="../media/image10.svg"/><Relationship Id="rId1" Type="http://schemas.openxmlformats.org/officeDocument/2006/relationships/image" Target="../media/image9.png"/><Relationship Id="rId6" Type="http://schemas.openxmlformats.org/officeDocument/2006/relationships/image" Target="../media/image14.svg"/><Relationship Id="rId5" Type="http://schemas.openxmlformats.org/officeDocument/2006/relationships/image" Target="../media/image13.png"/><Relationship Id="rId4" Type="http://schemas.openxmlformats.org/officeDocument/2006/relationships/image" Target="../media/image12.svg"/></Relationships>
</file>

<file path=ppt/diagrams/_rels/data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svg"/><Relationship Id="rId1" Type="http://schemas.openxmlformats.org/officeDocument/2006/relationships/image" Target="../media/image17.png"/><Relationship Id="rId6" Type="http://schemas.openxmlformats.org/officeDocument/2006/relationships/image" Target="../media/image22.svg"/><Relationship Id="rId5" Type="http://schemas.openxmlformats.org/officeDocument/2006/relationships/image" Target="../media/image21.png"/><Relationship Id="rId4" Type="http://schemas.openxmlformats.org/officeDocument/2006/relationships/image" Target="../media/image20.svg"/></Relationships>
</file>

<file path=ppt/diagrams/_rels/drawing1.xml.rels><?xml version="1.0" encoding="UTF-8" standalone="yes"?>
<Relationships xmlns="http://schemas.openxmlformats.org/package/2006/relationships"><Relationship Id="rId8" Type="http://schemas.openxmlformats.org/officeDocument/2006/relationships/image" Target="../media/image16.svg"/><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image" Target="../media/image10.svg"/><Relationship Id="rId1" Type="http://schemas.openxmlformats.org/officeDocument/2006/relationships/image" Target="../media/image9.png"/><Relationship Id="rId6" Type="http://schemas.openxmlformats.org/officeDocument/2006/relationships/image" Target="../media/image14.svg"/><Relationship Id="rId5" Type="http://schemas.openxmlformats.org/officeDocument/2006/relationships/image" Target="../media/image13.png"/><Relationship Id="rId4" Type="http://schemas.openxmlformats.org/officeDocument/2006/relationships/image" Target="../media/image12.svg"/></Relationships>
</file>

<file path=ppt/diagrams/_rels/drawing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svg"/><Relationship Id="rId1" Type="http://schemas.openxmlformats.org/officeDocument/2006/relationships/image" Target="../media/image17.png"/><Relationship Id="rId6" Type="http://schemas.openxmlformats.org/officeDocument/2006/relationships/image" Target="../media/image22.svg"/><Relationship Id="rId5" Type="http://schemas.openxmlformats.org/officeDocument/2006/relationships/image" Target="../media/image21.png"/><Relationship Id="rId4" Type="http://schemas.openxmlformats.org/officeDocument/2006/relationships/image" Target="../media/image20.svg"/></Relationships>
</file>

<file path=ppt/diagrams/colors1.xml><?xml version="1.0" encoding="utf-8"?>
<dgm:colorsDef xmlns:dgm="http://schemas.openxmlformats.org/drawingml/2006/diagram" xmlns:a="http://schemas.openxmlformats.org/drawingml/2006/main" uniqueId="urn:microsoft.com/office/officeart/2018/5/colors/Iconchunking_neutralbg_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a:alpha val="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0FE1B7E-BA1A-440B-968B-2B9D811F947F}" type="doc">
      <dgm:prSet loTypeId="urn:microsoft.com/office/officeart/2018/5/layout/IconCircleLabelList" loCatId="icon" qsTypeId="urn:microsoft.com/office/officeart/2005/8/quickstyle/simple1" qsCatId="simple" csTypeId="urn:microsoft.com/office/officeart/2018/5/colors/Iconchunking_neutralbg_accent1_2" csCatId="accent1" phldr="1"/>
      <dgm:spPr/>
      <dgm:t>
        <a:bodyPr/>
        <a:lstStyle/>
        <a:p>
          <a:endParaRPr lang="en-US"/>
        </a:p>
      </dgm:t>
    </dgm:pt>
    <dgm:pt modelId="{B35FC73E-C20C-476A-908D-0FF18BB8ED5E}">
      <dgm:prSet/>
      <dgm:spPr/>
      <dgm:t>
        <a:bodyPr/>
        <a:lstStyle/>
        <a:p>
          <a:pPr>
            <a:defRPr cap="all"/>
          </a:pPr>
          <a:r>
            <a:rPr lang="en-AU"/>
            <a:t>Email</a:t>
          </a:r>
          <a:endParaRPr lang="en-US"/>
        </a:p>
      </dgm:t>
    </dgm:pt>
    <dgm:pt modelId="{9A387CBC-EFA8-4373-BA02-0FB85DF39936}" type="parTrans" cxnId="{71160208-C84E-4BAA-BA5F-8F3CCD5C6EC7}">
      <dgm:prSet/>
      <dgm:spPr/>
      <dgm:t>
        <a:bodyPr/>
        <a:lstStyle/>
        <a:p>
          <a:endParaRPr lang="en-US"/>
        </a:p>
      </dgm:t>
    </dgm:pt>
    <dgm:pt modelId="{E2A92FC2-D921-4E98-A8DB-72911332685F}" type="sibTrans" cxnId="{71160208-C84E-4BAA-BA5F-8F3CCD5C6EC7}">
      <dgm:prSet/>
      <dgm:spPr/>
      <dgm:t>
        <a:bodyPr/>
        <a:lstStyle/>
        <a:p>
          <a:endParaRPr lang="en-US"/>
        </a:p>
      </dgm:t>
    </dgm:pt>
    <dgm:pt modelId="{68A233B4-5C77-43E7-B9E6-A0720FB6EE77}">
      <dgm:prSet/>
      <dgm:spPr/>
      <dgm:t>
        <a:bodyPr/>
        <a:lstStyle/>
        <a:p>
          <a:pPr>
            <a:defRPr cap="all"/>
          </a:pPr>
          <a:r>
            <a:rPr lang="en-AU"/>
            <a:t>Live Chat</a:t>
          </a:r>
          <a:endParaRPr lang="en-US"/>
        </a:p>
      </dgm:t>
    </dgm:pt>
    <dgm:pt modelId="{58086253-C0DC-4C73-B624-F9C62FD46654}" type="parTrans" cxnId="{B2E02CCE-2262-4778-9FDD-49A7F61986AD}">
      <dgm:prSet/>
      <dgm:spPr/>
      <dgm:t>
        <a:bodyPr/>
        <a:lstStyle/>
        <a:p>
          <a:endParaRPr lang="en-US"/>
        </a:p>
      </dgm:t>
    </dgm:pt>
    <dgm:pt modelId="{29164A18-885C-4447-A9C7-DE73DCEA53A0}" type="sibTrans" cxnId="{B2E02CCE-2262-4778-9FDD-49A7F61986AD}">
      <dgm:prSet/>
      <dgm:spPr/>
      <dgm:t>
        <a:bodyPr/>
        <a:lstStyle/>
        <a:p>
          <a:endParaRPr lang="en-US"/>
        </a:p>
      </dgm:t>
    </dgm:pt>
    <dgm:pt modelId="{6F43DF6C-345B-4492-9795-1FDB2A481275}">
      <dgm:prSet/>
      <dgm:spPr/>
      <dgm:t>
        <a:bodyPr/>
        <a:lstStyle/>
        <a:p>
          <a:pPr>
            <a:defRPr cap="all"/>
          </a:pPr>
          <a:r>
            <a:rPr lang="en-AU"/>
            <a:t>Phone</a:t>
          </a:r>
          <a:endParaRPr lang="en-US"/>
        </a:p>
      </dgm:t>
    </dgm:pt>
    <dgm:pt modelId="{9F0B6383-6A11-44D0-B0C7-E460DAC17D07}" type="parTrans" cxnId="{43B21175-DAF0-4FC6-A8CF-5CFB55FA4001}">
      <dgm:prSet/>
      <dgm:spPr/>
      <dgm:t>
        <a:bodyPr/>
        <a:lstStyle/>
        <a:p>
          <a:endParaRPr lang="en-US"/>
        </a:p>
      </dgm:t>
    </dgm:pt>
    <dgm:pt modelId="{B1BD822A-676E-4182-8AF6-C3FA448B7FFD}" type="sibTrans" cxnId="{43B21175-DAF0-4FC6-A8CF-5CFB55FA4001}">
      <dgm:prSet/>
      <dgm:spPr/>
      <dgm:t>
        <a:bodyPr/>
        <a:lstStyle/>
        <a:p>
          <a:endParaRPr lang="en-US"/>
        </a:p>
      </dgm:t>
    </dgm:pt>
    <dgm:pt modelId="{2633D472-0572-487A-8E96-8124257437A7}">
      <dgm:prSet/>
      <dgm:spPr/>
      <dgm:t>
        <a:bodyPr/>
        <a:lstStyle/>
        <a:p>
          <a:pPr>
            <a:defRPr cap="all"/>
          </a:pPr>
          <a:r>
            <a:rPr lang="en-AU"/>
            <a:t>Face to Face</a:t>
          </a:r>
          <a:endParaRPr lang="en-US"/>
        </a:p>
      </dgm:t>
    </dgm:pt>
    <dgm:pt modelId="{0FC0ABE0-B372-458F-9AE0-A777F6950727}" type="parTrans" cxnId="{86DA55EE-20E3-4AF4-B3A7-D7B4EDE1C8BF}">
      <dgm:prSet/>
      <dgm:spPr/>
      <dgm:t>
        <a:bodyPr/>
        <a:lstStyle/>
        <a:p>
          <a:endParaRPr lang="en-US"/>
        </a:p>
      </dgm:t>
    </dgm:pt>
    <dgm:pt modelId="{5AC3416C-8C50-4BF4-83D5-0FA487E124ED}" type="sibTrans" cxnId="{86DA55EE-20E3-4AF4-B3A7-D7B4EDE1C8BF}">
      <dgm:prSet/>
      <dgm:spPr/>
      <dgm:t>
        <a:bodyPr/>
        <a:lstStyle/>
        <a:p>
          <a:endParaRPr lang="en-US"/>
        </a:p>
      </dgm:t>
    </dgm:pt>
    <dgm:pt modelId="{839FC6AF-0070-42BD-BDCB-053E8CC10ED3}" type="pres">
      <dgm:prSet presAssocID="{40FE1B7E-BA1A-440B-968B-2B9D811F947F}" presName="root" presStyleCnt="0">
        <dgm:presLayoutVars>
          <dgm:dir/>
          <dgm:resizeHandles val="exact"/>
        </dgm:presLayoutVars>
      </dgm:prSet>
      <dgm:spPr/>
    </dgm:pt>
    <dgm:pt modelId="{B3ABB220-B89C-427C-BC43-7C515A373D9D}" type="pres">
      <dgm:prSet presAssocID="{B35FC73E-C20C-476A-908D-0FF18BB8ED5E}" presName="compNode" presStyleCnt="0"/>
      <dgm:spPr/>
    </dgm:pt>
    <dgm:pt modelId="{F92D07C8-9834-4AC0-B575-4D43DE50DF14}" type="pres">
      <dgm:prSet presAssocID="{B35FC73E-C20C-476A-908D-0FF18BB8ED5E}" presName="iconBgRect" presStyleLbl="bgShp" presStyleIdx="0" presStyleCnt="4"/>
      <dgm:spPr/>
    </dgm:pt>
    <dgm:pt modelId="{03CC1707-5CB0-4A4D-A58A-2D10BF78CB6D}" type="pres">
      <dgm:prSet presAssocID="{B35FC73E-C20C-476A-908D-0FF18BB8ED5E}"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Email"/>
        </a:ext>
      </dgm:extLst>
    </dgm:pt>
    <dgm:pt modelId="{4B9E2B05-2350-4DC1-A91E-8D0653797CBA}" type="pres">
      <dgm:prSet presAssocID="{B35FC73E-C20C-476A-908D-0FF18BB8ED5E}" presName="spaceRect" presStyleCnt="0"/>
      <dgm:spPr/>
    </dgm:pt>
    <dgm:pt modelId="{5F1021E2-97C3-46F8-AE8D-24978306BFE9}" type="pres">
      <dgm:prSet presAssocID="{B35FC73E-C20C-476A-908D-0FF18BB8ED5E}" presName="textRect" presStyleLbl="revTx" presStyleIdx="0" presStyleCnt="4">
        <dgm:presLayoutVars>
          <dgm:chMax val="1"/>
          <dgm:chPref val="1"/>
        </dgm:presLayoutVars>
      </dgm:prSet>
      <dgm:spPr/>
    </dgm:pt>
    <dgm:pt modelId="{5A68CB1B-C368-4ED9-B401-CAA331C81517}" type="pres">
      <dgm:prSet presAssocID="{E2A92FC2-D921-4E98-A8DB-72911332685F}" presName="sibTrans" presStyleCnt="0"/>
      <dgm:spPr/>
    </dgm:pt>
    <dgm:pt modelId="{FA32D5C5-1DDD-493F-8642-D8FCB610DBED}" type="pres">
      <dgm:prSet presAssocID="{68A233B4-5C77-43E7-B9E6-A0720FB6EE77}" presName="compNode" presStyleCnt="0"/>
      <dgm:spPr/>
    </dgm:pt>
    <dgm:pt modelId="{5358803B-3A3C-4155-88F2-306E19CFE212}" type="pres">
      <dgm:prSet presAssocID="{68A233B4-5C77-43E7-B9E6-A0720FB6EE77}" presName="iconBgRect" presStyleLbl="bgShp" presStyleIdx="1" presStyleCnt="4"/>
      <dgm:spPr/>
    </dgm:pt>
    <dgm:pt modelId="{BE5B2C23-5A3D-4C3A-B8E4-B63C667AEB52}" type="pres">
      <dgm:prSet presAssocID="{68A233B4-5C77-43E7-B9E6-A0720FB6EE77}"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hat"/>
        </a:ext>
      </dgm:extLst>
    </dgm:pt>
    <dgm:pt modelId="{66BC9B70-D68C-4419-BD3B-9647EE43B68F}" type="pres">
      <dgm:prSet presAssocID="{68A233B4-5C77-43E7-B9E6-A0720FB6EE77}" presName="spaceRect" presStyleCnt="0"/>
      <dgm:spPr/>
    </dgm:pt>
    <dgm:pt modelId="{2C5CDF26-932A-48CC-A36E-DC9C5B290FEA}" type="pres">
      <dgm:prSet presAssocID="{68A233B4-5C77-43E7-B9E6-A0720FB6EE77}" presName="textRect" presStyleLbl="revTx" presStyleIdx="1" presStyleCnt="4">
        <dgm:presLayoutVars>
          <dgm:chMax val="1"/>
          <dgm:chPref val="1"/>
        </dgm:presLayoutVars>
      </dgm:prSet>
      <dgm:spPr/>
    </dgm:pt>
    <dgm:pt modelId="{EFF0C1CA-344C-48BA-BDB8-A8264534B29B}" type="pres">
      <dgm:prSet presAssocID="{29164A18-885C-4447-A9C7-DE73DCEA53A0}" presName="sibTrans" presStyleCnt="0"/>
      <dgm:spPr/>
    </dgm:pt>
    <dgm:pt modelId="{3C1E02EC-679A-4C36-AE99-4BF9735D1A9D}" type="pres">
      <dgm:prSet presAssocID="{6F43DF6C-345B-4492-9795-1FDB2A481275}" presName="compNode" presStyleCnt="0"/>
      <dgm:spPr/>
    </dgm:pt>
    <dgm:pt modelId="{57E518D1-B9BE-48A0-9778-20C805A40C27}" type="pres">
      <dgm:prSet presAssocID="{6F43DF6C-345B-4492-9795-1FDB2A481275}" presName="iconBgRect" presStyleLbl="bgShp" presStyleIdx="2" presStyleCnt="4"/>
      <dgm:spPr/>
    </dgm:pt>
    <dgm:pt modelId="{BA423ACA-F4CB-4CF4-AB97-CF9BD4634C23}" type="pres">
      <dgm:prSet presAssocID="{6F43DF6C-345B-4492-9795-1FDB2A481275}"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Speaker Phone"/>
        </a:ext>
      </dgm:extLst>
    </dgm:pt>
    <dgm:pt modelId="{41BEE2FA-1B52-4662-B1D5-C9D3F8F8D0C7}" type="pres">
      <dgm:prSet presAssocID="{6F43DF6C-345B-4492-9795-1FDB2A481275}" presName="spaceRect" presStyleCnt="0"/>
      <dgm:spPr/>
    </dgm:pt>
    <dgm:pt modelId="{2C1A096B-5616-4990-9B6E-FBC356AFBDF9}" type="pres">
      <dgm:prSet presAssocID="{6F43DF6C-345B-4492-9795-1FDB2A481275}" presName="textRect" presStyleLbl="revTx" presStyleIdx="2" presStyleCnt="4">
        <dgm:presLayoutVars>
          <dgm:chMax val="1"/>
          <dgm:chPref val="1"/>
        </dgm:presLayoutVars>
      </dgm:prSet>
      <dgm:spPr/>
    </dgm:pt>
    <dgm:pt modelId="{5485D833-066D-419E-A7E2-1929C8B74449}" type="pres">
      <dgm:prSet presAssocID="{B1BD822A-676E-4182-8AF6-C3FA448B7FFD}" presName="sibTrans" presStyleCnt="0"/>
      <dgm:spPr/>
    </dgm:pt>
    <dgm:pt modelId="{215B9905-E441-4799-AC32-5B28B19E8893}" type="pres">
      <dgm:prSet presAssocID="{2633D472-0572-487A-8E96-8124257437A7}" presName="compNode" presStyleCnt="0"/>
      <dgm:spPr/>
    </dgm:pt>
    <dgm:pt modelId="{635AC0B9-A918-45FA-B6FE-AFD60EBEC9AF}" type="pres">
      <dgm:prSet presAssocID="{2633D472-0572-487A-8E96-8124257437A7}" presName="iconBgRect" presStyleLbl="bgShp" presStyleIdx="3" presStyleCnt="4"/>
      <dgm:spPr/>
    </dgm:pt>
    <dgm:pt modelId="{1AE1132F-D282-4C33-9F04-F8682F98D214}" type="pres">
      <dgm:prSet presAssocID="{2633D472-0572-487A-8E96-8124257437A7}"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rcRect/>
          <a:stretch>
            <a:fillRect/>
          </a:stretch>
        </a:blipFill>
        <a:ln>
          <a:noFill/>
        </a:ln>
      </dgm:spPr>
      <dgm:extLst>
        <a:ext uri="{E40237B7-FDA0-4F09-8148-C483321AD2D9}">
          <dgm14:cNvPr xmlns:dgm14="http://schemas.microsoft.com/office/drawing/2010/diagram" id="0" name="" descr="Smiling face outline with solid fill"/>
        </a:ext>
      </dgm:extLst>
    </dgm:pt>
    <dgm:pt modelId="{8D854155-31FE-42B1-B30B-2109BF57B0DC}" type="pres">
      <dgm:prSet presAssocID="{2633D472-0572-487A-8E96-8124257437A7}" presName="spaceRect" presStyleCnt="0"/>
      <dgm:spPr/>
    </dgm:pt>
    <dgm:pt modelId="{EE7BA036-E8BF-4FDF-B8D7-63BC7DE58AE3}" type="pres">
      <dgm:prSet presAssocID="{2633D472-0572-487A-8E96-8124257437A7}" presName="textRect" presStyleLbl="revTx" presStyleIdx="3" presStyleCnt="4">
        <dgm:presLayoutVars>
          <dgm:chMax val="1"/>
          <dgm:chPref val="1"/>
        </dgm:presLayoutVars>
      </dgm:prSet>
      <dgm:spPr/>
    </dgm:pt>
  </dgm:ptLst>
  <dgm:cxnLst>
    <dgm:cxn modelId="{71160208-C84E-4BAA-BA5F-8F3CCD5C6EC7}" srcId="{40FE1B7E-BA1A-440B-968B-2B9D811F947F}" destId="{B35FC73E-C20C-476A-908D-0FF18BB8ED5E}" srcOrd="0" destOrd="0" parTransId="{9A387CBC-EFA8-4373-BA02-0FB85DF39936}" sibTransId="{E2A92FC2-D921-4E98-A8DB-72911332685F}"/>
    <dgm:cxn modelId="{CF5A6730-ADBA-4349-90F4-D9175D1FBD11}" type="presOf" srcId="{2633D472-0572-487A-8E96-8124257437A7}" destId="{EE7BA036-E8BF-4FDF-B8D7-63BC7DE58AE3}" srcOrd="0" destOrd="0" presId="urn:microsoft.com/office/officeart/2018/5/layout/IconCircleLabelList"/>
    <dgm:cxn modelId="{C4375A34-53EC-4BF6-A26F-4DE9F80DB71F}" type="presOf" srcId="{B35FC73E-C20C-476A-908D-0FF18BB8ED5E}" destId="{5F1021E2-97C3-46F8-AE8D-24978306BFE9}" srcOrd="0" destOrd="0" presId="urn:microsoft.com/office/officeart/2018/5/layout/IconCircleLabelList"/>
    <dgm:cxn modelId="{423AB343-02C9-4F29-9DCE-EBFC52C3FD4B}" type="presOf" srcId="{6F43DF6C-345B-4492-9795-1FDB2A481275}" destId="{2C1A096B-5616-4990-9B6E-FBC356AFBDF9}" srcOrd="0" destOrd="0" presId="urn:microsoft.com/office/officeart/2018/5/layout/IconCircleLabelList"/>
    <dgm:cxn modelId="{43B21175-DAF0-4FC6-A8CF-5CFB55FA4001}" srcId="{40FE1B7E-BA1A-440B-968B-2B9D811F947F}" destId="{6F43DF6C-345B-4492-9795-1FDB2A481275}" srcOrd="2" destOrd="0" parTransId="{9F0B6383-6A11-44D0-B0C7-E460DAC17D07}" sibTransId="{B1BD822A-676E-4182-8AF6-C3FA448B7FFD}"/>
    <dgm:cxn modelId="{CC5F0C78-8BA8-42D9-84F6-9E20EFC75090}" type="presOf" srcId="{40FE1B7E-BA1A-440B-968B-2B9D811F947F}" destId="{839FC6AF-0070-42BD-BDCB-053E8CC10ED3}" srcOrd="0" destOrd="0" presId="urn:microsoft.com/office/officeart/2018/5/layout/IconCircleLabelList"/>
    <dgm:cxn modelId="{B2E02CCE-2262-4778-9FDD-49A7F61986AD}" srcId="{40FE1B7E-BA1A-440B-968B-2B9D811F947F}" destId="{68A233B4-5C77-43E7-B9E6-A0720FB6EE77}" srcOrd="1" destOrd="0" parTransId="{58086253-C0DC-4C73-B624-F9C62FD46654}" sibTransId="{29164A18-885C-4447-A9C7-DE73DCEA53A0}"/>
    <dgm:cxn modelId="{776F1DEB-88AA-4C16-B83D-3D63AA828797}" type="presOf" srcId="{68A233B4-5C77-43E7-B9E6-A0720FB6EE77}" destId="{2C5CDF26-932A-48CC-A36E-DC9C5B290FEA}" srcOrd="0" destOrd="0" presId="urn:microsoft.com/office/officeart/2018/5/layout/IconCircleLabelList"/>
    <dgm:cxn modelId="{86DA55EE-20E3-4AF4-B3A7-D7B4EDE1C8BF}" srcId="{40FE1B7E-BA1A-440B-968B-2B9D811F947F}" destId="{2633D472-0572-487A-8E96-8124257437A7}" srcOrd="3" destOrd="0" parTransId="{0FC0ABE0-B372-458F-9AE0-A777F6950727}" sibTransId="{5AC3416C-8C50-4BF4-83D5-0FA487E124ED}"/>
    <dgm:cxn modelId="{AC88B215-7E88-4135-9E49-70E967F3FB14}" type="presParOf" srcId="{839FC6AF-0070-42BD-BDCB-053E8CC10ED3}" destId="{B3ABB220-B89C-427C-BC43-7C515A373D9D}" srcOrd="0" destOrd="0" presId="urn:microsoft.com/office/officeart/2018/5/layout/IconCircleLabelList"/>
    <dgm:cxn modelId="{57080438-A2AF-4BEC-A5A3-496C49B5DA95}" type="presParOf" srcId="{B3ABB220-B89C-427C-BC43-7C515A373D9D}" destId="{F92D07C8-9834-4AC0-B575-4D43DE50DF14}" srcOrd="0" destOrd="0" presId="urn:microsoft.com/office/officeart/2018/5/layout/IconCircleLabelList"/>
    <dgm:cxn modelId="{E9046F37-6CAF-46AF-9438-E425FC41356F}" type="presParOf" srcId="{B3ABB220-B89C-427C-BC43-7C515A373D9D}" destId="{03CC1707-5CB0-4A4D-A58A-2D10BF78CB6D}" srcOrd="1" destOrd="0" presId="urn:microsoft.com/office/officeart/2018/5/layout/IconCircleLabelList"/>
    <dgm:cxn modelId="{27E2C331-9F08-40DA-A117-AA088672C849}" type="presParOf" srcId="{B3ABB220-B89C-427C-BC43-7C515A373D9D}" destId="{4B9E2B05-2350-4DC1-A91E-8D0653797CBA}" srcOrd="2" destOrd="0" presId="urn:microsoft.com/office/officeart/2018/5/layout/IconCircleLabelList"/>
    <dgm:cxn modelId="{821BB26C-60F2-4E70-A63C-90D6A8A34D8E}" type="presParOf" srcId="{B3ABB220-B89C-427C-BC43-7C515A373D9D}" destId="{5F1021E2-97C3-46F8-AE8D-24978306BFE9}" srcOrd="3" destOrd="0" presId="urn:microsoft.com/office/officeart/2018/5/layout/IconCircleLabelList"/>
    <dgm:cxn modelId="{EB34E740-2277-4052-B188-C98F0CE9277F}" type="presParOf" srcId="{839FC6AF-0070-42BD-BDCB-053E8CC10ED3}" destId="{5A68CB1B-C368-4ED9-B401-CAA331C81517}" srcOrd="1" destOrd="0" presId="urn:microsoft.com/office/officeart/2018/5/layout/IconCircleLabelList"/>
    <dgm:cxn modelId="{B0A5EC29-89E6-43AA-A4BC-B73FCA64FD9C}" type="presParOf" srcId="{839FC6AF-0070-42BD-BDCB-053E8CC10ED3}" destId="{FA32D5C5-1DDD-493F-8642-D8FCB610DBED}" srcOrd="2" destOrd="0" presId="urn:microsoft.com/office/officeart/2018/5/layout/IconCircleLabelList"/>
    <dgm:cxn modelId="{D80498F7-15CE-43D9-AA9E-BE57586AC7FE}" type="presParOf" srcId="{FA32D5C5-1DDD-493F-8642-D8FCB610DBED}" destId="{5358803B-3A3C-4155-88F2-306E19CFE212}" srcOrd="0" destOrd="0" presId="urn:microsoft.com/office/officeart/2018/5/layout/IconCircleLabelList"/>
    <dgm:cxn modelId="{1A79DA8C-E1C6-4D3A-ABA4-14028D36BF29}" type="presParOf" srcId="{FA32D5C5-1DDD-493F-8642-D8FCB610DBED}" destId="{BE5B2C23-5A3D-4C3A-B8E4-B63C667AEB52}" srcOrd="1" destOrd="0" presId="urn:microsoft.com/office/officeart/2018/5/layout/IconCircleLabelList"/>
    <dgm:cxn modelId="{6CBD2E43-F831-4853-97C9-5826C13A7261}" type="presParOf" srcId="{FA32D5C5-1DDD-493F-8642-D8FCB610DBED}" destId="{66BC9B70-D68C-4419-BD3B-9647EE43B68F}" srcOrd="2" destOrd="0" presId="urn:microsoft.com/office/officeart/2018/5/layout/IconCircleLabelList"/>
    <dgm:cxn modelId="{28B0264A-6313-43D7-B04A-18BDE279D70D}" type="presParOf" srcId="{FA32D5C5-1DDD-493F-8642-D8FCB610DBED}" destId="{2C5CDF26-932A-48CC-A36E-DC9C5B290FEA}" srcOrd="3" destOrd="0" presId="urn:microsoft.com/office/officeart/2018/5/layout/IconCircleLabelList"/>
    <dgm:cxn modelId="{4A7B16A0-BC3F-4A0A-8E1E-26B4474132C1}" type="presParOf" srcId="{839FC6AF-0070-42BD-BDCB-053E8CC10ED3}" destId="{EFF0C1CA-344C-48BA-BDB8-A8264534B29B}" srcOrd="3" destOrd="0" presId="urn:microsoft.com/office/officeart/2018/5/layout/IconCircleLabelList"/>
    <dgm:cxn modelId="{A63157C1-1495-4AF3-A4BA-1554B8DD8A19}" type="presParOf" srcId="{839FC6AF-0070-42BD-BDCB-053E8CC10ED3}" destId="{3C1E02EC-679A-4C36-AE99-4BF9735D1A9D}" srcOrd="4" destOrd="0" presId="urn:microsoft.com/office/officeart/2018/5/layout/IconCircleLabelList"/>
    <dgm:cxn modelId="{3005CB60-A7DA-4BCB-982B-E66178452023}" type="presParOf" srcId="{3C1E02EC-679A-4C36-AE99-4BF9735D1A9D}" destId="{57E518D1-B9BE-48A0-9778-20C805A40C27}" srcOrd="0" destOrd="0" presId="urn:microsoft.com/office/officeart/2018/5/layout/IconCircleLabelList"/>
    <dgm:cxn modelId="{F61476BC-DEDB-4FC9-BEB8-741A672E5400}" type="presParOf" srcId="{3C1E02EC-679A-4C36-AE99-4BF9735D1A9D}" destId="{BA423ACA-F4CB-4CF4-AB97-CF9BD4634C23}" srcOrd="1" destOrd="0" presId="urn:microsoft.com/office/officeart/2018/5/layout/IconCircleLabelList"/>
    <dgm:cxn modelId="{8A50D086-892E-4742-A45E-A2F9B020A079}" type="presParOf" srcId="{3C1E02EC-679A-4C36-AE99-4BF9735D1A9D}" destId="{41BEE2FA-1B52-4662-B1D5-C9D3F8F8D0C7}" srcOrd="2" destOrd="0" presId="urn:microsoft.com/office/officeart/2018/5/layout/IconCircleLabelList"/>
    <dgm:cxn modelId="{8A6FDE71-6166-4ACB-9E49-7AF97165861C}" type="presParOf" srcId="{3C1E02EC-679A-4C36-AE99-4BF9735D1A9D}" destId="{2C1A096B-5616-4990-9B6E-FBC356AFBDF9}" srcOrd="3" destOrd="0" presId="urn:microsoft.com/office/officeart/2018/5/layout/IconCircleLabelList"/>
    <dgm:cxn modelId="{08CA0307-A78F-47F7-A7D4-C5C9D7E82C85}" type="presParOf" srcId="{839FC6AF-0070-42BD-BDCB-053E8CC10ED3}" destId="{5485D833-066D-419E-A7E2-1929C8B74449}" srcOrd="5" destOrd="0" presId="urn:microsoft.com/office/officeart/2018/5/layout/IconCircleLabelList"/>
    <dgm:cxn modelId="{42CCC4F2-D95C-4A75-A381-E6C244FB14C3}" type="presParOf" srcId="{839FC6AF-0070-42BD-BDCB-053E8CC10ED3}" destId="{215B9905-E441-4799-AC32-5B28B19E8893}" srcOrd="6" destOrd="0" presId="urn:microsoft.com/office/officeart/2018/5/layout/IconCircleLabelList"/>
    <dgm:cxn modelId="{D0B28EAA-93F9-4FA4-BB3A-7E890E70FFA0}" type="presParOf" srcId="{215B9905-E441-4799-AC32-5B28B19E8893}" destId="{635AC0B9-A918-45FA-B6FE-AFD60EBEC9AF}" srcOrd="0" destOrd="0" presId="urn:microsoft.com/office/officeart/2018/5/layout/IconCircleLabelList"/>
    <dgm:cxn modelId="{D3EAB1EF-928E-49D8-9373-FC900527FB3E}" type="presParOf" srcId="{215B9905-E441-4799-AC32-5B28B19E8893}" destId="{1AE1132F-D282-4C33-9F04-F8682F98D214}" srcOrd="1" destOrd="0" presId="urn:microsoft.com/office/officeart/2018/5/layout/IconCircleLabelList"/>
    <dgm:cxn modelId="{74FF427B-2A6A-40E4-8982-D8E13B562EC3}" type="presParOf" srcId="{215B9905-E441-4799-AC32-5B28B19E8893}" destId="{8D854155-31FE-42B1-B30B-2109BF57B0DC}" srcOrd="2" destOrd="0" presId="urn:microsoft.com/office/officeart/2018/5/layout/IconCircleLabelList"/>
    <dgm:cxn modelId="{C9D6D5AB-FF80-4C2C-A96B-78E98966C7FE}" type="presParOf" srcId="{215B9905-E441-4799-AC32-5B28B19E8893}" destId="{EE7BA036-E8BF-4FDF-B8D7-63BC7DE58AE3}" srcOrd="3" destOrd="0" presId="urn:microsoft.com/office/officeart/2018/5/layout/IconCircle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52ABBEDA-FF1A-4643-8941-73BF41D37437}" type="doc">
      <dgm:prSet loTypeId="urn:microsoft.com/office/officeart/2018/2/layout/IconCircle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B55C9597-0E34-44E1-A8BA-AE32527E8F00}">
      <dgm:prSet/>
      <dgm:spPr/>
      <dgm:t>
        <a:bodyPr/>
        <a:lstStyle/>
        <a:p>
          <a:pPr>
            <a:lnSpc>
              <a:spcPct val="100000"/>
            </a:lnSpc>
          </a:pPr>
          <a:r>
            <a:rPr lang="en-AU" dirty="0"/>
            <a:t>Laptop or Desktop </a:t>
          </a:r>
          <a:endParaRPr lang="en-US" dirty="0"/>
        </a:p>
      </dgm:t>
    </dgm:pt>
    <dgm:pt modelId="{D099563B-045F-41FC-B09B-6FCE8ADE278D}" type="parTrans" cxnId="{77BE8B9A-5654-40BA-A831-21018B6E29F1}">
      <dgm:prSet/>
      <dgm:spPr/>
      <dgm:t>
        <a:bodyPr/>
        <a:lstStyle/>
        <a:p>
          <a:endParaRPr lang="en-US"/>
        </a:p>
      </dgm:t>
    </dgm:pt>
    <dgm:pt modelId="{0E28F7BE-60F4-4E9A-A52F-45CA84C6A2E8}" type="sibTrans" cxnId="{77BE8B9A-5654-40BA-A831-21018B6E29F1}">
      <dgm:prSet/>
      <dgm:spPr/>
      <dgm:t>
        <a:bodyPr/>
        <a:lstStyle/>
        <a:p>
          <a:pPr>
            <a:lnSpc>
              <a:spcPct val="100000"/>
            </a:lnSpc>
          </a:pPr>
          <a:endParaRPr lang="en-US"/>
        </a:p>
      </dgm:t>
    </dgm:pt>
    <dgm:pt modelId="{9179E2BE-3145-414D-9904-A2688BA1BCAB}">
      <dgm:prSet/>
      <dgm:spPr/>
      <dgm:t>
        <a:bodyPr/>
        <a:lstStyle/>
        <a:p>
          <a:pPr>
            <a:lnSpc>
              <a:spcPct val="100000"/>
            </a:lnSpc>
          </a:pPr>
          <a:r>
            <a:rPr lang="en-AU"/>
            <a:t>Modern Browser</a:t>
          </a:r>
          <a:endParaRPr lang="en-US"/>
        </a:p>
      </dgm:t>
    </dgm:pt>
    <dgm:pt modelId="{380C3E33-D6BA-4524-9153-F92D26FF6D5E}" type="parTrans" cxnId="{B1C9EE87-F4BA-4369-A600-A6252794C6EE}">
      <dgm:prSet/>
      <dgm:spPr/>
      <dgm:t>
        <a:bodyPr/>
        <a:lstStyle/>
        <a:p>
          <a:endParaRPr lang="en-US"/>
        </a:p>
      </dgm:t>
    </dgm:pt>
    <dgm:pt modelId="{E9BA060B-4A60-4434-9B3B-6573513C3AFA}" type="sibTrans" cxnId="{B1C9EE87-F4BA-4369-A600-A6252794C6EE}">
      <dgm:prSet/>
      <dgm:spPr/>
      <dgm:t>
        <a:bodyPr/>
        <a:lstStyle/>
        <a:p>
          <a:pPr>
            <a:lnSpc>
              <a:spcPct val="100000"/>
            </a:lnSpc>
          </a:pPr>
          <a:endParaRPr lang="en-US"/>
        </a:p>
      </dgm:t>
    </dgm:pt>
    <dgm:pt modelId="{090C1D62-CD67-4DEA-9F78-6B8A5D58C6DB}">
      <dgm:prSet/>
      <dgm:spPr/>
      <dgm:t>
        <a:bodyPr/>
        <a:lstStyle/>
        <a:p>
          <a:pPr>
            <a:lnSpc>
              <a:spcPct val="100000"/>
            </a:lnSpc>
          </a:pPr>
          <a:r>
            <a:rPr lang="en-AU" dirty="0"/>
            <a:t>Google/</a:t>
          </a:r>
          <a:r>
            <a:rPr lang="en-AU" dirty="0" err="1"/>
            <a:t>Github</a:t>
          </a:r>
          <a:endParaRPr lang="en-US" dirty="0"/>
        </a:p>
      </dgm:t>
    </dgm:pt>
    <dgm:pt modelId="{D871D304-BA6F-4363-B996-88B1C1CD8B22}" type="parTrans" cxnId="{67F77725-E6F9-4825-868D-C8CF1FE9C1A6}">
      <dgm:prSet/>
      <dgm:spPr/>
      <dgm:t>
        <a:bodyPr/>
        <a:lstStyle/>
        <a:p>
          <a:endParaRPr lang="en-US"/>
        </a:p>
      </dgm:t>
    </dgm:pt>
    <dgm:pt modelId="{5C8ADDCA-FA3D-4636-8E36-8D6974A4FFA7}" type="sibTrans" cxnId="{67F77725-E6F9-4825-868D-C8CF1FE9C1A6}">
      <dgm:prSet/>
      <dgm:spPr/>
      <dgm:t>
        <a:bodyPr/>
        <a:lstStyle/>
        <a:p>
          <a:endParaRPr lang="en-US"/>
        </a:p>
      </dgm:t>
    </dgm:pt>
    <dgm:pt modelId="{D264F47E-6C7C-446D-BA2E-A8111B001BCC}" type="pres">
      <dgm:prSet presAssocID="{52ABBEDA-FF1A-4643-8941-73BF41D37437}" presName="root" presStyleCnt="0">
        <dgm:presLayoutVars>
          <dgm:dir/>
          <dgm:resizeHandles val="exact"/>
        </dgm:presLayoutVars>
      </dgm:prSet>
      <dgm:spPr/>
    </dgm:pt>
    <dgm:pt modelId="{9E44ACED-FAA5-4278-B840-6586E654547A}" type="pres">
      <dgm:prSet presAssocID="{52ABBEDA-FF1A-4643-8941-73BF41D37437}" presName="container" presStyleCnt="0">
        <dgm:presLayoutVars>
          <dgm:dir/>
          <dgm:resizeHandles val="exact"/>
        </dgm:presLayoutVars>
      </dgm:prSet>
      <dgm:spPr/>
    </dgm:pt>
    <dgm:pt modelId="{87904E1F-E0F3-47AF-8BDC-E035FCC43DE3}" type="pres">
      <dgm:prSet presAssocID="{B55C9597-0E34-44E1-A8BA-AE32527E8F00}" presName="compNode" presStyleCnt="0"/>
      <dgm:spPr/>
    </dgm:pt>
    <dgm:pt modelId="{8215D934-51FD-43FB-8F64-4556A38B0CF9}" type="pres">
      <dgm:prSet presAssocID="{B55C9597-0E34-44E1-A8BA-AE32527E8F00}" presName="iconBgRect" presStyleLbl="bgShp" presStyleIdx="0" presStyleCnt="3"/>
      <dgm:spPr/>
    </dgm:pt>
    <dgm:pt modelId="{CB4693CE-CAA1-42CE-8404-727AA81977D0}" type="pres">
      <dgm:prSet presAssocID="{B55C9597-0E34-44E1-A8BA-AE32527E8F00}"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a:stretch>
        </a:blipFill>
        <a:ln>
          <a:noFill/>
        </a:ln>
      </dgm:spPr>
      <dgm:extLst>
        <a:ext uri="{E40237B7-FDA0-4F09-8148-C483321AD2D9}">
          <dgm14:cNvPr xmlns:dgm14="http://schemas.microsoft.com/office/drawing/2010/diagram" id="0" name="" descr="No Phones outline"/>
        </a:ext>
      </dgm:extLst>
    </dgm:pt>
    <dgm:pt modelId="{45F27022-D4C5-43ED-8BB5-0E2574DC7591}" type="pres">
      <dgm:prSet presAssocID="{B55C9597-0E34-44E1-A8BA-AE32527E8F00}" presName="spaceRect" presStyleCnt="0"/>
      <dgm:spPr/>
    </dgm:pt>
    <dgm:pt modelId="{0CE53549-DE5A-4297-9FB8-84767A72D6F5}" type="pres">
      <dgm:prSet presAssocID="{B55C9597-0E34-44E1-A8BA-AE32527E8F00}" presName="textRect" presStyleLbl="revTx" presStyleIdx="0" presStyleCnt="3">
        <dgm:presLayoutVars>
          <dgm:chMax val="1"/>
          <dgm:chPref val="1"/>
        </dgm:presLayoutVars>
      </dgm:prSet>
      <dgm:spPr/>
    </dgm:pt>
    <dgm:pt modelId="{666323D1-B6D1-4E72-80BB-857CA7666FA2}" type="pres">
      <dgm:prSet presAssocID="{0E28F7BE-60F4-4E9A-A52F-45CA84C6A2E8}" presName="sibTrans" presStyleLbl="sibTrans2D1" presStyleIdx="0" presStyleCnt="0"/>
      <dgm:spPr/>
    </dgm:pt>
    <dgm:pt modelId="{28FB382F-AEEB-4DFC-8C0C-CC8084F30CD8}" type="pres">
      <dgm:prSet presAssocID="{9179E2BE-3145-414D-9904-A2688BA1BCAB}" presName="compNode" presStyleCnt="0"/>
      <dgm:spPr/>
    </dgm:pt>
    <dgm:pt modelId="{3D0FBF2B-23D8-40EE-9FD3-05204F9CB1C2}" type="pres">
      <dgm:prSet presAssocID="{9179E2BE-3145-414D-9904-A2688BA1BCAB}" presName="iconBgRect" presStyleLbl="bgShp" presStyleIdx="1" presStyleCnt="3"/>
      <dgm:spPr/>
    </dgm:pt>
    <dgm:pt modelId="{6771F638-C235-4E94-9A31-8AFEB528E9EE}" type="pres">
      <dgm:prSet presAssocID="{9179E2BE-3145-414D-9904-A2688BA1BCAB}"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a:stretch>
        </a:blipFill>
        <a:ln>
          <a:noFill/>
        </a:ln>
      </dgm:spPr>
      <dgm:extLst>
        <a:ext uri="{E40237B7-FDA0-4F09-8148-C483321AD2D9}">
          <dgm14:cNvPr xmlns:dgm14="http://schemas.microsoft.com/office/drawing/2010/diagram" id="0" name="" descr="Internet outline"/>
        </a:ext>
      </dgm:extLst>
    </dgm:pt>
    <dgm:pt modelId="{042C9D65-B582-4417-87C8-856E591164EE}" type="pres">
      <dgm:prSet presAssocID="{9179E2BE-3145-414D-9904-A2688BA1BCAB}" presName="spaceRect" presStyleCnt="0"/>
      <dgm:spPr/>
    </dgm:pt>
    <dgm:pt modelId="{AD36BE6B-7BE7-4492-AE06-8E4D9CA02402}" type="pres">
      <dgm:prSet presAssocID="{9179E2BE-3145-414D-9904-A2688BA1BCAB}" presName="textRect" presStyleLbl="revTx" presStyleIdx="1" presStyleCnt="3">
        <dgm:presLayoutVars>
          <dgm:chMax val="1"/>
          <dgm:chPref val="1"/>
        </dgm:presLayoutVars>
      </dgm:prSet>
      <dgm:spPr/>
    </dgm:pt>
    <dgm:pt modelId="{BE52172C-FDF4-4A7B-943C-2987D7DCAF04}" type="pres">
      <dgm:prSet presAssocID="{E9BA060B-4A60-4434-9B3B-6573513C3AFA}" presName="sibTrans" presStyleLbl="sibTrans2D1" presStyleIdx="0" presStyleCnt="0"/>
      <dgm:spPr/>
    </dgm:pt>
    <dgm:pt modelId="{E8BCE9F0-AED1-49D3-9EEC-4303DBAAA87B}" type="pres">
      <dgm:prSet presAssocID="{090C1D62-CD67-4DEA-9F78-6B8A5D58C6DB}" presName="compNode" presStyleCnt="0"/>
      <dgm:spPr/>
    </dgm:pt>
    <dgm:pt modelId="{9E472F4F-9609-4C61-B83B-0817F0FF3C5F}" type="pres">
      <dgm:prSet presAssocID="{090C1D62-CD67-4DEA-9F78-6B8A5D58C6DB}" presName="iconBgRect" presStyleLbl="bgShp" presStyleIdx="2" presStyleCnt="3"/>
      <dgm:spPr/>
    </dgm:pt>
    <dgm:pt modelId="{6806F7C6-4BEB-4E6F-BA01-3B5734B89FDE}" type="pres">
      <dgm:prSet presAssocID="{090C1D62-CD67-4DEA-9F78-6B8A5D58C6DB}"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a:fillRect/>
          </a:stretch>
        </a:blipFill>
        <a:ln>
          <a:noFill/>
        </a:ln>
      </dgm:spPr>
      <dgm:extLst>
        <a:ext uri="{E40237B7-FDA0-4F09-8148-C483321AD2D9}">
          <dgm14:cNvPr xmlns:dgm14="http://schemas.microsoft.com/office/drawing/2010/diagram" id="0" name="" descr="Shield Tick outline"/>
        </a:ext>
      </dgm:extLst>
    </dgm:pt>
    <dgm:pt modelId="{017EE8B8-D98C-40D5-9FAE-9BE377840BD7}" type="pres">
      <dgm:prSet presAssocID="{090C1D62-CD67-4DEA-9F78-6B8A5D58C6DB}" presName="spaceRect" presStyleCnt="0"/>
      <dgm:spPr/>
    </dgm:pt>
    <dgm:pt modelId="{57591E27-0FB8-4F2D-B18C-2582923B39F7}" type="pres">
      <dgm:prSet presAssocID="{090C1D62-CD67-4DEA-9F78-6B8A5D58C6DB}" presName="textRect" presStyleLbl="revTx" presStyleIdx="2" presStyleCnt="3">
        <dgm:presLayoutVars>
          <dgm:chMax val="1"/>
          <dgm:chPref val="1"/>
        </dgm:presLayoutVars>
      </dgm:prSet>
      <dgm:spPr/>
    </dgm:pt>
  </dgm:ptLst>
  <dgm:cxnLst>
    <dgm:cxn modelId="{67F77725-E6F9-4825-868D-C8CF1FE9C1A6}" srcId="{52ABBEDA-FF1A-4643-8941-73BF41D37437}" destId="{090C1D62-CD67-4DEA-9F78-6B8A5D58C6DB}" srcOrd="2" destOrd="0" parTransId="{D871D304-BA6F-4363-B996-88B1C1CD8B22}" sibTransId="{5C8ADDCA-FA3D-4636-8E36-8D6974A4FFA7}"/>
    <dgm:cxn modelId="{B4242334-69AB-2E4E-B1B9-7E31AA36ED05}" type="presOf" srcId="{090C1D62-CD67-4DEA-9F78-6B8A5D58C6DB}" destId="{57591E27-0FB8-4F2D-B18C-2582923B39F7}" srcOrd="0" destOrd="0" presId="urn:microsoft.com/office/officeart/2018/2/layout/IconCircleList"/>
    <dgm:cxn modelId="{DCFEBC5E-1D8B-F64B-B31B-865E9E51EF3C}" type="presOf" srcId="{0E28F7BE-60F4-4E9A-A52F-45CA84C6A2E8}" destId="{666323D1-B6D1-4E72-80BB-857CA7666FA2}" srcOrd="0" destOrd="0" presId="urn:microsoft.com/office/officeart/2018/2/layout/IconCircleList"/>
    <dgm:cxn modelId="{A608B06D-537A-7B47-A4C2-E4A7FB531572}" type="presOf" srcId="{9179E2BE-3145-414D-9904-A2688BA1BCAB}" destId="{AD36BE6B-7BE7-4492-AE06-8E4D9CA02402}" srcOrd="0" destOrd="0" presId="urn:microsoft.com/office/officeart/2018/2/layout/IconCircleList"/>
    <dgm:cxn modelId="{B1C9EE87-F4BA-4369-A600-A6252794C6EE}" srcId="{52ABBEDA-FF1A-4643-8941-73BF41D37437}" destId="{9179E2BE-3145-414D-9904-A2688BA1BCAB}" srcOrd="1" destOrd="0" parTransId="{380C3E33-D6BA-4524-9153-F92D26FF6D5E}" sibTransId="{E9BA060B-4A60-4434-9B3B-6573513C3AFA}"/>
    <dgm:cxn modelId="{77BE8B9A-5654-40BA-A831-21018B6E29F1}" srcId="{52ABBEDA-FF1A-4643-8941-73BF41D37437}" destId="{B55C9597-0E34-44E1-A8BA-AE32527E8F00}" srcOrd="0" destOrd="0" parTransId="{D099563B-045F-41FC-B09B-6FCE8ADE278D}" sibTransId="{0E28F7BE-60F4-4E9A-A52F-45CA84C6A2E8}"/>
    <dgm:cxn modelId="{3E26A3B7-E9D3-A54F-8E64-ADECCC294AB3}" type="presOf" srcId="{52ABBEDA-FF1A-4643-8941-73BF41D37437}" destId="{D264F47E-6C7C-446D-BA2E-A8111B001BCC}" srcOrd="0" destOrd="0" presId="urn:microsoft.com/office/officeart/2018/2/layout/IconCircleList"/>
    <dgm:cxn modelId="{7382B4C2-214A-8D44-8E4F-1DDAB91C7419}" type="presOf" srcId="{E9BA060B-4A60-4434-9B3B-6573513C3AFA}" destId="{BE52172C-FDF4-4A7B-943C-2987D7DCAF04}" srcOrd="0" destOrd="0" presId="urn:microsoft.com/office/officeart/2018/2/layout/IconCircleList"/>
    <dgm:cxn modelId="{7D8252F8-0FB1-784D-A2B1-09F5E7B5D73B}" type="presOf" srcId="{B55C9597-0E34-44E1-A8BA-AE32527E8F00}" destId="{0CE53549-DE5A-4297-9FB8-84767A72D6F5}" srcOrd="0" destOrd="0" presId="urn:microsoft.com/office/officeart/2018/2/layout/IconCircleList"/>
    <dgm:cxn modelId="{3253D6DD-C42D-314F-932C-A2BB0CA77FED}" type="presParOf" srcId="{D264F47E-6C7C-446D-BA2E-A8111B001BCC}" destId="{9E44ACED-FAA5-4278-B840-6586E654547A}" srcOrd="0" destOrd="0" presId="urn:microsoft.com/office/officeart/2018/2/layout/IconCircleList"/>
    <dgm:cxn modelId="{4F5125D1-D87B-2C46-BB4B-56E4D628190A}" type="presParOf" srcId="{9E44ACED-FAA5-4278-B840-6586E654547A}" destId="{87904E1F-E0F3-47AF-8BDC-E035FCC43DE3}" srcOrd="0" destOrd="0" presId="urn:microsoft.com/office/officeart/2018/2/layout/IconCircleList"/>
    <dgm:cxn modelId="{3F47884B-D4CC-6E47-9D52-147342C41F41}" type="presParOf" srcId="{87904E1F-E0F3-47AF-8BDC-E035FCC43DE3}" destId="{8215D934-51FD-43FB-8F64-4556A38B0CF9}" srcOrd="0" destOrd="0" presId="urn:microsoft.com/office/officeart/2018/2/layout/IconCircleList"/>
    <dgm:cxn modelId="{4C650F22-835D-E64E-A482-FEA08FD0516C}" type="presParOf" srcId="{87904E1F-E0F3-47AF-8BDC-E035FCC43DE3}" destId="{CB4693CE-CAA1-42CE-8404-727AA81977D0}" srcOrd="1" destOrd="0" presId="urn:microsoft.com/office/officeart/2018/2/layout/IconCircleList"/>
    <dgm:cxn modelId="{F1C5B100-FF55-F044-BAEA-2317C68533CD}" type="presParOf" srcId="{87904E1F-E0F3-47AF-8BDC-E035FCC43DE3}" destId="{45F27022-D4C5-43ED-8BB5-0E2574DC7591}" srcOrd="2" destOrd="0" presId="urn:microsoft.com/office/officeart/2018/2/layout/IconCircleList"/>
    <dgm:cxn modelId="{0CE681FD-40B6-C747-8D44-46C51C7F0912}" type="presParOf" srcId="{87904E1F-E0F3-47AF-8BDC-E035FCC43DE3}" destId="{0CE53549-DE5A-4297-9FB8-84767A72D6F5}" srcOrd="3" destOrd="0" presId="urn:microsoft.com/office/officeart/2018/2/layout/IconCircleList"/>
    <dgm:cxn modelId="{77C22730-C8D2-6243-9E0F-27BEB87A26D7}" type="presParOf" srcId="{9E44ACED-FAA5-4278-B840-6586E654547A}" destId="{666323D1-B6D1-4E72-80BB-857CA7666FA2}" srcOrd="1" destOrd="0" presId="urn:microsoft.com/office/officeart/2018/2/layout/IconCircleList"/>
    <dgm:cxn modelId="{D8AA6505-DD30-F940-A837-EB51B1987031}" type="presParOf" srcId="{9E44ACED-FAA5-4278-B840-6586E654547A}" destId="{28FB382F-AEEB-4DFC-8C0C-CC8084F30CD8}" srcOrd="2" destOrd="0" presId="urn:microsoft.com/office/officeart/2018/2/layout/IconCircleList"/>
    <dgm:cxn modelId="{D97E1FFA-5BFC-3D4A-96EE-C04524E75448}" type="presParOf" srcId="{28FB382F-AEEB-4DFC-8C0C-CC8084F30CD8}" destId="{3D0FBF2B-23D8-40EE-9FD3-05204F9CB1C2}" srcOrd="0" destOrd="0" presId="urn:microsoft.com/office/officeart/2018/2/layout/IconCircleList"/>
    <dgm:cxn modelId="{AE0813BA-5F4B-1849-8C2F-155EDD0512D9}" type="presParOf" srcId="{28FB382F-AEEB-4DFC-8C0C-CC8084F30CD8}" destId="{6771F638-C235-4E94-9A31-8AFEB528E9EE}" srcOrd="1" destOrd="0" presId="urn:microsoft.com/office/officeart/2018/2/layout/IconCircleList"/>
    <dgm:cxn modelId="{A8D7BE32-5E28-1948-BC74-F9350700FF93}" type="presParOf" srcId="{28FB382F-AEEB-4DFC-8C0C-CC8084F30CD8}" destId="{042C9D65-B582-4417-87C8-856E591164EE}" srcOrd="2" destOrd="0" presId="urn:microsoft.com/office/officeart/2018/2/layout/IconCircleList"/>
    <dgm:cxn modelId="{F4AA6584-77F0-5540-861F-F0FB49F313D7}" type="presParOf" srcId="{28FB382F-AEEB-4DFC-8C0C-CC8084F30CD8}" destId="{AD36BE6B-7BE7-4492-AE06-8E4D9CA02402}" srcOrd="3" destOrd="0" presId="urn:microsoft.com/office/officeart/2018/2/layout/IconCircleList"/>
    <dgm:cxn modelId="{06091968-66A7-0E4B-8BD8-6CE77B4A7D8D}" type="presParOf" srcId="{9E44ACED-FAA5-4278-B840-6586E654547A}" destId="{BE52172C-FDF4-4A7B-943C-2987D7DCAF04}" srcOrd="3" destOrd="0" presId="urn:microsoft.com/office/officeart/2018/2/layout/IconCircleList"/>
    <dgm:cxn modelId="{926EF566-EF77-094E-ACFB-E8D6C27DFADA}" type="presParOf" srcId="{9E44ACED-FAA5-4278-B840-6586E654547A}" destId="{E8BCE9F0-AED1-49D3-9EEC-4303DBAAA87B}" srcOrd="4" destOrd="0" presId="urn:microsoft.com/office/officeart/2018/2/layout/IconCircleList"/>
    <dgm:cxn modelId="{EF499660-76ED-3B49-9880-55A8874CCA82}" type="presParOf" srcId="{E8BCE9F0-AED1-49D3-9EEC-4303DBAAA87B}" destId="{9E472F4F-9609-4C61-B83B-0817F0FF3C5F}" srcOrd="0" destOrd="0" presId="urn:microsoft.com/office/officeart/2018/2/layout/IconCircleList"/>
    <dgm:cxn modelId="{04F9E086-3896-0948-B976-96F9AA713827}" type="presParOf" srcId="{E8BCE9F0-AED1-49D3-9EEC-4303DBAAA87B}" destId="{6806F7C6-4BEB-4E6F-BA01-3B5734B89FDE}" srcOrd="1" destOrd="0" presId="urn:microsoft.com/office/officeart/2018/2/layout/IconCircleList"/>
    <dgm:cxn modelId="{A0662366-3B94-CD48-9F70-27E442A57E95}" type="presParOf" srcId="{E8BCE9F0-AED1-49D3-9EEC-4303DBAAA87B}" destId="{017EE8B8-D98C-40D5-9FAE-9BE377840BD7}" srcOrd="2" destOrd="0" presId="urn:microsoft.com/office/officeart/2018/2/layout/IconCircleList"/>
    <dgm:cxn modelId="{34B3C535-A7BA-0741-BF7B-BD9D1BAF1C75}" type="presParOf" srcId="{E8BCE9F0-AED1-49D3-9EEC-4303DBAAA87B}" destId="{57591E27-0FB8-4F2D-B18C-2582923B39F7}" srcOrd="3" destOrd="0" presId="urn:microsoft.com/office/officeart/2018/2/layout/IconCircle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92D07C8-9834-4AC0-B575-4D43DE50DF14}">
      <dsp:nvSpPr>
        <dsp:cNvPr id="0" name=""/>
        <dsp:cNvSpPr/>
      </dsp:nvSpPr>
      <dsp:spPr>
        <a:xfrm>
          <a:off x="333929" y="179942"/>
          <a:ext cx="1037953" cy="1037953"/>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3CC1707-5CB0-4A4D-A58A-2D10BF78CB6D}">
      <dsp:nvSpPr>
        <dsp:cNvPr id="0" name=""/>
        <dsp:cNvSpPr/>
      </dsp:nvSpPr>
      <dsp:spPr>
        <a:xfrm>
          <a:off x="555132" y="401145"/>
          <a:ext cx="595546" cy="595546"/>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5F1021E2-97C3-46F8-AE8D-24978306BFE9}">
      <dsp:nvSpPr>
        <dsp:cNvPr id="0" name=""/>
        <dsp:cNvSpPr/>
      </dsp:nvSpPr>
      <dsp:spPr>
        <a:xfrm>
          <a:off x="2124" y="1541192"/>
          <a:ext cx="1701562" cy="68062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289050">
            <a:lnSpc>
              <a:spcPct val="90000"/>
            </a:lnSpc>
            <a:spcBef>
              <a:spcPct val="0"/>
            </a:spcBef>
            <a:spcAft>
              <a:spcPct val="35000"/>
            </a:spcAft>
            <a:buNone/>
            <a:defRPr cap="all"/>
          </a:pPr>
          <a:r>
            <a:rPr lang="en-AU" sz="2900" kern="1200"/>
            <a:t>Email</a:t>
          </a:r>
          <a:endParaRPr lang="en-US" sz="2900" kern="1200"/>
        </a:p>
      </dsp:txBody>
      <dsp:txXfrm>
        <a:off x="2124" y="1541192"/>
        <a:ext cx="1701562" cy="680625"/>
      </dsp:txXfrm>
    </dsp:sp>
    <dsp:sp modelId="{5358803B-3A3C-4155-88F2-306E19CFE212}">
      <dsp:nvSpPr>
        <dsp:cNvPr id="0" name=""/>
        <dsp:cNvSpPr/>
      </dsp:nvSpPr>
      <dsp:spPr>
        <a:xfrm>
          <a:off x="2333265" y="179942"/>
          <a:ext cx="1037953" cy="1037953"/>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E5B2C23-5A3D-4C3A-B8E4-B63C667AEB52}">
      <dsp:nvSpPr>
        <dsp:cNvPr id="0" name=""/>
        <dsp:cNvSpPr/>
      </dsp:nvSpPr>
      <dsp:spPr>
        <a:xfrm>
          <a:off x="2554468" y="401145"/>
          <a:ext cx="595546" cy="595546"/>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2C5CDF26-932A-48CC-A36E-DC9C5B290FEA}">
      <dsp:nvSpPr>
        <dsp:cNvPr id="0" name=""/>
        <dsp:cNvSpPr/>
      </dsp:nvSpPr>
      <dsp:spPr>
        <a:xfrm>
          <a:off x="2001460" y="1541192"/>
          <a:ext cx="1701562" cy="68062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289050">
            <a:lnSpc>
              <a:spcPct val="90000"/>
            </a:lnSpc>
            <a:spcBef>
              <a:spcPct val="0"/>
            </a:spcBef>
            <a:spcAft>
              <a:spcPct val="35000"/>
            </a:spcAft>
            <a:buNone/>
            <a:defRPr cap="all"/>
          </a:pPr>
          <a:r>
            <a:rPr lang="en-AU" sz="2900" kern="1200"/>
            <a:t>Live Chat</a:t>
          </a:r>
          <a:endParaRPr lang="en-US" sz="2900" kern="1200"/>
        </a:p>
      </dsp:txBody>
      <dsp:txXfrm>
        <a:off x="2001460" y="1541192"/>
        <a:ext cx="1701562" cy="680625"/>
      </dsp:txXfrm>
    </dsp:sp>
    <dsp:sp modelId="{57E518D1-B9BE-48A0-9778-20C805A40C27}">
      <dsp:nvSpPr>
        <dsp:cNvPr id="0" name=""/>
        <dsp:cNvSpPr/>
      </dsp:nvSpPr>
      <dsp:spPr>
        <a:xfrm>
          <a:off x="4332601" y="179942"/>
          <a:ext cx="1037953" cy="1037953"/>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A423ACA-F4CB-4CF4-AB97-CF9BD4634C23}">
      <dsp:nvSpPr>
        <dsp:cNvPr id="0" name=""/>
        <dsp:cNvSpPr/>
      </dsp:nvSpPr>
      <dsp:spPr>
        <a:xfrm>
          <a:off x="4553804" y="401145"/>
          <a:ext cx="595546" cy="595546"/>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2C1A096B-5616-4990-9B6E-FBC356AFBDF9}">
      <dsp:nvSpPr>
        <dsp:cNvPr id="0" name=""/>
        <dsp:cNvSpPr/>
      </dsp:nvSpPr>
      <dsp:spPr>
        <a:xfrm>
          <a:off x="4000796" y="1541192"/>
          <a:ext cx="1701562" cy="68062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289050">
            <a:lnSpc>
              <a:spcPct val="90000"/>
            </a:lnSpc>
            <a:spcBef>
              <a:spcPct val="0"/>
            </a:spcBef>
            <a:spcAft>
              <a:spcPct val="35000"/>
            </a:spcAft>
            <a:buNone/>
            <a:defRPr cap="all"/>
          </a:pPr>
          <a:r>
            <a:rPr lang="en-AU" sz="2900" kern="1200"/>
            <a:t>Phone</a:t>
          </a:r>
          <a:endParaRPr lang="en-US" sz="2900" kern="1200"/>
        </a:p>
      </dsp:txBody>
      <dsp:txXfrm>
        <a:off x="4000796" y="1541192"/>
        <a:ext cx="1701562" cy="680625"/>
      </dsp:txXfrm>
    </dsp:sp>
    <dsp:sp modelId="{635AC0B9-A918-45FA-B6FE-AFD60EBEC9AF}">
      <dsp:nvSpPr>
        <dsp:cNvPr id="0" name=""/>
        <dsp:cNvSpPr/>
      </dsp:nvSpPr>
      <dsp:spPr>
        <a:xfrm>
          <a:off x="6331937" y="179942"/>
          <a:ext cx="1037953" cy="1037953"/>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AE1132F-D282-4C33-9F04-F8682F98D214}">
      <dsp:nvSpPr>
        <dsp:cNvPr id="0" name=""/>
        <dsp:cNvSpPr/>
      </dsp:nvSpPr>
      <dsp:spPr>
        <a:xfrm>
          <a:off x="6553140" y="401145"/>
          <a:ext cx="595546" cy="595546"/>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rcRect/>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EE7BA036-E8BF-4FDF-B8D7-63BC7DE58AE3}">
      <dsp:nvSpPr>
        <dsp:cNvPr id="0" name=""/>
        <dsp:cNvSpPr/>
      </dsp:nvSpPr>
      <dsp:spPr>
        <a:xfrm>
          <a:off x="6000132" y="1541192"/>
          <a:ext cx="1701562" cy="68062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289050">
            <a:lnSpc>
              <a:spcPct val="90000"/>
            </a:lnSpc>
            <a:spcBef>
              <a:spcPct val="0"/>
            </a:spcBef>
            <a:spcAft>
              <a:spcPct val="35000"/>
            </a:spcAft>
            <a:buNone/>
            <a:defRPr cap="all"/>
          </a:pPr>
          <a:r>
            <a:rPr lang="en-AU" sz="2900" kern="1200"/>
            <a:t>Face to Face</a:t>
          </a:r>
          <a:endParaRPr lang="en-US" sz="2900" kern="1200"/>
        </a:p>
      </dsp:txBody>
      <dsp:txXfrm>
        <a:off x="6000132" y="1541192"/>
        <a:ext cx="1701562" cy="68062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215D934-51FD-43FB-8F64-4556A38B0CF9}">
      <dsp:nvSpPr>
        <dsp:cNvPr id="0" name=""/>
        <dsp:cNvSpPr/>
      </dsp:nvSpPr>
      <dsp:spPr>
        <a:xfrm>
          <a:off x="2546" y="987447"/>
          <a:ext cx="600665" cy="600665"/>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B4693CE-CAA1-42CE-8404-727AA81977D0}">
      <dsp:nvSpPr>
        <dsp:cNvPr id="0" name=""/>
        <dsp:cNvSpPr/>
      </dsp:nvSpPr>
      <dsp:spPr>
        <a:xfrm>
          <a:off x="128686" y="1113586"/>
          <a:ext cx="348386" cy="348386"/>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0CE53549-DE5A-4297-9FB8-84767A72D6F5}">
      <dsp:nvSpPr>
        <dsp:cNvPr id="0" name=""/>
        <dsp:cNvSpPr/>
      </dsp:nvSpPr>
      <dsp:spPr>
        <a:xfrm>
          <a:off x="731926" y="987447"/>
          <a:ext cx="1415854" cy="60066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755650">
            <a:lnSpc>
              <a:spcPct val="100000"/>
            </a:lnSpc>
            <a:spcBef>
              <a:spcPct val="0"/>
            </a:spcBef>
            <a:spcAft>
              <a:spcPct val="35000"/>
            </a:spcAft>
            <a:buNone/>
          </a:pPr>
          <a:r>
            <a:rPr lang="en-AU" sz="1700" kern="1200" dirty="0"/>
            <a:t>Laptop or Desktop </a:t>
          </a:r>
          <a:endParaRPr lang="en-US" sz="1700" kern="1200" dirty="0"/>
        </a:p>
      </dsp:txBody>
      <dsp:txXfrm>
        <a:off x="731926" y="987447"/>
        <a:ext cx="1415854" cy="600665"/>
      </dsp:txXfrm>
    </dsp:sp>
    <dsp:sp modelId="{3D0FBF2B-23D8-40EE-9FD3-05204F9CB1C2}">
      <dsp:nvSpPr>
        <dsp:cNvPr id="0" name=""/>
        <dsp:cNvSpPr/>
      </dsp:nvSpPr>
      <dsp:spPr>
        <a:xfrm>
          <a:off x="2394482" y="987447"/>
          <a:ext cx="600665" cy="600665"/>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771F638-C235-4E94-9A31-8AFEB528E9EE}">
      <dsp:nvSpPr>
        <dsp:cNvPr id="0" name=""/>
        <dsp:cNvSpPr/>
      </dsp:nvSpPr>
      <dsp:spPr>
        <a:xfrm>
          <a:off x="2520622" y="1113586"/>
          <a:ext cx="348386" cy="348386"/>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AD36BE6B-7BE7-4492-AE06-8E4D9CA02402}">
      <dsp:nvSpPr>
        <dsp:cNvPr id="0" name=""/>
        <dsp:cNvSpPr/>
      </dsp:nvSpPr>
      <dsp:spPr>
        <a:xfrm>
          <a:off x="3123862" y="987447"/>
          <a:ext cx="1415854" cy="60066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755650">
            <a:lnSpc>
              <a:spcPct val="100000"/>
            </a:lnSpc>
            <a:spcBef>
              <a:spcPct val="0"/>
            </a:spcBef>
            <a:spcAft>
              <a:spcPct val="35000"/>
            </a:spcAft>
            <a:buNone/>
          </a:pPr>
          <a:r>
            <a:rPr lang="en-AU" sz="1700" kern="1200"/>
            <a:t>Modern Browser</a:t>
          </a:r>
          <a:endParaRPr lang="en-US" sz="1700" kern="1200"/>
        </a:p>
      </dsp:txBody>
      <dsp:txXfrm>
        <a:off x="3123862" y="987447"/>
        <a:ext cx="1415854" cy="600665"/>
      </dsp:txXfrm>
    </dsp:sp>
    <dsp:sp modelId="{9E472F4F-9609-4C61-B83B-0817F0FF3C5F}">
      <dsp:nvSpPr>
        <dsp:cNvPr id="0" name=""/>
        <dsp:cNvSpPr/>
      </dsp:nvSpPr>
      <dsp:spPr>
        <a:xfrm>
          <a:off x="4786419" y="987447"/>
          <a:ext cx="600665" cy="600665"/>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806F7C6-4BEB-4E6F-BA01-3B5734B89FDE}">
      <dsp:nvSpPr>
        <dsp:cNvPr id="0" name=""/>
        <dsp:cNvSpPr/>
      </dsp:nvSpPr>
      <dsp:spPr>
        <a:xfrm>
          <a:off x="4912558" y="1113586"/>
          <a:ext cx="348386" cy="348386"/>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57591E27-0FB8-4F2D-B18C-2582923B39F7}">
      <dsp:nvSpPr>
        <dsp:cNvPr id="0" name=""/>
        <dsp:cNvSpPr/>
      </dsp:nvSpPr>
      <dsp:spPr>
        <a:xfrm>
          <a:off x="5515798" y="987447"/>
          <a:ext cx="1415854" cy="60066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755650">
            <a:lnSpc>
              <a:spcPct val="100000"/>
            </a:lnSpc>
            <a:spcBef>
              <a:spcPct val="0"/>
            </a:spcBef>
            <a:spcAft>
              <a:spcPct val="35000"/>
            </a:spcAft>
            <a:buNone/>
          </a:pPr>
          <a:r>
            <a:rPr lang="en-AU" sz="1700" kern="1200" dirty="0"/>
            <a:t>Google/</a:t>
          </a:r>
          <a:r>
            <a:rPr lang="en-AU" sz="1700" kern="1200" dirty="0" err="1"/>
            <a:t>Github</a:t>
          </a:r>
          <a:endParaRPr lang="en-US" sz="1700" kern="1200" dirty="0"/>
        </a:p>
      </dsp:txBody>
      <dsp:txXfrm>
        <a:off x="5515798" y="987447"/>
        <a:ext cx="1415854" cy="600665"/>
      </dsp:txXfrm>
    </dsp:sp>
  </dsp:spTree>
</dsp:drawing>
</file>

<file path=ppt/diagrams/layout1.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2.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97" name="Shape 197"/>
          <p:cNvSpPr>
            <a:spLocks noGrp="1" noRot="1" noChangeAspect="1"/>
          </p:cNvSpPr>
          <p:nvPr>
            <p:ph type="sldImg"/>
          </p:nvPr>
        </p:nvSpPr>
        <p:spPr>
          <a:xfrm>
            <a:off x="1143000" y="685800"/>
            <a:ext cx="4572000" cy="3429000"/>
          </a:xfrm>
          <a:prstGeom prst="rect">
            <a:avLst/>
          </a:prstGeom>
        </p:spPr>
        <p:txBody>
          <a:bodyPr/>
          <a:lstStyle/>
          <a:p>
            <a:endParaRPr/>
          </a:p>
        </p:txBody>
      </p:sp>
      <p:sp>
        <p:nvSpPr>
          <p:cNvPr id="198" name="Shape 198"/>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latinLnBrk="0">
      <a:spcBef>
        <a:spcPts val="400"/>
      </a:spcBef>
      <a:defRPr sz="1200">
        <a:latin typeface="+mj-lt"/>
        <a:ea typeface="+mj-ea"/>
        <a:cs typeface="+mj-cs"/>
        <a:sym typeface="Arial"/>
      </a:defRPr>
    </a:lvl1pPr>
    <a:lvl2pPr indent="228600" latinLnBrk="0">
      <a:spcBef>
        <a:spcPts val="400"/>
      </a:spcBef>
      <a:defRPr sz="1200">
        <a:latin typeface="+mj-lt"/>
        <a:ea typeface="+mj-ea"/>
        <a:cs typeface="+mj-cs"/>
        <a:sym typeface="Arial"/>
      </a:defRPr>
    </a:lvl2pPr>
    <a:lvl3pPr indent="457200" latinLnBrk="0">
      <a:spcBef>
        <a:spcPts val="400"/>
      </a:spcBef>
      <a:defRPr sz="1200">
        <a:latin typeface="+mj-lt"/>
        <a:ea typeface="+mj-ea"/>
        <a:cs typeface="+mj-cs"/>
        <a:sym typeface="Arial"/>
      </a:defRPr>
    </a:lvl3pPr>
    <a:lvl4pPr indent="685800" latinLnBrk="0">
      <a:spcBef>
        <a:spcPts val="400"/>
      </a:spcBef>
      <a:defRPr sz="1200">
        <a:latin typeface="+mj-lt"/>
        <a:ea typeface="+mj-ea"/>
        <a:cs typeface="+mj-cs"/>
        <a:sym typeface="Arial"/>
      </a:defRPr>
    </a:lvl4pPr>
    <a:lvl5pPr indent="914400" latinLnBrk="0">
      <a:spcBef>
        <a:spcPts val="400"/>
      </a:spcBef>
      <a:defRPr sz="1200">
        <a:latin typeface="+mj-lt"/>
        <a:ea typeface="+mj-ea"/>
        <a:cs typeface="+mj-cs"/>
        <a:sym typeface="Arial"/>
      </a:defRPr>
    </a:lvl5pPr>
    <a:lvl6pPr indent="1143000" latinLnBrk="0">
      <a:spcBef>
        <a:spcPts val="400"/>
      </a:spcBef>
      <a:defRPr sz="1200">
        <a:latin typeface="+mj-lt"/>
        <a:ea typeface="+mj-ea"/>
        <a:cs typeface="+mj-cs"/>
        <a:sym typeface="Arial"/>
      </a:defRPr>
    </a:lvl6pPr>
    <a:lvl7pPr indent="1371600" latinLnBrk="0">
      <a:spcBef>
        <a:spcPts val="400"/>
      </a:spcBef>
      <a:defRPr sz="1200">
        <a:latin typeface="+mj-lt"/>
        <a:ea typeface="+mj-ea"/>
        <a:cs typeface="+mj-cs"/>
        <a:sym typeface="Arial"/>
      </a:defRPr>
    </a:lvl7pPr>
    <a:lvl8pPr indent="1600200" latinLnBrk="0">
      <a:spcBef>
        <a:spcPts val="400"/>
      </a:spcBef>
      <a:defRPr sz="1200">
        <a:latin typeface="+mj-lt"/>
        <a:ea typeface="+mj-ea"/>
        <a:cs typeface="+mj-cs"/>
        <a:sym typeface="Arial"/>
      </a:defRPr>
    </a:lvl8pPr>
    <a:lvl9pPr indent="1828800" latinLnBrk="0">
      <a:spcBef>
        <a:spcPts val="400"/>
      </a:spcBef>
      <a:defRPr sz="1200">
        <a:latin typeface="+mj-lt"/>
        <a:ea typeface="+mj-ea"/>
        <a:cs typeface="+mj-cs"/>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3" Type="http://schemas.openxmlformats.org/officeDocument/2006/relationships/hyperlink" Target="http://ASP.NET" TargetMode="External"/><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Tree>
    <p:extLst>
      <p:ext uri="{BB962C8B-B14F-4D97-AF65-F5344CB8AC3E}">
        <p14:creationId xmlns:p14="http://schemas.microsoft.com/office/powerpoint/2010/main" val="41901843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defTabSz="914400" eaLnBrk="1" fontAlgn="auto" latinLnBrk="0" hangingPunct="1">
              <a:lnSpc>
                <a:spcPct val="100000"/>
              </a:lnSpc>
              <a:spcBef>
                <a:spcPts val="400"/>
              </a:spcBef>
              <a:spcAft>
                <a:spcPts val="0"/>
              </a:spcAft>
              <a:buClrTx/>
              <a:buSzTx/>
              <a:buFontTx/>
              <a:buNone/>
              <a:tabLst/>
              <a:defRPr/>
            </a:pPr>
            <a:r>
              <a:rPr lang="en-AU" sz="1200" dirty="0">
                <a:effectLst/>
                <a:latin typeface="+mj-lt"/>
                <a:ea typeface="+mj-ea"/>
                <a:cs typeface="+mj-cs"/>
                <a:sym typeface="Arial"/>
              </a:rPr>
              <a:t>Welcome!</a:t>
            </a:r>
          </a:p>
          <a:p>
            <a:pPr marL="0" marR="0" lvl="0" indent="0" defTabSz="914400" eaLnBrk="1" fontAlgn="auto" latinLnBrk="0" hangingPunct="1">
              <a:lnSpc>
                <a:spcPct val="100000"/>
              </a:lnSpc>
              <a:spcBef>
                <a:spcPts val="400"/>
              </a:spcBef>
              <a:spcAft>
                <a:spcPts val="0"/>
              </a:spcAft>
              <a:buClrTx/>
              <a:buSzTx/>
              <a:buFontTx/>
              <a:buNone/>
              <a:tabLst/>
              <a:defRPr/>
            </a:pPr>
            <a:endParaRPr lang="en-AU" sz="1200" dirty="0">
              <a:effectLst/>
              <a:latin typeface="+mj-lt"/>
              <a:ea typeface="+mj-ea"/>
              <a:cs typeface="+mj-cs"/>
              <a:sym typeface="Arial"/>
            </a:endParaRPr>
          </a:p>
          <a:p>
            <a:pPr marL="0" marR="0" lvl="0" indent="0" defTabSz="914400" eaLnBrk="1" fontAlgn="auto" latinLnBrk="0" hangingPunct="1">
              <a:lnSpc>
                <a:spcPct val="100000"/>
              </a:lnSpc>
              <a:spcBef>
                <a:spcPts val="400"/>
              </a:spcBef>
              <a:spcAft>
                <a:spcPts val="0"/>
              </a:spcAft>
              <a:buClrTx/>
              <a:buSzTx/>
              <a:buFontTx/>
              <a:buNone/>
              <a:tabLst/>
              <a:defRPr/>
            </a:pPr>
            <a:r>
              <a:rPr lang="en-AU" sz="1200" dirty="0">
                <a:effectLst/>
                <a:latin typeface="+mj-lt"/>
                <a:ea typeface="+mj-ea"/>
                <a:cs typeface="+mj-cs"/>
                <a:sym typeface="Arial"/>
              </a:rPr>
              <a:t>And so if you're feeling a little uncomfortable with the idea of taking a class like Introduction to Programming, know that almost every semester, 90% of the students who take ISYS5002 have never taken a programming course before. So if you look up, down, left, right, right now, odds are more than many of the classmates joining you here today are in a very similar position. What's ultimately matters in this course is not so much where you end up relative to your classmates, but where you end up relative to yourself when you began. Indeed, taking into account where you currently are, perhaps with no prior background, and considering where you will be in just three or so months is ultimately meant to be the measure of your own success. </a:t>
            </a:r>
            <a:endParaRPr lang="en-AU" dirty="0">
              <a:effectLst/>
            </a:endParaRPr>
          </a:p>
          <a:p>
            <a:endParaRPr lang="en-AU" dirty="0"/>
          </a:p>
        </p:txBody>
      </p:sp>
    </p:spTree>
    <p:extLst>
      <p:ext uri="{BB962C8B-B14F-4D97-AF65-F5344CB8AC3E}">
        <p14:creationId xmlns:p14="http://schemas.microsoft.com/office/powerpoint/2010/main" val="427793898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Tree>
    <p:extLst>
      <p:ext uri="{BB962C8B-B14F-4D97-AF65-F5344CB8AC3E}">
        <p14:creationId xmlns:p14="http://schemas.microsoft.com/office/powerpoint/2010/main" val="223203542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Tree>
    <p:extLst>
      <p:ext uri="{BB962C8B-B14F-4D97-AF65-F5344CB8AC3E}">
        <p14:creationId xmlns:p14="http://schemas.microsoft.com/office/powerpoint/2010/main" val="67448853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Tree>
    <p:extLst>
      <p:ext uri="{BB962C8B-B14F-4D97-AF65-F5344CB8AC3E}">
        <p14:creationId xmlns:p14="http://schemas.microsoft.com/office/powerpoint/2010/main" val="266596634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sz="1200" b="0" i="0" dirty="0">
                <a:effectLst/>
                <a:latin typeface="+mj-lt"/>
                <a:ea typeface="+mj-ea"/>
                <a:cs typeface="+mj-cs"/>
                <a:sym typeface="Arial"/>
              </a:rPr>
              <a:t>The challenges faced in communicating with a computer are not due to your limitations as a human, but rather to the limitations of the computer as a machine.</a:t>
            </a:r>
          </a:p>
          <a:p>
            <a:endParaRPr lang="en-AU" sz="1200" b="0" i="0" dirty="0">
              <a:effectLst/>
              <a:latin typeface="+mj-lt"/>
              <a:ea typeface="+mj-ea"/>
              <a:cs typeface="+mj-cs"/>
              <a:sym typeface="Arial"/>
            </a:endParaRPr>
          </a:p>
          <a:p>
            <a:r>
              <a:rPr lang="en-AU" sz="1200" b="0" i="0" dirty="0">
                <a:effectLst/>
                <a:latin typeface="+mj-lt"/>
                <a:ea typeface="+mj-ea"/>
                <a:cs typeface="+mj-cs"/>
                <a:sym typeface="Arial"/>
              </a:rPr>
              <a:t>A computer might seem smart, but it is only because it is fast. It can execute simple steps very quickly. So your job is to break down tasks into simple steps. Another limitation is that a computer has a finite amount of storage space. This becomes obvious when you run out of space to store music on your phone or computer. </a:t>
            </a:r>
          </a:p>
          <a:p>
            <a:endParaRPr lang="en-AU" sz="1200" b="0" i="0" dirty="0">
              <a:effectLst/>
              <a:latin typeface="+mj-lt"/>
              <a:ea typeface="+mj-ea"/>
              <a:cs typeface="+mj-cs"/>
              <a:sym typeface="Arial"/>
            </a:endParaRPr>
          </a:p>
          <a:p>
            <a:r>
              <a:rPr lang="en-AU" sz="1200" b="0" i="0" dirty="0">
                <a:effectLst/>
                <a:latin typeface="+mj-lt"/>
                <a:ea typeface="+mj-ea"/>
                <a:cs typeface="+mj-cs"/>
                <a:sym typeface="Arial"/>
              </a:rPr>
              <a:t>What is less obvious is what happens when you store a number like pi, which has an infinite number of digits after the decimal point.  Only a finite number of digits can be stored as an approximation of the original number, called a floating point number.</a:t>
            </a:r>
          </a:p>
          <a:p>
            <a:endParaRPr lang="en-AU" dirty="0"/>
          </a:p>
        </p:txBody>
      </p:sp>
    </p:spTree>
    <p:extLst>
      <p:ext uri="{BB962C8B-B14F-4D97-AF65-F5344CB8AC3E}">
        <p14:creationId xmlns:p14="http://schemas.microsoft.com/office/powerpoint/2010/main" val="383835340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sz="1200" b="0" i="0" dirty="0">
                <a:effectLst/>
                <a:latin typeface="+mj-lt"/>
                <a:ea typeface="+mj-ea"/>
                <a:cs typeface="+mj-cs"/>
                <a:sym typeface="Arial"/>
              </a:rPr>
              <a:t>Programming is like solving a puzzle.</a:t>
            </a:r>
          </a:p>
          <a:p>
            <a:r>
              <a:rPr lang="en-AU" sz="1200" b="0" i="0" dirty="0">
                <a:effectLst/>
                <a:latin typeface="+mj-lt"/>
                <a:ea typeface="+mj-ea"/>
                <a:cs typeface="+mj-cs"/>
                <a:sym typeface="Arial"/>
              </a:rPr>
              <a:t>Learning from your mistakes is part of the learning process.</a:t>
            </a:r>
          </a:p>
          <a:p>
            <a:r>
              <a:rPr lang="en-AU" sz="1200" b="0" i="0" dirty="0">
                <a:effectLst/>
                <a:latin typeface="+mj-lt"/>
                <a:ea typeface="+mj-ea"/>
                <a:cs typeface="+mj-cs"/>
                <a:sym typeface="Arial"/>
              </a:rPr>
              <a:t>Practice is the key. The more you do, the better you get at it.</a:t>
            </a:r>
          </a:p>
          <a:p>
            <a:endParaRPr lang="en-AU" dirty="0"/>
          </a:p>
        </p:txBody>
      </p:sp>
    </p:spTree>
    <p:extLst>
      <p:ext uri="{BB962C8B-B14F-4D97-AF65-F5344CB8AC3E}">
        <p14:creationId xmlns:p14="http://schemas.microsoft.com/office/powerpoint/2010/main" val="321356759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4" name="Shape 224"/>
          <p:cNvSpPr>
            <a:spLocks noGrp="1" noRot="1" noChangeAspect="1"/>
          </p:cNvSpPr>
          <p:nvPr>
            <p:ph type="sldImg"/>
          </p:nvPr>
        </p:nvSpPr>
        <p:spPr>
          <a:prstGeom prst="rect">
            <a:avLst/>
          </a:prstGeom>
        </p:spPr>
        <p:txBody>
          <a:bodyPr/>
          <a:lstStyle/>
          <a:p>
            <a:endParaRPr/>
          </a:p>
        </p:txBody>
      </p:sp>
      <p:sp>
        <p:nvSpPr>
          <p:cNvPr id="225" name="Shape 225"/>
          <p:cNvSpPr>
            <a:spLocks noGrp="1"/>
          </p:cNvSpPr>
          <p:nvPr>
            <p:ph type="body" sz="quarter" idx="1"/>
          </p:nvPr>
        </p:nvSpPr>
        <p:spPr>
          <a:prstGeom prst="rect">
            <a:avLst/>
          </a:prstGeom>
        </p:spPr>
        <p:txBody>
          <a:bodyPr/>
          <a:lstStyle/>
          <a:p>
            <a:pPr>
              <a:defRPr>
                <a:latin typeface="Calibri"/>
                <a:ea typeface="Calibri"/>
                <a:cs typeface="Calibri"/>
                <a:sym typeface="Calibri"/>
              </a:defRPr>
            </a:pPr>
            <a:r>
              <a:t>Hardware refers to all physical devices</a:t>
            </a:r>
          </a:p>
          <a:p>
            <a:pPr>
              <a:defRPr>
                <a:latin typeface="Calibri"/>
                <a:ea typeface="Calibri"/>
                <a:cs typeface="Calibri"/>
                <a:sym typeface="Calibri"/>
              </a:defRPr>
            </a:pPr>
            <a:r>
              <a:t>A computer consists of many pieces of hardware that all work together</a:t>
            </a:r>
          </a:p>
          <a:p>
            <a:pPr>
              <a:defRPr>
                <a:latin typeface="Calibri"/>
                <a:ea typeface="Calibri"/>
                <a:cs typeface="Calibri"/>
                <a:sym typeface="Calibri"/>
              </a:defRPr>
            </a:pPr>
            <a:r>
              <a:t>Each piece of hardware does its own work</a:t>
            </a:r>
          </a:p>
          <a:p>
            <a:pPr>
              <a:defRPr>
                <a:latin typeface="Calibri"/>
                <a:ea typeface="Calibri"/>
                <a:cs typeface="Calibri"/>
                <a:sym typeface="Calibri"/>
              </a:defRPr>
            </a:pPr>
            <a:r>
              <a:t>A typical computer system contains:</a:t>
            </a:r>
          </a:p>
          <a:p>
            <a:pPr>
              <a:defRPr>
                <a:latin typeface="Calibri"/>
                <a:ea typeface="Calibri"/>
                <a:cs typeface="Calibri"/>
                <a:sym typeface="Calibri"/>
              </a:defRPr>
            </a:pPr>
            <a:r>
              <a:t>The CPU</a:t>
            </a:r>
          </a:p>
          <a:p>
            <a:pPr>
              <a:defRPr>
                <a:latin typeface="Calibri"/>
                <a:ea typeface="Calibri"/>
                <a:cs typeface="Calibri"/>
                <a:sym typeface="Calibri"/>
              </a:defRPr>
            </a:pPr>
            <a:r>
              <a:t>Main memory</a:t>
            </a:r>
          </a:p>
          <a:p>
            <a:pPr>
              <a:defRPr>
                <a:latin typeface="Calibri"/>
                <a:ea typeface="Calibri"/>
                <a:cs typeface="Calibri"/>
                <a:sym typeface="Calibri"/>
              </a:defRPr>
            </a:pPr>
            <a:r>
              <a:t>Secondary storage devices</a:t>
            </a:r>
          </a:p>
          <a:p>
            <a:pPr>
              <a:defRPr>
                <a:latin typeface="Calibri"/>
                <a:ea typeface="Calibri"/>
                <a:cs typeface="Calibri"/>
                <a:sym typeface="Calibri"/>
              </a:defRPr>
            </a:pPr>
            <a:r>
              <a:t>Input devices</a:t>
            </a:r>
          </a:p>
          <a:p>
            <a:pPr>
              <a:defRPr>
                <a:latin typeface="Calibri"/>
                <a:ea typeface="Calibri"/>
                <a:cs typeface="Calibri"/>
                <a:sym typeface="Calibri"/>
              </a:defRPr>
            </a:pPr>
            <a:r>
              <a:t>Output devices</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1" name="Shape 271"/>
          <p:cNvSpPr>
            <a:spLocks noGrp="1" noRot="1" noChangeAspect="1"/>
          </p:cNvSpPr>
          <p:nvPr>
            <p:ph type="sldImg"/>
          </p:nvPr>
        </p:nvSpPr>
        <p:spPr>
          <a:prstGeom prst="rect">
            <a:avLst/>
          </a:prstGeom>
        </p:spPr>
        <p:txBody>
          <a:bodyPr/>
          <a:lstStyle/>
          <a:p>
            <a:endParaRPr/>
          </a:p>
        </p:txBody>
      </p:sp>
      <p:sp>
        <p:nvSpPr>
          <p:cNvPr id="272" name="Shape 272"/>
          <p:cNvSpPr>
            <a:spLocks noGrp="1"/>
          </p:cNvSpPr>
          <p:nvPr>
            <p:ph type="body" sz="quarter" idx="1"/>
          </p:nvPr>
        </p:nvSpPr>
        <p:spPr>
          <a:prstGeom prst="rect">
            <a:avLst/>
          </a:prstGeom>
        </p:spPr>
        <p:txBody>
          <a:bodyPr/>
          <a:lstStyle/>
          <a:p>
            <a:pPr>
              <a:defRPr>
                <a:latin typeface="Calibri"/>
                <a:ea typeface="Calibri"/>
                <a:cs typeface="Calibri"/>
                <a:sym typeface="Calibri"/>
              </a:defRPr>
            </a:pPr>
            <a:r>
              <a:t>“Digital” refers to anything that can only have two possible values</a:t>
            </a:r>
          </a:p>
          <a:p>
            <a:pPr>
              <a:defRPr>
                <a:latin typeface="Calibri"/>
                <a:ea typeface="Calibri"/>
                <a:cs typeface="Calibri"/>
                <a:sym typeface="Calibri"/>
              </a:defRPr>
            </a:pPr>
            <a:r>
              <a:t>Digital data is the data that is stored in binary.</a:t>
            </a:r>
          </a:p>
          <a:p>
            <a:pPr>
              <a:defRPr>
                <a:latin typeface="Calibri"/>
                <a:ea typeface="Calibri"/>
                <a:cs typeface="Calibri"/>
                <a:sym typeface="Calibri"/>
              </a:defRPr>
            </a:pPr>
            <a:r>
              <a:t>Digital devices are devices that work with binary data</a:t>
            </a:r>
          </a:p>
          <a:p>
            <a:pPr>
              <a:defRPr>
                <a:latin typeface="Calibri"/>
                <a:ea typeface="Calibri"/>
                <a:cs typeface="Calibri"/>
                <a:sym typeface="Calibri"/>
              </a:defRPr>
            </a:pPr>
            <a:r>
              <a:t>Computers are digital devices</a:t>
            </a:r>
          </a:p>
          <a:p>
            <a:pPr>
              <a:defRPr>
                <a:latin typeface="Calibri"/>
                <a:ea typeface="Calibri"/>
                <a:cs typeface="Calibri"/>
                <a:sym typeface="Calibri"/>
              </a:defRPr>
            </a:pPr>
            <a:endParaRPr/>
          </a:p>
          <a:p>
            <a:pPr>
              <a:defRPr>
                <a:latin typeface="Calibri"/>
                <a:ea typeface="Calibri"/>
                <a:cs typeface="Calibri"/>
                <a:sym typeface="Calibri"/>
              </a:defRPr>
            </a:pPr>
            <a:r>
              <a:t>All data stored in a computer is converted to sequence of 0s and 1s; each sequence is called a bit</a:t>
            </a:r>
          </a:p>
          <a:p>
            <a:pPr>
              <a:defRPr>
                <a:latin typeface="Calibri"/>
                <a:ea typeface="Calibri"/>
                <a:cs typeface="Calibri"/>
                <a:sym typeface="Calibri"/>
              </a:defRPr>
            </a:pPr>
            <a:r>
              <a:t>A computer’s memory is divided into tiny storage locations called bytes</a:t>
            </a:r>
          </a:p>
          <a:p>
            <a:pPr>
              <a:defRPr>
                <a:latin typeface="Calibri"/>
                <a:ea typeface="Calibri"/>
                <a:cs typeface="Calibri"/>
                <a:sym typeface="Calibri"/>
              </a:defRPr>
            </a:pPr>
            <a:r>
              <a:t>Eight bits make a byte</a:t>
            </a:r>
          </a:p>
          <a:p>
            <a:pPr>
              <a:defRPr>
                <a:latin typeface="Calibri"/>
                <a:ea typeface="Calibri"/>
                <a:cs typeface="Calibri"/>
                <a:sym typeface="Calibri"/>
              </a:defRPr>
            </a:pPr>
            <a:r>
              <a:t>Combinations of bits, 0s and 1s, are used to represent characters. For example,</a:t>
            </a:r>
          </a:p>
          <a:p>
            <a:pPr>
              <a:defRPr>
                <a:latin typeface="Calibri"/>
                <a:ea typeface="Calibri"/>
                <a:cs typeface="Calibri"/>
                <a:sym typeface="Calibri"/>
              </a:defRPr>
            </a:pPr>
            <a:r>
              <a:t>The character ‘A’ is 65 in ASCII code, which is converted to binary format 1000001</a:t>
            </a:r>
          </a:p>
          <a:p>
            <a:pPr>
              <a:defRPr>
                <a:latin typeface="Calibri"/>
                <a:ea typeface="Calibri"/>
                <a:cs typeface="Calibri"/>
                <a:sym typeface="Calibri"/>
              </a:defRPr>
            </a:pPr>
            <a:r>
              <a:t>When you press ‘A’, 1000001 will be stored in computer’s memory</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9" name="Shape 279"/>
          <p:cNvSpPr>
            <a:spLocks noGrp="1" noRot="1" noChangeAspect="1"/>
          </p:cNvSpPr>
          <p:nvPr>
            <p:ph type="sldImg"/>
          </p:nvPr>
        </p:nvSpPr>
        <p:spPr>
          <a:prstGeom prst="rect">
            <a:avLst/>
          </a:prstGeom>
        </p:spPr>
        <p:txBody>
          <a:bodyPr/>
          <a:lstStyle/>
          <a:p>
            <a:endParaRPr/>
          </a:p>
        </p:txBody>
      </p:sp>
      <p:sp>
        <p:nvSpPr>
          <p:cNvPr id="280" name="Shape 280"/>
          <p:cNvSpPr>
            <a:spLocks noGrp="1"/>
          </p:cNvSpPr>
          <p:nvPr>
            <p:ph type="body" sz="quarter" idx="1"/>
          </p:nvPr>
        </p:nvSpPr>
        <p:spPr>
          <a:prstGeom prst="rect">
            <a:avLst/>
          </a:prstGeom>
        </p:spPr>
        <p:txBody>
          <a:bodyPr/>
          <a:lstStyle/>
          <a:p>
            <a:pPr>
              <a:defRPr>
                <a:latin typeface="Calibri"/>
                <a:ea typeface="Calibri"/>
                <a:cs typeface="Calibri"/>
                <a:sym typeface="Calibri"/>
              </a:defRPr>
            </a:pPr>
            <a:r>
              <a:t>CPU reads instructions written in machine language called instruction set</a:t>
            </a:r>
          </a:p>
          <a:p>
            <a:pPr>
              <a:defRPr>
                <a:latin typeface="Calibri"/>
                <a:ea typeface="Calibri"/>
                <a:cs typeface="Calibri"/>
                <a:sym typeface="Calibri"/>
              </a:defRPr>
            </a:pPr>
            <a:r>
              <a:t>A program will be copied into memory for CPU to execute</a:t>
            </a:r>
          </a:p>
          <a:p>
            <a:pPr>
              <a:defRPr>
                <a:latin typeface="Calibri"/>
                <a:ea typeface="Calibri"/>
                <a:cs typeface="Calibri"/>
                <a:sym typeface="Calibri"/>
              </a:defRPr>
            </a:pPr>
            <a:r>
              <a:t>CPU uses the “fetch-decode-execute” cycle for processing</a:t>
            </a:r>
          </a:p>
          <a:p>
            <a:pPr>
              <a:defRPr>
                <a:latin typeface="Calibri"/>
                <a:ea typeface="Calibri"/>
                <a:cs typeface="Calibri"/>
                <a:sym typeface="Calibri"/>
              </a:defRPr>
            </a:pPr>
            <a:r>
              <a:t>Fetch: Reads instructions from memory</a:t>
            </a:r>
          </a:p>
          <a:p>
            <a:pPr>
              <a:defRPr>
                <a:latin typeface="Calibri"/>
                <a:ea typeface="Calibri"/>
                <a:cs typeface="Calibri"/>
                <a:sym typeface="Calibri"/>
              </a:defRPr>
            </a:pPr>
            <a:r>
              <a:t>Decode: Decodes the instructions that were just read to determine how to perform operations</a:t>
            </a:r>
          </a:p>
          <a:p>
            <a:pPr>
              <a:defRPr>
                <a:latin typeface="Calibri"/>
                <a:ea typeface="Calibri"/>
                <a:cs typeface="Calibri"/>
                <a:sym typeface="Calibri"/>
              </a:defRPr>
            </a:pPr>
            <a:r>
              <a:t>Execute: Actually performs the operations</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4" name="Shape 284"/>
          <p:cNvSpPr>
            <a:spLocks noGrp="1" noRot="1" noChangeAspect="1"/>
          </p:cNvSpPr>
          <p:nvPr>
            <p:ph type="sldImg"/>
          </p:nvPr>
        </p:nvSpPr>
        <p:spPr>
          <a:prstGeom prst="rect">
            <a:avLst/>
          </a:prstGeom>
        </p:spPr>
        <p:txBody>
          <a:bodyPr/>
          <a:lstStyle/>
          <a:p>
            <a:endParaRPr/>
          </a:p>
        </p:txBody>
      </p:sp>
      <p:sp>
        <p:nvSpPr>
          <p:cNvPr id="285" name="Shape 285"/>
          <p:cNvSpPr>
            <a:spLocks noGrp="1"/>
          </p:cNvSpPr>
          <p:nvPr>
            <p:ph type="body" sz="quarter" idx="1"/>
          </p:nvPr>
        </p:nvSpPr>
        <p:spPr>
          <a:prstGeom prst="rect">
            <a:avLst/>
          </a:prstGeom>
        </p:spPr>
        <p:txBody>
          <a:bodyPr/>
          <a:lstStyle/>
          <a:p>
            <a:pPr>
              <a:defRPr>
                <a:latin typeface="Calibri"/>
                <a:ea typeface="Calibri"/>
                <a:cs typeface="Calibri"/>
                <a:sym typeface="Calibri"/>
              </a:defRPr>
            </a:pPr>
            <a:r>
              <a:rPr lang="en-AU" dirty="0"/>
              <a:t>These code segments </a:t>
            </a:r>
            <a:r>
              <a:rPr lang="en-AU" b="1" dirty="0"/>
              <a:t>do the same thing!</a:t>
            </a:r>
          </a:p>
          <a:p>
            <a:pPr>
              <a:defRPr>
                <a:latin typeface="Calibri"/>
                <a:ea typeface="Calibri"/>
                <a:cs typeface="Calibri"/>
                <a:sym typeface="Calibri"/>
              </a:defRPr>
            </a:pPr>
            <a:endParaRPr lang="en-AU" dirty="0"/>
          </a:p>
          <a:p>
            <a:pPr marL="171450" indent="-171450">
              <a:buFont typeface="Arial" panose="020B0604020202020204" pitchFamily="34" charset="0"/>
              <a:buChar char="•"/>
              <a:defRPr>
                <a:latin typeface="Calibri"/>
                <a:ea typeface="Calibri"/>
                <a:cs typeface="Calibri"/>
                <a:sym typeface="Calibri"/>
              </a:defRPr>
            </a:pPr>
            <a:r>
              <a:rPr lang="en-AU" dirty="0"/>
              <a:t>Notice same number of line for Machine Code and Assembly.</a:t>
            </a:r>
          </a:p>
          <a:p>
            <a:pPr marL="171450" indent="-171450">
              <a:buFont typeface="Arial" panose="020B0604020202020204" pitchFamily="34" charset="0"/>
              <a:buChar char="•"/>
              <a:defRPr>
                <a:latin typeface="Calibri"/>
                <a:ea typeface="Calibri"/>
                <a:cs typeface="Calibri"/>
                <a:sym typeface="Calibri"/>
              </a:defRPr>
            </a:pPr>
            <a:r>
              <a:rPr lang="en-AU" dirty="0"/>
              <a:t>Notice the high-level language one line, easier to read.</a:t>
            </a:r>
          </a:p>
          <a:p>
            <a:pPr>
              <a:defRPr>
                <a:latin typeface="Calibri"/>
                <a:ea typeface="Calibri"/>
                <a:cs typeface="Calibri"/>
                <a:sym typeface="Calibri"/>
              </a:defRPr>
            </a:pPr>
            <a:endParaRPr lang="en-AU" dirty="0"/>
          </a:p>
          <a:p>
            <a:pPr>
              <a:defRPr>
                <a:latin typeface="Calibri"/>
                <a:ea typeface="Calibri"/>
                <a:cs typeface="Calibri"/>
                <a:sym typeface="Calibri"/>
              </a:defRPr>
            </a:pPr>
            <a:r>
              <a:rPr dirty="0"/>
              <a:t>Machine languages: sequences of 0s and 1s</a:t>
            </a:r>
          </a:p>
          <a:p>
            <a:pPr>
              <a:defRPr>
                <a:latin typeface="Calibri"/>
                <a:ea typeface="Calibri"/>
                <a:cs typeface="Calibri"/>
                <a:sym typeface="Calibri"/>
              </a:defRPr>
            </a:pPr>
            <a:endParaRPr lang="en-AU" dirty="0"/>
          </a:p>
          <a:p>
            <a:pPr>
              <a:defRPr>
                <a:latin typeface="Calibri"/>
                <a:ea typeface="Calibri"/>
                <a:cs typeface="Calibri"/>
                <a:sym typeface="Calibri"/>
              </a:defRPr>
            </a:pPr>
            <a:r>
              <a:rPr dirty="0"/>
              <a:t>Assembly languages: use short words known as “mnemonics” to write program</a:t>
            </a:r>
            <a:r>
              <a:rPr lang="en-AU" dirty="0"/>
              <a:t>.  Understand the CPU! Use </a:t>
            </a:r>
            <a:r>
              <a:rPr dirty="0"/>
              <a:t>assembler</a:t>
            </a:r>
            <a:r>
              <a:rPr lang="en-AU" dirty="0"/>
              <a:t> to convert into Machine code</a:t>
            </a:r>
          </a:p>
          <a:p>
            <a:pPr>
              <a:defRPr>
                <a:latin typeface="Calibri"/>
                <a:ea typeface="Calibri"/>
                <a:cs typeface="Calibri"/>
                <a:sym typeface="Calibri"/>
              </a:defRPr>
            </a:pPr>
            <a:endParaRPr dirty="0"/>
          </a:p>
          <a:p>
            <a:pPr>
              <a:defRPr>
                <a:latin typeface="Calibri"/>
                <a:ea typeface="Calibri"/>
                <a:cs typeface="Calibri"/>
                <a:sym typeface="Calibri"/>
              </a:defRPr>
            </a:pPr>
            <a:r>
              <a:rPr dirty="0"/>
              <a:t>High-level languages: more human readable languages that allow programmers to create programs without knowing how CPU works.</a:t>
            </a:r>
            <a:r>
              <a:rPr lang="en-AU" dirty="0"/>
              <a:t> </a:t>
            </a:r>
            <a:r>
              <a:rPr dirty="0"/>
              <a:t>Modern languages are high-level</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2" name="Shape 322"/>
          <p:cNvSpPr>
            <a:spLocks noGrp="1" noRot="1" noChangeAspect="1"/>
          </p:cNvSpPr>
          <p:nvPr>
            <p:ph type="sldImg"/>
          </p:nvPr>
        </p:nvSpPr>
        <p:spPr>
          <a:prstGeom prst="rect">
            <a:avLst/>
          </a:prstGeom>
        </p:spPr>
        <p:txBody>
          <a:bodyPr/>
          <a:lstStyle/>
          <a:p>
            <a:endParaRPr/>
          </a:p>
        </p:txBody>
      </p:sp>
      <p:sp>
        <p:nvSpPr>
          <p:cNvPr id="323" name="Shape 323"/>
          <p:cNvSpPr>
            <a:spLocks noGrp="1"/>
          </p:cNvSpPr>
          <p:nvPr>
            <p:ph type="body" sz="quarter" idx="1"/>
          </p:nvPr>
        </p:nvSpPr>
        <p:spPr>
          <a:prstGeom prst="rect">
            <a:avLst/>
          </a:prstGeom>
        </p:spPr>
        <p:txBody>
          <a:bodyPr/>
          <a:lstStyle/>
          <a:p>
            <a:pPr>
              <a:defRPr>
                <a:latin typeface="Calibri"/>
                <a:ea typeface="Calibri"/>
                <a:cs typeface="Calibri"/>
                <a:sym typeface="Calibri"/>
              </a:defRPr>
            </a:pPr>
            <a:r>
              <a:rPr dirty="0"/>
              <a:t>A compiler translates a high-level language program to a separate machine program for CPU to read and execute</a:t>
            </a:r>
          </a:p>
          <a:p>
            <a:pPr>
              <a:defRPr>
                <a:latin typeface="Calibri"/>
                <a:ea typeface="Calibri"/>
                <a:cs typeface="Calibri"/>
                <a:sym typeface="Calibri"/>
              </a:defRPr>
            </a:pPr>
            <a:endParaRPr lang="en-AU" dirty="0"/>
          </a:p>
          <a:p>
            <a:pPr marL="0" marR="0" lvl="0" indent="0" defTabSz="914400" eaLnBrk="1" fontAlgn="auto" latinLnBrk="0" hangingPunct="1">
              <a:lnSpc>
                <a:spcPct val="100000"/>
              </a:lnSpc>
              <a:spcBef>
                <a:spcPts val="400"/>
              </a:spcBef>
              <a:spcAft>
                <a:spcPts val="0"/>
              </a:spcAft>
              <a:buClrTx/>
              <a:buSzTx/>
              <a:buFontTx/>
              <a:buNone/>
              <a:tabLst/>
              <a:defRPr>
                <a:latin typeface="Calibri"/>
                <a:ea typeface="Calibri"/>
                <a:cs typeface="Calibri"/>
                <a:sym typeface="Calibri"/>
              </a:defRPr>
            </a:pPr>
            <a:r>
              <a:rPr lang="en-AU" dirty="0"/>
              <a:t>An interpreter translates one </a:t>
            </a:r>
            <a:r>
              <a:rPr lang="en-AU" dirty="0" err="1"/>
              <a:t>lne</a:t>
            </a:r>
            <a:r>
              <a:rPr lang="en-AU" dirty="0"/>
              <a:t> of  a high-level language program to machine code for CPU to read and execute and then repeats the process for the next line</a:t>
            </a:r>
          </a:p>
          <a:p>
            <a:pPr>
              <a:defRPr>
                <a:latin typeface="Calibri"/>
                <a:ea typeface="Calibri"/>
                <a:cs typeface="Calibri"/>
                <a:sym typeface="Calibri"/>
              </a:defRPr>
            </a:pPr>
            <a:endParaRPr lang="en-AU" dirty="0"/>
          </a:p>
          <a:p>
            <a:pPr>
              <a:defRPr>
                <a:latin typeface="Calibri"/>
                <a:ea typeface="Calibri"/>
                <a:cs typeface="Calibri"/>
                <a:sym typeface="Calibri"/>
              </a:defRPr>
            </a:pPr>
            <a:r>
              <a:rPr dirty="0"/>
              <a:t>Source code: the statements a programmer writes in a high-level language</a:t>
            </a:r>
            <a:endParaRPr lang="en-AU" dirty="0"/>
          </a:p>
          <a:p>
            <a:pPr>
              <a:defRPr>
                <a:latin typeface="Calibri"/>
                <a:ea typeface="Calibri"/>
                <a:cs typeface="Calibri"/>
                <a:sym typeface="Calibri"/>
              </a:defRPr>
            </a:pPr>
            <a:r>
              <a:rPr dirty="0"/>
              <a:t>Compilation: translates a text-based source code to binary codes</a:t>
            </a:r>
            <a:r>
              <a:rPr lang="en-AU" dirty="0"/>
              <a:t>.  Examples include C, C++, C Sharp</a:t>
            </a:r>
          </a:p>
          <a:p>
            <a:pPr>
              <a:defRPr>
                <a:latin typeface="Calibri"/>
                <a:ea typeface="Calibri"/>
                <a:cs typeface="Calibri"/>
                <a:sym typeface="Calibri"/>
              </a:defRPr>
            </a:pPr>
            <a:endParaRPr dirty="0"/>
          </a:p>
          <a:p>
            <a:pPr>
              <a:defRPr>
                <a:latin typeface="Calibri"/>
                <a:ea typeface="Calibri"/>
                <a:cs typeface="Calibri"/>
                <a:sym typeface="Calibri"/>
              </a:defRPr>
            </a:pPr>
            <a:r>
              <a:rPr dirty="0"/>
              <a:t>Interpreter reads, translates, and executes the instructions of a high-level language program</a:t>
            </a:r>
          </a:p>
          <a:p>
            <a:pPr>
              <a:defRPr>
                <a:latin typeface="Calibri"/>
                <a:ea typeface="Calibri"/>
                <a:cs typeface="Calibri"/>
                <a:sym typeface="Calibri"/>
              </a:defRPr>
            </a:pPr>
            <a:r>
              <a:rPr dirty="0"/>
              <a:t>Examples are PHP, Perl, Python, </a:t>
            </a:r>
            <a:r>
              <a:rPr lang="en-AU" dirty="0"/>
              <a:t>etc</a:t>
            </a:r>
            <a:endParaRPr u="sng" dirty="0">
              <a:solidFill>
                <a:srgbClr val="0000FF"/>
              </a:solidFill>
              <a:uFill>
                <a:solidFill>
                  <a:srgbClr val="0000FF"/>
                </a:solidFill>
              </a:uFill>
              <a:hlinkClick r:id="rId3"/>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defTabSz="914400" eaLnBrk="1" fontAlgn="auto" latinLnBrk="0" hangingPunct="1">
              <a:lnSpc>
                <a:spcPct val="100000"/>
              </a:lnSpc>
              <a:spcBef>
                <a:spcPts val="400"/>
              </a:spcBef>
              <a:spcAft>
                <a:spcPts val="0"/>
              </a:spcAft>
              <a:buClrTx/>
              <a:buSzTx/>
              <a:buFontTx/>
              <a:buNone/>
              <a:tabLst/>
              <a:defRPr/>
            </a:pPr>
            <a:r>
              <a:rPr lang="en-AU" sz="1200" dirty="0">
                <a:effectLst/>
                <a:latin typeface="+mj-lt"/>
                <a:ea typeface="+mj-ea"/>
                <a:cs typeface="+mj-cs"/>
                <a:sym typeface="Arial"/>
              </a:rPr>
              <a:t>What we thought we would do the very first week of the class, is consider exactly what it means to solve problems. And let me propose that this is programming. </a:t>
            </a:r>
          </a:p>
          <a:p>
            <a:pPr marL="0" marR="0" lvl="0" indent="0" defTabSz="914400" eaLnBrk="1" fontAlgn="auto" latinLnBrk="0" hangingPunct="1">
              <a:lnSpc>
                <a:spcPct val="100000"/>
              </a:lnSpc>
              <a:spcBef>
                <a:spcPts val="400"/>
              </a:spcBef>
              <a:spcAft>
                <a:spcPts val="0"/>
              </a:spcAft>
              <a:buClrTx/>
              <a:buSzTx/>
              <a:buFontTx/>
              <a:buNone/>
              <a:tabLst/>
              <a:defRPr/>
            </a:pPr>
            <a:endParaRPr lang="en-AU" sz="1200" dirty="0">
              <a:effectLst/>
              <a:latin typeface="+mj-lt"/>
              <a:ea typeface="+mj-ea"/>
              <a:cs typeface="+mj-cs"/>
              <a:sym typeface="Arial"/>
            </a:endParaRPr>
          </a:p>
          <a:p>
            <a:pPr marL="0" marR="0" lvl="0" indent="0" defTabSz="914400" eaLnBrk="1" fontAlgn="auto" latinLnBrk="0" hangingPunct="1">
              <a:lnSpc>
                <a:spcPct val="100000"/>
              </a:lnSpc>
              <a:spcBef>
                <a:spcPts val="400"/>
              </a:spcBef>
              <a:spcAft>
                <a:spcPts val="0"/>
              </a:spcAft>
              <a:buClrTx/>
              <a:buSzTx/>
              <a:buFontTx/>
              <a:buNone/>
              <a:tabLst/>
              <a:defRPr/>
            </a:pPr>
            <a:r>
              <a:rPr lang="en-AU" sz="1200" dirty="0">
                <a:effectLst/>
                <a:latin typeface="+mj-lt"/>
                <a:ea typeface="+mj-ea"/>
                <a:cs typeface="+mj-cs"/>
                <a:sym typeface="Arial"/>
              </a:rPr>
              <a:t>This is problem solving. You have some input, which is the problem you care about that you want to solve, and you care about the solution to that problem, which is the so-called output. </a:t>
            </a:r>
          </a:p>
          <a:p>
            <a:pPr marL="0" marR="0" lvl="0" indent="0" defTabSz="914400" eaLnBrk="1" fontAlgn="auto" latinLnBrk="0" hangingPunct="1">
              <a:lnSpc>
                <a:spcPct val="100000"/>
              </a:lnSpc>
              <a:spcBef>
                <a:spcPts val="400"/>
              </a:spcBef>
              <a:spcAft>
                <a:spcPts val="0"/>
              </a:spcAft>
              <a:buClrTx/>
              <a:buSzTx/>
              <a:buFontTx/>
              <a:buNone/>
              <a:tabLst/>
              <a:defRPr/>
            </a:pPr>
            <a:endParaRPr lang="en-AU" sz="1200" dirty="0">
              <a:effectLst/>
              <a:latin typeface="+mj-lt"/>
              <a:ea typeface="+mj-ea"/>
              <a:cs typeface="+mj-cs"/>
              <a:sym typeface="Arial"/>
            </a:endParaRPr>
          </a:p>
          <a:p>
            <a:pPr marL="0" marR="0" lvl="0" indent="0" defTabSz="914400" eaLnBrk="1" fontAlgn="auto" latinLnBrk="0" hangingPunct="1">
              <a:lnSpc>
                <a:spcPct val="100000"/>
              </a:lnSpc>
              <a:spcBef>
                <a:spcPts val="400"/>
              </a:spcBef>
              <a:spcAft>
                <a:spcPts val="0"/>
              </a:spcAft>
              <a:buClrTx/>
              <a:buSzTx/>
              <a:buFontTx/>
              <a:buNone/>
              <a:tabLst/>
              <a:defRPr/>
            </a:pPr>
            <a:r>
              <a:rPr lang="en-AU" sz="1200" dirty="0">
                <a:effectLst/>
                <a:latin typeface="+mj-lt"/>
                <a:ea typeface="+mj-ea"/>
                <a:cs typeface="+mj-cs"/>
                <a:sym typeface="Arial"/>
              </a:rPr>
              <a:t>And in between that input and output is this black box of sorts, inside of which is the magic that happens, the magic that you'll eventually be able to harness and compel computers to solve problems for you. Inside of that black box, ultimately, is going to be the code that you write. </a:t>
            </a:r>
            <a:endParaRPr lang="en-AU" dirty="0">
              <a:effectLst/>
            </a:endParaRPr>
          </a:p>
          <a:p>
            <a:pPr marL="0" marR="0" lvl="0" indent="0" defTabSz="914400" eaLnBrk="1" fontAlgn="auto" latinLnBrk="0" hangingPunct="1">
              <a:lnSpc>
                <a:spcPct val="100000"/>
              </a:lnSpc>
              <a:spcBef>
                <a:spcPts val="400"/>
              </a:spcBef>
              <a:spcAft>
                <a:spcPts val="0"/>
              </a:spcAft>
              <a:buClrTx/>
              <a:buSzTx/>
              <a:buFontTx/>
              <a:buNone/>
              <a:tabLst/>
              <a:defRPr/>
            </a:pPr>
            <a:endParaRPr lang="en-AU" dirty="0"/>
          </a:p>
        </p:txBody>
      </p:sp>
    </p:spTree>
    <p:extLst>
      <p:ext uri="{BB962C8B-B14F-4D97-AF65-F5344CB8AC3E}">
        <p14:creationId xmlns:p14="http://schemas.microsoft.com/office/powerpoint/2010/main" val="168114822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defTabSz="914400" eaLnBrk="1" fontAlgn="auto" latinLnBrk="0" hangingPunct="1">
              <a:lnSpc>
                <a:spcPct val="100000"/>
              </a:lnSpc>
              <a:spcBef>
                <a:spcPts val="400"/>
              </a:spcBef>
              <a:spcAft>
                <a:spcPts val="0"/>
              </a:spcAft>
              <a:buClrTx/>
              <a:buSzTx/>
              <a:buFontTx/>
              <a:buNone/>
              <a:tabLst/>
              <a:defRPr/>
            </a:pPr>
            <a:r>
              <a:rPr lang="en-AU" sz="1200" dirty="0">
                <a:effectLst/>
                <a:latin typeface="+mj-lt"/>
                <a:ea typeface="+mj-ea"/>
                <a:cs typeface="+mj-cs"/>
                <a:sym typeface="Arial"/>
              </a:rPr>
              <a:t>What we thought we would do the very first week of the class, is consider exactly what it means to solve problems. And let me propose that this is programming. </a:t>
            </a:r>
          </a:p>
          <a:p>
            <a:pPr marL="0" marR="0" lvl="0" indent="0" defTabSz="914400" eaLnBrk="1" fontAlgn="auto" latinLnBrk="0" hangingPunct="1">
              <a:lnSpc>
                <a:spcPct val="100000"/>
              </a:lnSpc>
              <a:spcBef>
                <a:spcPts val="400"/>
              </a:spcBef>
              <a:spcAft>
                <a:spcPts val="0"/>
              </a:spcAft>
              <a:buClrTx/>
              <a:buSzTx/>
              <a:buFontTx/>
              <a:buNone/>
              <a:tabLst/>
              <a:defRPr/>
            </a:pPr>
            <a:endParaRPr lang="en-AU" sz="1200" dirty="0">
              <a:effectLst/>
              <a:latin typeface="+mj-lt"/>
              <a:ea typeface="+mj-ea"/>
              <a:cs typeface="+mj-cs"/>
              <a:sym typeface="Arial"/>
            </a:endParaRPr>
          </a:p>
          <a:p>
            <a:pPr marL="0" marR="0" lvl="0" indent="0" defTabSz="914400" eaLnBrk="1" fontAlgn="auto" latinLnBrk="0" hangingPunct="1">
              <a:lnSpc>
                <a:spcPct val="100000"/>
              </a:lnSpc>
              <a:spcBef>
                <a:spcPts val="400"/>
              </a:spcBef>
              <a:spcAft>
                <a:spcPts val="0"/>
              </a:spcAft>
              <a:buClrTx/>
              <a:buSzTx/>
              <a:buFontTx/>
              <a:buNone/>
              <a:tabLst/>
              <a:defRPr/>
            </a:pPr>
            <a:r>
              <a:rPr lang="en-AU" sz="1200" dirty="0">
                <a:effectLst/>
                <a:latin typeface="+mj-lt"/>
                <a:ea typeface="+mj-ea"/>
                <a:cs typeface="+mj-cs"/>
                <a:sym typeface="Arial"/>
              </a:rPr>
              <a:t>This is problem solving. You have some input, which is the problem you care about that you want to solve, and you care about the solution to that problem, which is the so-called output. </a:t>
            </a:r>
          </a:p>
          <a:p>
            <a:pPr marL="0" marR="0" lvl="0" indent="0" defTabSz="914400" eaLnBrk="1" fontAlgn="auto" latinLnBrk="0" hangingPunct="1">
              <a:lnSpc>
                <a:spcPct val="100000"/>
              </a:lnSpc>
              <a:spcBef>
                <a:spcPts val="400"/>
              </a:spcBef>
              <a:spcAft>
                <a:spcPts val="0"/>
              </a:spcAft>
              <a:buClrTx/>
              <a:buSzTx/>
              <a:buFontTx/>
              <a:buNone/>
              <a:tabLst/>
              <a:defRPr/>
            </a:pPr>
            <a:endParaRPr lang="en-AU" sz="1200" dirty="0">
              <a:effectLst/>
              <a:latin typeface="+mj-lt"/>
              <a:ea typeface="+mj-ea"/>
              <a:cs typeface="+mj-cs"/>
              <a:sym typeface="Arial"/>
            </a:endParaRPr>
          </a:p>
          <a:p>
            <a:pPr marL="0" marR="0" lvl="0" indent="0" defTabSz="914400" eaLnBrk="1" fontAlgn="auto" latinLnBrk="0" hangingPunct="1">
              <a:lnSpc>
                <a:spcPct val="100000"/>
              </a:lnSpc>
              <a:spcBef>
                <a:spcPts val="400"/>
              </a:spcBef>
              <a:spcAft>
                <a:spcPts val="0"/>
              </a:spcAft>
              <a:buClrTx/>
              <a:buSzTx/>
              <a:buFontTx/>
              <a:buNone/>
              <a:tabLst/>
              <a:defRPr/>
            </a:pPr>
            <a:r>
              <a:rPr lang="en-AU" sz="1200" dirty="0">
                <a:effectLst/>
                <a:latin typeface="+mj-lt"/>
                <a:ea typeface="+mj-ea"/>
                <a:cs typeface="+mj-cs"/>
                <a:sym typeface="Arial"/>
              </a:rPr>
              <a:t>And in between that input and output is this black box of sorts, inside of which is the magic that happens, the magic that you'll eventually be able to harness and compel computers to solve problems for you. Inside of that black box, ultimately, is going to be the code that you write. </a:t>
            </a:r>
            <a:endParaRPr lang="en-AU" dirty="0">
              <a:effectLst/>
            </a:endParaRPr>
          </a:p>
          <a:p>
            <a:pPr marL="0" marR="0" lvl="0" indent="0" defTabSz="914400" eaLnBrk="1" fontAlgn="auto" latinLnBrk="0" hangingPunct="1">
              <a:lnSpc>
                <a:spcPct val="100000"/>
              </a:lnSpc>
              <a:spcBef>
                <a:spcPts val="400"/>
              </a:spcBef>
              <a:spcAft>
                <a:spcPts val="0"/>
              </a:spcAft>
              <a:buClrTx/>
              <a:buSzTx/>
              <a:buFontTx/>
              <a:buNone/>
              <a:tabLst/>
              <a:defRPr/>
            </a:pPr>
            <a:endParaRPr lang="en-AU" dirty="0"/>
          </a:p>
        </p:txBody>
      </p:sp>
    </p:spTree>
    <p:extLst>
      <p:ext uri="{BB962C8B-B14F-4D97-AF65-F5344CB8AC3E}">
        <p14:creationId xmlns:p14="http://schemas.microsoft.com/office/powerpoint/2010/main" val="110709260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defTabSz="914400" eaLnBrk="1" fontAlgn="auto" latinLnBrk="0" hangingPunct="1">
              <a:lnSpc>
                <a:spcPct val="100000"/>
              </a:lnSpc>
              <a:spcBef>
                <a:spcPts val="400"/>
              </a:spcBef>
              <a:spcAft>
                <a:spcPts val="0"/>
              </a:spcAft>
              <a:buClrTx/>
              <a:buSzTx/>
              <a:buFontTx/>
              <a:buNone/>
              <a:tabLst/>
              <a:defRPr/>
            </a:pPr>
            <a:r>
              <a:rPr lang="en-AU" sz="1200" dirty="0">
                <a:effectLst/>
                <a:latin typeface="+mj-lt"/>
                <a:ea typeface="+mj-ea"/>
                <a:cs typeface="+mj-cs"/>
                <a:sym typeface="Arial"/>
              </a:rPr>
              <a:t>And so inside of this black box is what we would typically describe as algorithms. Algorithms are step by step instructions for solving problems. They don't even have to involve computers. We humans can execute algorithms just by following someone else's instructions. If you've ever prepared something from a cookbook, following a recipe, you are executing an algorithm step by step. </a:t>
            </a:r>
          </a:p>
          <a:p>
            <a:pPr marL="0" marR="0" lvl="0" indent="0" defTabSz="914400" eaLnBrk="1" fontAlgn="auto" latinLnBrk="0" hangingPunct="1">
              <a:lnSpc>
                <a:spcPct val="100000"/>
              </a:lnSpc>
              <a:spcBef>
                <a:spcPts val="400"/>
              </a:spcBef>
              <a:spcAft>
                <a:spcPts val="0"/>
              </a:spcAft>
              <a:buClrTx/>
              <a:buSzTx/>
              <a:buFontTx/>
              <a:buNone/>
              <a:tabLst/>
              <a:defRPr/>
            </a:pPr>
            <a:endParaRPr lang="en-AU" sz="1200" dirty="0">
              <a:effectLst/>
              <a:latin typeface="+mj-lt"/>
              <a:ea typeface="+mj-ea"/>
              <a:cs typeface="+mj-cs"/>
              <a:sym typeface="Arial"/>
            </a:endParaRPr>
          </a:p>
          <a:p>
            <a:pPr marL="0" marR="0" lvl="0" indent="0" defTabSz="914400" eaLnBrk="1" fontAlgn="auto" latinLnBrk="0" hangingPunct="1">
              <a:lnSpc>
                <a:spcPct val="100000"/>
              </a:lnSpc>
              <a:spcBef>
                <a:spcPts val="400"/>
              </a:spcBef>
              <a:spcAft>
                <a:spcPts val="0"/>
              </a:spcAft>
              <a:buClrTx/>
              <a:buSzTx/>
              <a:buFontTx/>
              <a:buNone/>
              <a:tabLst/>
              <a:defRPr/>
            </a:pPr>
            <a:r>
              <a:rPr lang="en-AU" sz="1200" dirty="0">
                <a:effectLst/>
                <a:latin typeface="+mj-lt"/>
                <a:ea typeface="+mj-ea"/>
                <a:cs typeface="+mj-cs"/>
                <a:sym typeface="Arial"/>
              </a:rPr>
              <a:t>But unlike a lot of recipes or unlike a lot of instructions that we humans give to each other, there's no room for ambiguity in computers. Computers' algorithms, when implemented by machines, they really have to be not only correct so that you get the right outputs that you care about, but they also need to be precise. You need to be ever so precise, because unlike we humans who can kind of like read between the lines and, yeah, I get what you mean, computers are going to take you literally. </a:t>
            </a:r>
          </a:p>
          <a:p>
            <a:pPr marL="0" marR="0" lvl="0" indent="0" defTabSz="914400" eaLnBrk="1" fontAlgn="auto" latinLnBrk="0" hangingPunct="1">
              <a:lnSpc>
                <a:spcPct val="100000"/>
              </a:lnSpc>
              <a:spcBef>
                <a:spcPts val="400"/>
              </a:spcBef>
              <a:spcAft>
                <a:spcPts val="0"/>
              </a:spcAft>
              <a:buClrTx/>
              <a:buSzTx/>
              <a:buFontTx/>
              <a:buNone/>
              <a:tabLst/>
              <a:defRPr/>
            </a:pPr>
            <a:endParaRPr lang="en-AU" sz="1200" dirty="0">
              <a:effectLst/>
              <a:latin typeface="+mj-lt"/>
              <a:ea typeface="+mj-ea"/>
              <a:cs typeface="+mj-cs"/>
              <a:sym typeface="Arial"/>
            </a:endParaRPr>
          </a:p>
          <a:p>
            <a:pPr marL="0" marR="0" lvl="0" indent="0" defTabSz="914400" eaLnBrk="1" fontAlgn="auto" latinLnBrk="0" hangingPunct="1">
              <a:lnSpc>
                <a:spcPct val="100000"/>
              </a:lnSpc>
              <a:spcBef>
                <a:spcPts val="400"/>
              </a:spcBef>
              <a:spcAft>
                <a:spcPts val="0"/>
              </a:spcAft>
              <a:buClrTx/>
              <a:buSzTx/>
              <a:buFontTx/>
              <a:buNone/>
              <a:tabLst/>
              <a:defRPr/>
            </a:pPr>
            <a:r>
              <a:rPr lang="en-AU" sz="1200" dirty="0">
                <a:effectLst/>
                <a:latin typeface="+mj-lt"/>
                <a:ea typeface="+mj-ea"/>
                <a:cs typeface="+mj-cs"/>
                <a:sym typeface="Arial"/>
              </a:rPr>
              <a:t>And so when programming a computer, that is, translating an algorithm, step by step instructions, into some language the computer understands, the onus is on you to make sure that the computer cannot misinterpret what you want. </a:t>
            </a:r>
            <a:endParaRPr lang="en-AU" dirty="0">
              <a:effectLst/>
            </a:endParaRPr>
          </a:p>
          <a:p>
            <a:endParaRPr lang="en-AU" dirty="0"/>
          </a:p>
        </p:txBody>
      </p:sp>
    </p:spTree>
    <p:extLst>
      <p:ext uri="{BB962C8B-B14F-4D97-AF65-F5344CB8AC3E}">
        <p14:creationId xmlns:p14="http://schemas.microsoft.com/office/powerpoint/2010/main" val="101903683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defTabSz="914400" eaLnBrk="1" fontAlgn="auto" latinLnBrk="0" hangingPunct="1">
              <a:lnSpc>
                <a:spcPct val="100000"/>
              </a:lnSpc>
              <a:spcBef>
                <a:spcPts val="400"/>
              </a:spcBef>
              <a:spcAft>
                <a:spcPts val="0"/>
              </a:spcAft>
              <a:buClrTx/>
              <a:buSzTx/>
              <a:buFontTx/>
              <a:buNone/>
              <a:tabLst/>
              <a:defRPr/>
            </a:pPr>
            <a:r>
              <a:rPr lang="en-AU" sz="1200" dirty="0">
                <a:effectLst/>
                <a:latin typeface="+mj-lt"/>
                <a:ea typeface="+mj-ea"/>
                <a:cs typeface="+mj-cs"/>
                <a:sym typeface="Arial"/>
              </a:rPr>
              <a:t>There's a whole bunch of words with definitions in a dictionary.</a:t>
            </a:r>
          </a:p>
          <a:p>
            <a:pPr marL="0" marR="0" lvl="0" indent="0" defTabSz="914400" eaLnBrk="1" fontAlgn="auto" latinLnBrk="0" hangingPunct="1">
              <a:lnSpc>
                <a:spcPct val="100000"/>
              </a:lnSpc>
              <a:spcBef>
                <a:spcPts val="400"/>
              </a:spcBef>
              <a:spcAft>
                <a:spcPts val="0"/>
              </a:spcAft>
              <a:buClrTx/>
              <a:buSzTx/>
              <a:buFontTx/>
              <a:buNone/>
              <a:tabLst/>
              <a:defRPr/>
            </a:pPr>
            <a:endParaRPr lang="en-AU" sz="1200" dirty="0">
              <a:effectLst/>
              <a:latin typeface="+mj-lt"/>
              <a:ea typeface="+mj-ea"/>
              <a:cs typeface="+mj-cs"/>
              <a:sym typeface="Arial"/>
            </a:endParaRPr>
          </a:p>
          <a:p>
            <a:pPr marL="0" marR="0" lvl="0" indent="0" defTabSz="914400" eaLnBrk="1" fontAlgn="auto" latinLnBrk="0" hangingPunct="1">
              <a:lnSpc>
                <a:spcPct val="100000"/>
              </a:lnSpc>
              <a:spcBef>
                <a:spcPts val="400"/>
              </a:spcBef>
              <a:spcAft>
                <a:spcPts val="0"/>
              </a:spcAft>
              <a:buClrTx/>
              <a:buSzTx/>
              <a:buFontTx/>
              <a:buNone/>
              <a:tabLst/>
              <a:defRPr/>
            </a:pPr>
            <a:endParaRPr lang="en-AU" dirty="0">
              <a:effectLst/>
            </a:endParaRPr>
          </a:p>
          <a:p>
            <a:pPr marL="0" marR="0" lvl="0" indent="0" defTabSz="914400" eaLnBrk="1" fontAlgn="auto" latinLnBrk="0" hangingPunct="1">
              <a:lnSpc>
                <a:spcPct val="100000"/>
              </a:lnSpc>
              <a:spcBef>
                <a:spcPts val="400"/>
              </a:spcBef>
              <a:spcAft>
                <a:spcPts val="0"/>
              </a:spcAft>
              <a:buClrTx/>
              <a:buSzTx/>
              <a:buFontTx/>
              <a:buNone/>
              <a:tabLst/>
              <a:defRPr/>
            </a:pPr>
            <a:r>
              <a:rPr lang="en-AU" sz="1200" dirty="0">
                <a:effectLst/>
                <a:latin typeface="+mj-lt"/>
                <a:ea typeface="+mj-ea"/>
                <a:cs typeface="+mj-cs"/>
                <a:sym typeface="Arial"/>
              </a:rPr>
              <a:t>So suppose we want to solve a problem. </a:t>
            </a:r>
          </a:p>
          <a:p>
            <a:pPr marL="0" marR="0" lvl="0" indent="0" defTabSz="914400" eaLnBrk="1" fontAlgn="auto" latinLnBrk="0" hangingPunct="1">
              <a:lnSpc>
                <a:spcPct val="100000"/>
              </a:lnSpc>
              <a:spcBef>
                <a:spcPts val="400"/>
              </a:spcBef>
              <a:spcAft>
                <a:spcPts val="0"/>
              </a:spcAft>
              <a:buClrTx/>
              <a:buSzTx/>
              <a:buFontTx/>
              <a:buNone/>
              <a:tabLst/>
              <a:defRPr/>
            </a:pPr>
            <a:endParaRPr lang="en-AU" sz="1200" dirty="0">
              <a:effectLst/>
              <a:latin typeface="+mj-lt"/>
              <a:ea typeface="+mj-ea"/>
              <a:cs typeface="+mj-cs"/>
              <a:sym typeface="Arial"/>
            </a:endParaRPr>
          </a:p>
          <a:p>
            <a:pPr marL="0" marR="0" lvl="0" indent="0" defTabSz="914400" eaLnBrk="1" fontAlgn="auto" latinLnBrk="0" hangingPunct="1">
              <a:lnSpc>
                <a:spcPct val="100000"/>
              </a:lnSpc>
              <a:spcBef>
                <a:spcPts val="400"/>
              </a:spcBef>
              <a:spcAft>
                <a:spcPts val="0"/>
              </a:spcAft>
              <a:buClrTx/>
              <a:buSzTx/>
              <a:buFontTx/>
              <a:buNone/>
              <a:tabLst/>
              <a:defRPr/>
            </a:pPr>
            <a:r>
              <a:rPr lang="en-AU" sz="1200" dirty="0">
                <a:effectLst/>
                <a:latin typeface="+mj-lt"/>
                <a:ea typeface="+mj-ea"/>
                <a:cs typeface="+mj-cs"/>
                <a:sym typeface="Arial"/>
              </a:rPr>
              <a:t>And the input to that problem is not only this phone book, but also the word to look up the definition of.    So say I want find the definition of programming.</a:t>
            </a:r>
          </a:p>
          <a:p>
            <a:pPr marL="0" marR="0" lvl="0" indent="0" defTabSz="914400" eaLnBrk="1" fontAlgn="auto" latinLnBrk="0" hangingPunct="1">
              <a:lnSpc>
                <a:spcPct val="100000"/>
              </a:lnSpc>
              <a:spcBef>
                <a:spcPts val="400"/>
              </a:spcBef>
              <a:spcAft>
                <a:spcPts val="0"/>
              </a:spcAft>
              <a:buClrTx/>
              <a:buSzTx/>
              <a:buFontTx/>
              <a:buNone/>
              <a:tabLst/>
              <a:defRPr/>
            </a:pPr>
            <a:endParaRPr lang="en-AU" sz="1200" dirty="0">
              <a:effectLst/>
              <a:latin typeface="+mj-lt"/>
              <a:ea typeface="+mj-ea"/>
              <a:cs typeface="+mj-cs"/>
              <a:sym typeface="Arial"/>
            </a:endParaRPr>
          </a:p>
          <a:p>
            <a:pPr marL="0" marR="0" lvl="0" indent="0" defTabSz="914400" eaLnBrk="1" fontAlgn="auto" latinLnBrk="0" hangingPunct="1">
              <a:lnSpc>
                <a:spcPct val="100000"/>
              </a:lnSpc>
              <a:spcBef>
                <a:spcPts val="400"/>
              </a:spcBef>
              <a:spcAft>
                <a:spcPts val="0"/>
              </a:spcAft>
              <a:buClrTx/>
              <a:buSzTx/>
              <a:buFontTx/>
              <a:buNone/>
              <a:tabLst/>
              <a:defRPr/>
            </a:pPr>
            <a:r>
              <a:rPr lang="en-AU" sz="1200" dirty="0">
                <a:effectLst/>
                <a:latin typeface="+mj-lt"/>
                <a:ea typeface="+mj-ea"/>
                <a:cs typeface="+mj-cs"/>
                <a:sym typeface="Arial"/>
              </a:rPr>
              <a:t>If I want to look the definition,  you might open up this book and start looking for Virtual. I don't see “programming” on the first page, so I move on to the second. I don't see “programming” there, so I move on to the third. I don't see “programming” there so I move on to the fourth. And so forth, one page at a time, looking for the word virtual.</a:t>
            </a:r>
          </a:p>
          <a:p>
            <a:pPr marL="0" marR="0" lvl="0" indent="0" defTabSz="914400" eaLnBrk="1" fontAlgn="auto" latinLnBrk="0" hangingPunct="1">
              <a:lnSpc>
                <a:spcPct val="100000"/>
              </a:lnSpc>
              <a:spcBef>
                <a:spcPts val="400"/>
              </a:spcBef>
              <a:spcAft>
                <a:spcPts val="0"/>
              </a:spcAft>
              <a:buClrTx/>
              <a:buSzTx/>
              <a:buFontTx/>
              <a:buNone/>
              <a:tabLst/>
              <a:defRPr/>
            </a:pPr>
            <a:endParaRPr lang="en-AU" sz="1200" dirty="0">
              <a:effectLst/>
              <a:latin typeface="+mj-lt"/>
              <a:ea typeface="+mj-ea"/>
              <a:cs typeface="+mj-cs"/>
              <a:sym typeface="Arial"/>
            </a:endParaRPr>
          </a:p>
          <a:p>
            <a:endParaRPr lang="en-AU" dirty="0"/>
          </a:p>
        </p:txBody>
      </p:sp>
    </p:spTree>
    <p:extLst>
      <p:ext uri="{BB962C8B-B14F-4D97-AF65-F5344CB8AC3E}">
        <p14:creationId xmlns:p14="http://schemas.microsoft.com/office/powerpoint/2010/main" val="233105294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defTabSz="914400" eaLnBrk="1" fontAlgn="auto" latinLnBrk="0" hangingPunct="1">
              <a:lnSpc>
                <a:spcPct val="100000"/>
              </a:lnSpc>
              <a:spcBef>
                <a:spcPts val="400"/>
              </a:spcBef>
              <a:spcAft>
                <a:spcPts val="0"/>
              </a:spcAft>
              <a:buClrTx/>
              <a:buSzTx/>
              <a:buFontTx/>
              <a:buNone/>
              <a:tabLst/>
              <a:defRPr/>
            </a:pPr>
            <a:r>
              <a:rPr lang="en-AU" sz="1200" dirty="0">
                <a:effectLst/>
                <a:latin typeface="+mj-lt"/>
                <a:ea typeface="+mj-ea"/>
                <a:cs typeface="+mj-cs"/>
                <a:sym typeface="Arial"/>
              </a:rPr>
              <a:t>All right. So it looks like the algorithm is indeed correct, but it's terribly, terribly slow. </a:t>
            </a:r>
          </a:p>
          <a:p>
            <a:pPr marL="0" marR="0" lvl="0" indent="0" defTabSz="914400" eaLnBrk="1" fontAlgn="auto" latinLnBrk="0" hangingPunct="1">
              <a:lnSpc>
                <a:spcPct val="100000"/>
              </a:lnSpc>
              <a:spcBef>
                <a:spcPts val="400"/>
              </a:spcBef>
              <a:spcAft>
                <a:spcPts val="0"/>
              </a:spcAft>
              <a:buClrTx/>
              <a:buSzTx/>
              <a:buFontTx/>
              <a:buNone/>
              <a:tabLst/>
              <a:defRPr/>
            </a:pPr>
            <a:endParaRPr lang="en-AU" sz="1200" dirty="0">
              <a:effectLst/>
              <a:latin typeface="+mj-lt"/>
              <a:ea typeface="+mj-ea"/>
              <a:cs typeface="+mj-cs"/>
              <a:sym typeface="Arial"/>
            </a:endParaRPr>
          </a:p>
          <a:p>
            <a:pPr marL="0" marR="0" lvl="0" indent="0" defTabSz="914400" eaLnBrk="1" fontAlgn="auto" latinLnBrk="0" hangingPunct="1">
              <a:lnSpc>
                <a:spcPct val="100000"/>
              </a:lnSpc>
              <a:spcBef>
                <a:spcPts val="400"/>
              </a:spcBef>
              <a:spcAft>
                <a:spcPts val="0"/>
              </a:spcAft>
              <a:buClrTx/>
              <a:buSzTx/>
              <a:buFontTx/>
              <a:buNone/>
              <a:tabLst/>
              <a:defRPr/>
            </a:pPr>
            <a:r>
              <a:rPr lang="en-AU" sz="1200" dirty="0">
                <a:effectLst/>
                <a:latin typeface="+mj-lt"/>
                <a:ea typeface="+mj-ea"/>
                <a:cs typeface="+mj-cs"/>
                <a:sym typeface="Arial"/>
              </a:rPr>
              <a:t>How well designed is the algorithm? This is correct. It's just incredibly, incredibly tedious and slow. But I will find the definition. But, of course, we can do better. </a:t>
            </a:r>
            <a:endParaRPr lang="en-AU" dirty="0"/>
          </a:p>
        </p:txBody>
      </p:sp>
    </p:spTree>
    <p:extLst>
      <p:ext uri="{BB962C8B-B14F-4D97-AF65-F5344CB8AC3E}">
        <p14:creationId xmlns:p14="http://schemas.microsoft.com/office/powerpoint/2010/main" val="288665501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defTabSz="914400" eaLnBrk="1" fontAlgn="auto" latinLnBrk="0" hangingPunct="1">
              <a:lnSpc>
                <a:spcPct val="100000"/>
              </a:lnSpc>
              <a:spcBef>
                <a:spcPts val="400"/>
              </a:spcBef>
              <a:spcAft>
                <a:spcPts val="0"/>
              </a:spcAft>
              <a:buClrTx/>
              <a:buSzTx/>
              <a:buFontTx/>
              <a:buNone/>
              <a:tabLst/>
              <a:defRPr/>
            </a:pPr>
            <a:r>
              <a:rPr lang="en-AU" sz="1200" dirty="0">
                <a:effectLst/>
                <a:latin typeface="+mj-lt"/>
                <a:ea typeface="+mj-ea"/>
                <a:cs typeface="+mj-cs"/>
                <a:sym typeface="Arial"/>
              </a:rPr>
              <a:t>I might skip my name on a page. And let me ask a follow up question. Can I fix this? Do I have to throw out the whole algorithm or can we at least fix this problem, do you think? </a:t>
            </a:r>
          </a:p>
          <a:p>
            <a:pPr marL="0" marR="0" lvl="0" indent="0" defTabSz="914400" eaLnBrk="1" fontAlgn="auto" latinLnBrk="0" hangingPunct="1">
              <a:lnSpc>
                <a:spcPct val="100000"/>
              </a:lnSpc>
              <a:spcBef>
                <a:spcPts val="400"/>
              </a:spcBef>
              <a:spcAft>
                <a:spcPts val="0"/>
              </a:spcAft>
              <a:buClrTx/>
              <a:buSzTx/>
              <a:buFontTx/>
              <a:buNone/>
              <a:tabLst/>
              <a:defRPr/>
            </a:pPr>
            <a:endParaRPr lang="en-AU" sz="1200" dirty="0">
              <a:effectLst/>
              <a:latin typeface="+mj-lt"/>
              <a:ea typeface="+mj-ea"/>
              <a:cs typeface="+mj-cs"/>
              <a:sym typeface="Arial"/>
            </a:endParaRPr>
          </a:p>
          <a:p>
            <a:pPr marL="0" marR="0" lvl="0" indent="0" defTabSz="914400" eaLnBrk="1" fontAlgn="auto" latinLnBrk="0" hangingPunct="1">
              <a:lnSpc>
                <a:spcPct val="100000"/>
              </a:lnSpc>
              <a:spcBef>
                <a:spcPts val="400"/>
              </a:spcBef>
              <a:spcAft>
                <a:spcPts val="0"/>
              </a:spcAft>
              <a:buClrTx/>
              <a:buSzTx/>
              <a:buFontTx/>
              <a:buNone/>
              <a:tabLst/>
              <a:defRPr/>
            </a:pPr>
            <a:r>
              <a:rPr lang="en-AU" sz="1200" dirty="0">
                <a:effectLst/>
                <a:latin typeface="+mj-lt"/>
                <a:ea typeface="+mj-ea"/>
                <a:cs typeface="+mj-cs"/>
                <a:sym typeface="Arial"/>
              </a:rPr>
              <a:t>I don't think we have to completely sacrifice the idea of speeding up this algorithm by moving twice as fast.  If I go too far-- maybe I get to the Q section, which is one letter too late-- I should at least double back one page. </a:t>
            </a:r>
          </a:p>
          <a:p>
            <a:pPr marL="0" marR="0" lvl="0" indent="0" defTabSz="914400" eaLnBrk="1" fontAlgn="auto" latinLnBrk="0" hangingPunct="1">
              <a:lnSpc>
                <a:spcPct val="100000"/>
              </a:lnSpc>
              <a:spcBef>
                <a:spcPts val="400"/>
              </a:spcBef>
              <a:spcAft>
                <a:spcPts val="0"/>
              </a:spcAft>
              <a:buClrTx/>
              <a:buSzTx/>
              <a:buFontTx/>
              <a:buNone/>
              <a:tabLst/>
              <a:defRPr/>
            </a:pPr>
            <a:endParaRPr lang="en-AU" sz="1200" dirty="0">
              <a:effectLst/>
              <a:latin typeface="+mj-lt"/>
              <a:ea typeface="+mj-ea"/>
              <a:cs typeface="+mj-cs"/>
              <a:sym typeface="Arial"/>
            </a:endParaRPr>
          </a:p>
          <a:p>
            <a:r>
              <a:rPr lang="en-AU" sz="1200" dirty="0">
                <a:effectLst/>
                <a:latin typeface="+mj-lt"/>
                <a:ea typeface="+mj-ea"/>
                <a:cs typeface="+mj-cs"/>
                <a:sym typeface="Arial"/>
              </a:rPr>
              <a:t>But thanks to the alphabetization of the dictionary, I can be smarter.    I'm looking for. But I can decide it's to the left or to the right. I know P comes after M. And so now I can go to the left. And you know what's interesting here, is that I can use that exact same algorithm. I don't have to think any differently. I can apply the same logic, open to the middle of this half of the phone, book and now I see I'm in the S section. So I'm still a little too far. But again, I can tear half the problem away.</a:t>
            </a:r>
          </a:p>
          <a:p>
            <a:endParaRPr lang="en-AU" sz="1200" dirty="0">
              <a:effectLst/>
              <a:latin typeface="+mj-lt"/>
              <a:ea typeface="+mj-ea"/>
              <a:cs typeface="+mj-cs"/>
              <a:sym typeface="Arial"/>
            </a:endParaRPr>
          </a:p>
          <a:p>
            <a:pPr marL="0" marR="0" lvl="0" indent="0" defTabSz="914400" eaLnBrk="1" fontAlgn="auto" latinLnBrk="0" hangingPunct="1">
              <a:lnSpc>
                <a:spcPct val="100000"/>
              </a:lnSpc>
              <a:spcBef>
                <a:spcPts val="400"/>
              </a:spcBef>
              <a:spcAft>
                <a:spcPts val="0"/>
              </a:spcAft>
              <a:buClrTx/>
              <a:buSzTx/>
              <a:buFontTx/>
              <a:buNone/>
              <a:tabLst/>
              <a:defRPr/>
            </a:pPr>
            <a:endParaRPr lang="en-AU" dirty="0">
              <a:effectLst/>
            </a:endParaRPr>
          </a:p>
          <a:p>
            <a:pPr marL="0" marR="0" lvl="0" indent="0" defTabSz="914400" eaLnBrk="1" fontAlgn="auto" latinLnBrk="0" hangingPunct="1">
              <a:lnSpc>
                <a:spcPct val="100000"/>
              </a:lnSpc>
              <a:spcBef>
                <a:spcPts val="400"/>
              </a:spcBef>
              <a:spcAft>
                <a:spcPts val="0"/>
              </a:spcAft>
              <a:buClrTx/>
              <a:buSzTx/>
              <a:buFontTx/>
              <a:buNone/>
              <a:tabLst/>
              <a:defRPr/>
            </a:pPr>
            <a:endParaRPr lang="en-AU" dirty="0">
              <a:effectLst/>
            </a:endParaRPr>
          </a:p>
          <a:p>
            <a:pPr marL="0" marR="0" lvl="0" indent="0" defTabSz="914400" eaLnBrk="1" fontAlgn="auto" latinLnBrk="0" hangingPunct="1">
              <a:lnSpc>
                <a:spcPct val="100000"/>
              </a:lnSpc>
              <a:spcBef>
                <a:spcPts val="400"/>
              </a:spcBef>
              <a:spcAft>
                <a:spcPts val="0"/>
              </a:spcAft>
              <a:buClrTx/>
              <a:buSzTx/>
              <a:buFontTx/>
              <a:buNone/>
              <a:tabLst/>
              <a:defRPr/>
            </a:pPr>
            <a:endParaRPr lang="en-AU" dirty="0">
              <a:effectLst/>
            </a:endParaRPr>
          </a:p>
          <a:p>
            <a:endParaRPr lang="en-AU" dirty="0"/>
          </a:p>
        </p:txBody>
      </p:sp>
    </p:spTree>
    <p:extLst>
      <p:ext uri="{BB962C8B-B14F-4D97-AF65-F5344CB8AC3E}">
        <p14:creationId xmlns:p14="http://schemas.microsoft.com/office/powerpoint/2010/main" val="404868799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sz="1200" dirty="0">
                <a:effectLst/>
                <a:latin typeface="+mj-lt"/>
                <a:ea typeface="+mj-ea"/>
                <a:cs typeface="+mj-cs"/>
                <a:sym typeface="Arial"/>
              </a:rPr>
              <a:t>So when it comes to programming now, we need to translate these things called algorithms to code. Or, in this case, let's call it pseudocode. And in just a bit, we'll focus on an actual programming language, albeit a graphical one. But for now let's just consider some of the constructs or sort of fundamental ideas that are going to be useful to leverage here on out in this class. </a:t>
            </a:r>
            <a:endParaRPr lang="en-AU" dirty="0">
              <a:effectLst/>
            </a:endParaRPr>
          </a:p>
          <a:p>
            <a:pPr marL="0" marR="0" lvl="0" indent="0" defTabSz="914400" eaLnBrk="1" fontAlgn="auto" latinLnBrk="0" hangingPunct="1">
              <a:lnSpc>
                <a:spcPct val="100000"/>
              </a:lnSpc>
              <a:spcBef>
                <a:spcPts val="400"/>
              </a:spcBef>
              <a:spcAft>
                <a:spcPts val="0"/>
              </a:spcAft>
              <a:buClrTx/>
              <a:buSzTx/>
              <a:buFontTx/>
              <a:buNone/>
              <a:tabLst/>
              <a:defRPr/>
            </a:pPr>
            <a:endParaRPr lang="en-AU" dirty="0">
              <a:effectLst/>
            </a:endParaRPr>
          </a:p>
          <a:p>
            <a:pPr marL="0" marR="0" lvl="0" indent="0" defTabSz="914400" eaLnBrk="1" fontAlgn="auto" latinLnBrk="0" hangingPunct="1">
              <a:lnSpc>
                <a:spcPct val="100000"/>
              </a:lnSpc>
              <a:spcBef>
                <a:spcPts val="400"/>
              </a:spcBef>
              <a:spcAft>
                <a:spcPts val="0"/>
              </a:spcAft>
              <a:buClrTx/>
              <a:buSzTx/>
              <a:buFontTx/>
              <a:buNone/>
              <a:tabLst/>
              <a:defRPr/>
            </a:pPr>
            <a:endParaRPr lang="en-AU" dirty="0">
              <a:effectLst/>
            </a:endParaRPr>
          </a:p>
          <a:p>
            <a:endParaRPr lang="en-AU" dirty="0"/>
          </a:p>
        </p:txBody>
      </p:sp>
    </p:spTree>
    <p:extLst>
      <p:ext uri="{BB962C8B-B14F-4D97-AF65-F5344CB8AC3E}">
        <p14:creationId xmlns:p14="http://schemas.microsoft.com/office/powerpoint/2010/main" val="311372055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defTabSz="914400" eaLnBrk="1" fontAlgn="auto" latinLnBrk="0" hangingPunct="1">
              <a:lnSpc>
                <a:spcPct val="100000"/>
              </a:lnSpc>
              <a:spcBef>
                <a:spcPts val="400"/>
              </a:spcBef>
              <a:spcAft>
                <a:spcPts val="0"/>
              </a:spcAft>
              <a:buClrTx/>
              <a:buSzTx/>
              <a:buFontTx/>
              <a:buNone/>
              <a:tabLst/>
              <a:defRPr/>
            </a:pPr>
            <a:r>
              <a:rPr lang="en-AU" sz="1200" dirty="0">
                <a:effectLst/>
                <a:latin typeface="+mj-lt"/>
                <a:ea typeface="+mj-ea"/>
                <a:cs typeface="+mj-cs"/>
                <a:sym typeface="Arial"/>
              </a:rPr>
              <a:t>So when it comes to programming now, we need to translate these things called algorithms to code. Or, in this case, let's call it pseudocode. And in just a bit, we'll focus on an actual programming language, albeit a graphical one. But for now let's just consider some of the constructs or sort of fundamental ideas that are going to be useful to leverage here on out in this class. So let me propose that what I really just did verbally can be translated into pseudocode, which is like an algorithm implemented in English, or whatever your spoken or written language is. But the key is that it's got to be correct, and ideally it had better be precise so that there's no ambiguity. Step one was, indeed, what I did. Pick up phone book. Step two, open to middle of phone book. Step three, look at page. And indeed I did that. And now things got interesting. Step four, if person-- David, in my case-- is on the page, what do I want to do? Well, I should probably call that person. The problem is solved. I've gotten my output, the person's number. But there's another possibility, not if the person's on the page but, rather if the person is earlier in the book-- and that is what happened a moment ago. If I ended up on M, but I'm looking for David, that's to the left, I should then do what? Open to the middle of the left half of the book. And that's indeed what I did. And I sort of gratuitously tore the problem in half. But algorithmically, I just looked at the left half of the book next. What do I do next? Well, really, that's the point at which I proposed that the algorithm is now just repeatable, again and again, and so we'll say go back to line three. Why? Well, starting at line three, I have an algorithm for looking up someone in a phone book. It just so happens the phone book now is half as large. But there's another case. What if the person is later in the book? I wasn't searching for David, which starts with D, but someone else's name that's toward the end of the alphabet. Well, then if that person is later in the book, same idea. Open to the middle of the right half of the book, and then again, go back to step three. But lastly, there's a fourth possibility. There's a fourth possibility. Either the person's in the phone book, or they're to the left or they're to the right, or, frankly, they are just not there at all. And this last point, though somewhat subtle, is so important. Odds are all of us on our Macs, PCs. Maybe even phones, have had that very frustrating experience where your computer hangs, you get the stupid spinning beachball or hourglass, the thing freezes or just reboots, you know, something goes wrong and it's sort of inexplicable. </a:t>
            </a:r>
            <a:endParaRPr lang="en-AU" dirty="0">
              <a:effectLst/>
            </a:endParaRPr>
          </a:p>
          <a:p>
            <a:endParaRPr lang="en-AU" dirty="0"/>
          </a:p>
        </p:txBody>
      </p:sp>
    </p:spTree>
    <p:extLst>
      <p:ext uri="{BB962C8B-B14F-4D97-AF65-F5344CB8AC3E}">
        <p14:creationId xmlns:p14="http://schemas.microsoft.com/office/powerpoint/2010/main" val="396880217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sz="1200" dirty="0">
                <a:effectLst/>
                <a:latin typeface="+mj-lt"/>
                <a:ea typeface="+mj-ea"/>
                <a:cs typeface="+mj-cs"/>
                <a:sym typeface="Arial"/>
              </a:rPr>
              <a:t>So what are the fundamental constructs we've seen here that we're going to continue seeing in class? Well, highlighted in yellow now are really some verbs or actions that we exercised with that phone book. These are, in general, in programming called functions. A function is an action or a verb. It's a statement that gets the computer to do something. </a:t>
            </a:r>
            <a:endParaRPr lang="en-AU" dirty="0">
              <a:effectLst/>
            </a:endParaRPr>
          </a:p>
          <a:p>
            <a:endParaRPr lang="en-AU" dirty="0"/>
          </a:p>
        </p:txBody>
      </p:sp>
    </p:spTree>
    <p:extLst>
      <p:ext uri="{BB962C8B-B14F-4D97-AF65-F5344CB8AC3E}">
        <p14:creationId xmlns:p14="http://schemas.microsoft.com/office/powerpoint/2010/main" val="48315370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defTabSz="914400" eaLnBrk="1" fontAlgn="auto" latinLnBrk="0" hangingPunct="1">
              <a:lnSpc>
                <a:spcPct val="100000"/>
              </a:lnSpc>
              <a:spcBef>
                <a:spcPts val="400"/>
              </a:spcBef>
              <a:spcAft>
                <a:spcPts val="0"/>
              </a:spcAft>
              <a:buClrTx/>
              <a:buSzTx/>
              <a:buFontTx/>
              <a:buNone/>
              <a:tabLst/>
              <a:defRPr/>
            </a:pPr>
            <a:r>
              <a:rPr lang="en-AU" sz="1200" dirty="0">
                <a:effectLst/>
                <a:latin typeface="+mj-lt"/>
                <a:ea typeface="+mj-ea"/>
                <a:cs typeface="+mj-cs"/>
                <a:sym typeface="Arial"/>
              </a:rPr>
              <a:t>Next highlighted here are what we'll call conditions or branches. These are sort of the proverbial forks in the road. You could either do this or this or maybe this other thing. And you can have one decision to make or two or three or four, however many conditions make sense logically. We'll call those conditions. But how do you decide which fork in the road to take? Whether to do this or that or this other thing? For that we need something called Boolean expressions. </a:t>
            </a:r>
            <a:endParaRPr lang="en-AU" dirty="0">
              <a:effectLst/>
            </a:endParaRPr>
          </a:p>
          <a:p>
            <a:endParaRPr lang="en-AU" dirty="0"/>
          </a:p>
        </p:txBody>
      </p:sp>
    </p:spTree>
    <p:extLst>
      <p:ext uri="{BB962C8B-B14F-4D97-AF65-F5344CB8AC3E}">
        <p14:creationId xmlns:p14="http://schemas.microsoft.com/office/powerpoint/2010/main" val="378785625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sz="1200" dirty="0">
                <a:effectLst/>
                <a:latin typeface="+mj-lt"/>
                <a:ea typeface="+mj-ea"/>
                <a:cs typeface="+mj-cs"/>
                <a:sym typeface="Arial"/>
              </a:rPr>
              <a:t>A Boolean expression it's just a question whose answer is yes or no, or true or false, or, frankly, one or zero. All of those would be equivalent for our purposes. So person on page. That's a yes or no question. Person earlier in book? That too is a question. Person later in book is a third question as well. So if you can imagine a yes-no answer, a true-false answer, a one-zero answer, that is what gives us these things called Boolean expressions. </a:t>
            </a:r>
            <a:endParaRPr lang="en-AU" dirty="0">
              <a:effectLst/>
            </a:endParaRPr>
          </a:p>
          <a:p>
            <a:endParaRPr lang="en-AU" dirty="0"/>
          </a:p>
        </p:txBody>
      </p:sp>
    </p:spTree>
    <p:extLst>
      <p:ext uri="{BB962C8B-B14F-4D97-AF65-F5344CB8AC3E}">
        <p14:creationId xmlns:p14="http://schemas.microsoft.com/office/powerpoint/2010/main" val="300028113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sz="1200" dirty="0">
                <a:effectLst/>
                <a:latin typeface="+mj-lt"/>
                <a:ea typeface="+mj-ea"/>
                <a:cs typeface="+mj-cs"/>
                <a:sym typeface="Arial"/>
              </a:rPr>
              <a:t>And then lastly, in yellow here are these things. Go back to line three. This will induce what we'll call a loop or a cycle, which is just a programming construct or principle of an algorithm that gets you to do something again and again so you don't have to write 100-line algorithm. You can write a 13-line algorithm and reuse parts of it again and again. </a:t>
            </a:r>
            <a:endParaRPr lang="en-AU" dirty="0">
              <a:effectLst/>
            </a:endParaRPr>
          </a:p>
          <a:p>
            <a:endParaRPr lang="en-AU" dirty="0"/>
          </a:p>
        </p:txBody>
      </p:sp>
    </p:spTree>
    <p:extLst>
      <p:ext uri="{BB962C8B-B14F-4D97-AF65-F5344CB8AC3E}">
        <p14:creationId xmlns:p14="http://schemas.microsoft.com/office/powerpoint/2010/main" val="312497280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Tree>
    <p:extLst>
      <p:ext uri="{BB962C8B-B14F-4D97-AF65-F5344CB8AC3E}">
        <p14:creationId xmlns:p14="http://schemas.microsoft.com/office/powerpoint/2010/main" val="295293476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sz="1200" dirty="0">
                <a:effectLst/>
                <a:latin typeface="+mj-lt"/>
                <a:ea typeface="+mj-ea"/>
                <a:cs typeface="+mj-cs"/>
                <a:sym typeface="Arial"/>
              </a:rPr>
              <a:t>But for us to begin doing that, we all kind of need to agree on how we're going to represent these inputs and outputs. We all kind of have to speak a common language, so to speak. And so we need to agree how these inputs are going to be represented. So how might we typically represent information? </a:t>
            </a:r>
            <a:endParaRPr lang="en-AU" dirty="0">
              <a:effectLst/>
            </a:endParaRPr>
          </a:p>
          <a:p>
            <a:pPr marL="0" marR="0" lvl="0" indent="0" defTabSz="914400" eaLnBrk="1" fontAlgn="auto" latinLnBrk="0" hangingPunct="1">
              <a:lnSpc>
                <a:spcPct val="100000"/>
              </a:lnSpc>
              <a:spcBef>
                <a:spcPts val="400"/>
              </a:spcBef>
              <a:spcAft>
                <a:spcPts val="0"/>
              </a:spcAft>
              <a:buClrTx/>
              <a:buSzTx/>
              <a:buFontTx/>
              <a:buNone/>
              <a:tabLst/>
              <a:defRPr/>
            </a:pPr>
            <a:endParaRPr lang="en-AU" dirty="0"/>
          </a:p>
        </p:txBody>
      </p:sp>
    </p:spTree>
    <p:extLst>
      <p:ext uri="{BB962C8B-B14F-4D97-AF65-F5344CB8AC3E}">
        <p14:creationId xmlns:p14="http://schemas.microsoft.com/office/powerpoint/2010/main" val="365416247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defTabSz="914400" eaLnBrk="1" fontAlgn="auto" latinLnBrk="0" hangingPunct="1">
              <a:lnSpc>
                <a:spcPct val="100000"/>
              </a:lnSpc>
              <a:spcBef>
                <a:spcPts val="400"/>
              </a:spcBef>
              <a:spcAft>
                <a:spcPts val="0"/>
              </a:spcAft>
              <a:buClrTx/>
              <a:buSzTx/>
              <a:buFontTx/>
              <a:buNone/>
              <a:tabLst/>
              <a:defRPr/>
            </a:pPr>
            <a:r>
              <a:rPr lang="en-AU" sz="1200" dirty="0">
                <a:effectLst/>
                <a:latin typeface="+mj-lt"/>
                <a:ea typeface="+mj-ea"/>
                <a:cs typeface="+mj-cs"/>
                <a:sym typeface="Arial"/>
              </a:rPr>
              <a:t>the decimal digits that you and I know. So the numbers that are otherwise more technically called base 10-- and that's just a fancy way of describing the fact that there's 10 digits that you and I as humans really tend to use typically. Those digits, of course, are zero through nine, and using these several digits, we can pose numbers like zero through nine, but also 10 and 11 and 12, and as high up as we want to go by using multiple digits still. </a:t>
            </a:r>
            <a:endParaRPr lang="en-AU" dirty="0">
              <a:effectLst/>
            </a:endParaRPr>
          </a:p>
          <a:p>
            <a:endParaRPr lang="en-AU" dirty="0"/>
          </a:p>
        </p:txBody>
      </p:sp>
    </p:spTree>
    <p:extLst>
      <p:ext uri="{BB962C8B-B14F-4D97-AF65-F5344CB8AC3E}">
        <p14:creationId xmlns:p14="http://schemas.microsoft.com/office/powerpoint/2010/main" val="21174701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defTabSz="914400" eaLnBrk="1" fontAlgn="auto" latinLnBrk="0" hangingPunct="1">
              <a:lnSpc>
                <a:spcPct val="100000"/>
              </a:lnSpc>
              <a:spcBef>
                <a:spcPts val="400"/>
              </a:spcBef>
              <a:spcAft>
                <a:spcPts val="0"/>
              </a:spcAft>
              <a:buClrTx/>
              <a:buSzTx/>
              <a:buFontTx/>
              <a:buNone/>
              <a:tabLst/>
              <a:defRPr/>
            </a:pPr>
            <a:r>
              <a:rPr lang="en-AU" sz="1200" dirty="0">
                <a:effectLst/>
                <a:latin typeface="+mj-lt"/>
                <a:ea typeface="+mj-ea"/>
                <a:cs typeface="+mj-cs"/>
                <a:sym typeface="Arial"/>
              </a:rPr>
              <a:t>the decimal digits that you and I know. So the numbers that are otherwise more technically called base 10-- and that's just a fancy way of describing the fact that there's 10 digits that you and I as humans really tend to use typically. Those digits, of course, are zero through nine, and using these several digits, we can pose numbers like zero through nine, but also 10 and 11 and 12, and as high up as we want to go by using multiple digits still. </a:t>
            </a:r>
            <a:endParaRPr lang="en-AU" dirty="0">
              <a:effectLst/>
            </a:endParaRPr>
          </a:p>
          <a:p>
            <a:endParaRPr lang="en-AU" dirty="0"/>
          </a:p>
        </p:txBody>
      </p:sp>
    </p:spTree>
    <p:extLst>
      <p:ext uri="{BB962C8B-B14F-4D97-AF65-F5344CB8AC3E}">
        <p14:creationId xmlns:p14="http://schemas.microsoft.com/office/powerpoint/2010/main" val="170352796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defTabSz="914400" eaLnBrk="1" fontAlgn="auto" latinLnBrk="0" hangingPunct="1">
              <a:lnSpc>
                <a:spcPct val="100000"/>
              </a:lnSpc>
              <a:spcBef>
                <a:spcPts val="400"/>
              </a:spcBef>
              <a:spcAft>
                <a:spcPts val="0"/>
              </a:spcAft>
              <a:buClrTx/>
              <a:buSzTx/>
              <a:buFontTx/>
              <a:buNone/>
              <a:tabLst/>
              <a:defRPr/>
            </a:pPr>
            <a:r>
              <a:rPr lang="en-AU" sz="1200" dirty="0">
                <a:effectLst/>
                <a:latin typeface="+mj-lt"/>
                <a:ea typeface="+mj-ea"/>
                <a:cs typeface="+mj-cs"/>
                <a:sym typeface="Arial"/>
              </a:rPr>
              <a:t>the decimal digits that you and I know. So the numbers that are otherwise more technically called base 10-- and that's just a fancy way of describing the fact that there's 10 digits that you and I as humans really tend to use typically. Those digits, of course, are zero through nine, and using these several digits, we can pose numbers like zero through nine, but also 10 and 11 and 12, and as high up as we want to go by using multiple digits still. </a:t>
            </a:r>
            <a:endParaRPr lang="en-AU" dirty="0">
              <a:effectLst/>
            </a:endParaRPr>
          </a:p>
          <a:p>
            <a:endParaRPr lang="en-AU" dirty="0"/>
          </a:p>
        </p:txBody>
      </p:sp>
    </p:spTree>
    <p:extLst>
      <p:ext uri="{BB962C8B-B14F-4D97-AF65-F5344CB8AC3E}">
        <p14:creationId xmlns:p14="http://schemas.microsoft.com/office/powerpoint/2010/main" val="171474758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defTabSz="914400" eaLnBrk="1" fontAlgn="auto" latinLnBrk="0" hangingPunct="1">
              <a:lnSpc>
                <a:spcPct val="100000"/>
              </a:lnSpc>
              <a:spcBef>
                <a:spcPts val="400"/>
              </a:spcBef>
              <a:spcAft>
                <a:spcPts val="0"/>
              </a:spcAft>
              <a:buClrTx/>
              <a:buSzTx/>
              <a:buFontTx/>
              <a:buNone/>
              <a:tabLst/>
              <a:defRPr/>
            </a:pPr>
            <a:r>
              <a:rPr lang="en-AU" sz="1200" dirty="0">
                <a:effectLst/>
                <a:latin typeface="+mj-lt"/>
                <a:ea typeface="+mj-ea"/>
                <a:cs typeface="+mj-cs"/>
                <a:sym typeface="Arial"/>
              </a:rPr>
              <a:t>the decimal digits that you and I know. So the numbers that are otherwise more technically called base 10-- and that's just a fancy way of describing the fact that there's 10 digits that you and I as humans really tend to use typically. Those digits, of course, are zero through nine, and using these several digits, we can pose numbers like zero through nine, but also 10 and 11 and 12, and as high up as we want to go by using multiple digits still. </a:t>
            </a:r>
            <a:endParaRPr lang="en-AU" dirty="0">
              <a:effectLst/>
            </a:endParaRPr>
          </a:p>
          <a:p>
            <a:endParaRPr lang="en-AU" dirty="0"/>
          </a:p>
        </p:txBody>
      </p:sp>
    </p:spTree>
    <p:extLst>
      <p:ext uri="{BB962C8B-B14F-4D97-AF65-F5344CB8AC3E}">
        <p14:creationId xmlns:p14="http://schemas.microsoft.com/office/powerpoint/2010/main" val="159110717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defTabSz="914400" eaLnBrk="1" fontAlgn="auto" latinLnBrk="0" hangingPunct="1">
              <a:lnSpc>
                <a:spcPct val="100000"/>
              </a:lnSpc>
              <a:spcBef>
                <a:spcPts val="400"/>
              </a:spcBef>
              <a:spcAft>
                <a:spcPts val="0"/>
              </a:spcAft>
              <a:buClrTx/>
              <a:buSzTx/>
              <a:buFontTx/>
              <a:buNone/>
              <a:tabLst/>
              <a:defRPr/>
            </a:pPr>
            <a:r>
              <a:rPr lang="en-AU" sz="1200" dirty="0">
                <a:effectLst/>
                <a:latin typeface="+mj-lt"/>
                <a:ea typeface="+mj-ea"/>
                <a:cs typeface="+mj-cs"/>
                <a:sym typeface="Arial"/>
              </a:rPr>
              <a:t>the decimal digits that you and I know. So the numbers that are otherwise more technically called base 10-- and that's just a fancy way of describing the fact that there's 10 digits that you and I as humans really tend to use typically. Those digits, of course, are zero through nine, and using these several digits, we can pose numbers like zero through nine, but also 10 and 11 and 12, and as high up as we want to go by using multiple digits still. </a:t>
            </a:r>
            <a:endParaRPr lang="en-AU" dirty="0">
              <a:effectLst/>
            </a:endParaRPr>
          </a:p>
          <a:p>
            <a:endParaRPr lang="en-AU" dirty="0"/>
          </a:p>
        </p:txBody>
      </p:sp>
    </p:spTree>
    <p:extLst>
      <p:ext uri="{BB962C8B-B14F-4D97-AF65-F5344CB8AC3E}">
        <p14:creationId xmlns:p14="http://schemas.microsoft.com/office/powerpoint/2010/main" val="299193924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defTabSz="914400" eaLnBrk="1" fontAlgn="auto" latinLnBrk="0" hangingPunct="1">
              <a:lnSpc>
                <a:spcPct val="100000"/>
              </a:lnSpc>
              <a:spcBef>
                <a:spcPts val="400"/>
              </a:spcBef>
              <a:spcAft>
                <a:spcPts val="0"/>
              </a:spcAft>
              <a:buClrTx/>
              <a:buSzTx/>
              <a:buFontTx/>
              <a:buNone/>
              <a:tabLst/>
              <a:defRPr/>
            </a:pPr>
            <a:r>
              <a:rPr lang="en-AU" sz="1200" dirty="0">
                <a:effectLst/>
                <a:latin typeface="+mj-lt"/>
                <a:ea typeface="+mj-ea"/>
                <a:cs typeface="+mj-cs"/>
                <a:sym typeface="Arial"/>
              </a:rPr>
              <a:t>the decimal digits that you and I know. So the numbers that are otherwise more technically called base 10-- and that's just a fancy way of describing the fact that there's 10 digits that you and I as humans really tend to use typically. Those digits, of course, are zero through nine, and using these several digits, we can pose numbers like zero through nine, but also 10 and 11 and 12, and as high up as we want to go by using multiple digits still. </a:t>
            </a:r>
            <a:endParaRPr lang="en-AU" dirty="0">
              <a:effectLst/>
            </a:endParaRPr>
          </a:p>
          <a:p>
            <a:endParaRPr lang="en-AU" dirty="0"/>
          </a:p>
        </p:txBody>
      </p:sp>
    </p:spTree>
    <p:extLst>
      <p:ext uri="{BB962C8B-B14F-4D97-AF65-F5344CB8AC3E}">
        <p14:creationId xmlns:p14="http://schemas.microsoft.com/office/powerpoint/2010/main" val="2027064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defTabSz="914400" eaLnBrk="1" fontAlgn="auto" latinLnBrk="0" hangingPunct="1">
              <a:lnSpc>
                <a:spcPct val="100000"/>
              </a:lnSpc>
              <a:spcBef>
                <a:spcPts val="400"/>
              </a:spcBef>
              <a:spcAft>
                <a:spcPts val="0"/>
              </a:spcAft>
              <a:buClrTx/>
              <a:buSzTx/>
              <a:buFontTx/>
              <a:buNone/>
              <a:tabLst/>
              <a:defRPr/>
            </a:pPr>
            <a:r>
              <a:rPr lang="en-AU" sz="1200" dirty="0">
                <a:effectLst/>
                <a:latin typeface="+mj-lt"/>
                <a:ea typeface="+mj-ea"/>
                <a:cs typeface="+mj-cs"/>
                <a:sym typeface="Arial"/>
              </a:rPr>
              <a:t>the decimal digits that you and I know. So the numbers that are otherwise more technically called base 10-- and that's just a fancy way of describing the fact that there's 10 digits that you and I as humans really tend to use typically. Those digits, of course, are zero through nine, and using these several digits, we can pose numbers like zero through nine, but also 10 and 11 and 12, and as high up as we want to go by using multiple digits still. </a:t>
            </a:r>
            <a:endParaRPr lang="en-AU" dirty="0">
              <a:effectLst/>
            </a:endParaRPr>
          </a:p>
          <a:p>
            <a:endParaRPr lang="en-AU" dirty="0"/>
          </a:p>
        </p:txBody>
      </p:sp>
    </p:spTree>
    <p:extLst>
      <p:ext uri="{BB962C8B-B14F-4D97-AF65-F5344CB8AC3E}">
        <p14:creationId xmlns:p14="http://schemas.microsoft.com/office/powerpoint/2010/main" val="168909244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defTabSz="914400" eaLnBrk="1" fontAlgn="auto" latinLnBrk="0" hangingPunct="1">
              <a:lnSpc>
                <a:spcPct val="100000"/>
              </a:lnSpc>
              <a:spcBef>
                <a:spcPts val="400"/>
              </a:spcBef>
              <a:spcAft>
                <a:spcPts val="0"/>
              </a:spcAft>
              <a:buClrTx/>
              <a:buSzTx/>
              <a:buFontTx/>
              <a:buNone/>
              <a:tabLst/>
              <a:defRPr/>
            </a:pPr>
            <a:r>
              <a:rPr lang="en-AU" sz="1200" dirty="0">
                <a:effectLst/>
                <a:latin typeface="+mj-lt"/>
                <a:ea typeface="+mj-ea"/>
                <a:cs typeface="+mj-cs"/>
                <a:sym typeface="Arial"/>
              </a:rPr>
              <a:t>the decimal digits that you and I know. So the numbers that are otherwise more technically called base 10-- and that's just a fancy way of describing the fact that there's 10 digits that you and I as humans really tend to use typically. Those digits, of course, are zero through nine, and using these several digits, we can pose numbers like zero through nine, but also 10 and 11 and 12, and as high up as we want to go by using multiple digits still. </a:t>
            </a:r>
            <a:endParaRPr lang="en-AU" dirty="0">
              <a:effectLst/>
            </a:endParaRPr>
          </a:p>
          <a:p>
            <a:endParaRPr lang="en-AU" dirty="0"/>
          </a:p>
        </p:txBody>
      </p:sp>
    </p:spTree>
    <p:extLst>
      <p:ext uri="{BB962C8B-B14F-4D97-AF65-F5344CB8AC3E}">
        <p14:creationId xmlns:p14="http://schemas.microsoft.com/office/powerpoint/2010/main" val="150172663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defTabSz="914400" eaLnBrk="1" fontAlgn="auto" latinLnBrk="0" hangingPunct="1">
              <a:lnSpc>
                <a:spcPct val="100000"/>
              </a:lnSpc>
              <a:spcBef>
                <a:spcPts val="400"/>
              </a:spcBef>
              <a:spcAft>
                <a:spcPts val="0"/>
              </a:spcAft>
              <a:buClrTx/>
              <a:buSzTx/>
              <a:buFontTx/>
              <a:buNone/>
              <a:tabLst/>
              <a:defRPr/>
            </a:pPr>
            <a:r>
              <a:rPr lang="en-AU" sz="1200" dirty="0">
                <a:effectLst/>
                <a:latin typeface="+mj-lt"/>
                <a:ea typeface="+mj-ea"/>
                <a:cs typeface="+mj-cs"/>
                <a:sym typeface="Arial"/>
              </a:rPr>
              <a:t>the decimal digits that you and I know. So the numbers that are otherwise more technically called base 10-- and that's just a fancy way of describing the fact that there's 10 digits that you and I as humans really tend to use typically. Those digits, of course, are zero through nine, and using these several digits, we can pose numbers like zero through nine, but also 10 and 11 and 12, and as high up as we want to go by using multiple digits still. </a:t>
            </a:r>
            <a:endParaRPr lang="en-AU" dirty="0">
              <a:effectLst/>
            </a:endParaRPr>
          </a:p>
          <a:p>
            <a:endParaRPr lang="en-AU" dirty="0"/>
          </a:p>
        </p:txBody>
      </p:sp>
    </p:spTree>
    <p:extLst>
      <p:ext uri="{BB962C8B-B14F-4D97-AF65-F5344CB8AC3E}">
        <p14:creationId xmlns:p14="http://schemas.microsoft.com/office/powerpoint/2010/main" val="34842746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defTabSz="914400" eaLnBrk="1" fontAlgn="auto" latinLnBrk="0" hangingPunct="1">
              <a:lnSpc>
                <a:spcPct val="100000"/>
              </a:lnSpc>
              <a:spcBef>
                <a:spcPts val="400"/>
              </a:spcBef>
              <a:spcAft>
                <a:spcPts val="0"/>
              </a:spcAft>
              <a:buClrTx/>
              <a:buSzTx/>
              <a:buFontTx/>
              <a:buNone/>
              <a:tabLst/>
              <a:defRPr/>
            </a:pPr>
            <a:r>
              <a:rPr lang="en-AU" sz="1200" dirty="0">
                <a:effectLst/>
                <a:latin typeface="+mj-lt"/>
                <a:ea typeface="+mj-ea"/>
                <a:cs typeface="+mj-cs"/>
                <a:sym typeface="Arial"/>
              </a:rPr>
              <a:t>the decimal digits that you and I know. So the numbers that are otherwise more technically called base 10-- and that's just a fancy way of describing the fact that there's 10 digits that you and I as humans really tend to use typically. Those digits, of course, are zero through nine, and using these several digits, we can pose numbers like zero through nine, but also 10 and 11 and 12, and as high up as we want to go by using multiple digits still. </a:t>
            </a:r>
            <a:endParaRPr lang="en-AU" dirty="0">
              <a:effectLst/>
            </a:endParaRPr>
          </a:p>
          <a:p>
            <a:endParaRPr lang="en-AU" dirty="0"/>
          </a:p>
        </p:txBody>
      </p:sp>
    </p:spTree>
    <p:extLst>
      <p:ext uri="{BB962C8B-B14F-4D97-AF65-F5344CB8AC3E}">
        <p14:creationId xmlns:p14="http://schemas.microsoft.com/office/powerpoint/2010/main" val="177746101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defTabSz="914400" eaLnBrk="1" fontAlgn="auto" latinLnBrk="0" hangingPunct="1">
              <a:lnSpc>
                <a:spcPct val="100000"/>
              </a:lnSpc>
              <a:spcBef>
                <a:spcPts val="400"/>
              </a:spcBef>
              <a:spcAft>
                <a:spcPts val="0"/>
              </a:spcAft>
              <a:buClrTx/>
              <a:buSzTx/>
              <a:buFontTx/>
              <a:buNone/>
              <a:tabLst/>
              <a:defRPr/>
            </a:pPr>
            <a:r>
              <a:rPr lang="en-AU" sz="1200" dirty="0">
                <a:effectLst/>
                <a:latin typeface="+mj-lt"/>
                <a:ea typeface="+mj-ea"/>
                <a:cs typeface="+mj-cs"/>
                <a:sym typeface="Arial"/>
              </a:rPr>
              <a:t>the decimal digits that you and I know. So the numbers that are otherwise more technically called base 10-- and that's just a fancy way of describing the fact that there's 10 digits that you and I as humans really tend to use typically. Those digits, of course, are zero through nine, and using these several digits, we can pose numbers like zero through nine, but also 10 and 11 and 12, and as high up as we want to go by using multiple digits still. </a:t>
            </a:r>
            <a:endParaRPr lang="en-AU" dirty="0">
              <a:effectLst/>
            </a:endParaRPr>
          </a:p>
          <a:p>
            <a:endParaRPr lang="en-AU" dirty="0"/>
          </a:p>
        </p:txBody>
      </p:sp>
    </p:spTree>
    <p:extLst>
      <p:ext uri="{BB962C8B-B14F-4D97-AF65-F5344CB8AC3E}">
        <p14:creationId xmlns:p14="http://schemas.microsoft.com/office/powerpoint/2010/main" val="383217410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defTabSz="914400" eaLnBrk="1" fontAlgn="auto" latinLnBrk="0" hangingPunct="1">
              <a:lnSpc>
                <a:spcPct val="100000"/>
              </a:lnSpc>
              <a:spcBef>
                <a:spcPts val="400"/>
              </a:spcBef>
              <a:spcAft>
                <a:spcPts val="0"/>
              </a:spcAft>
              <a:buClrTx/>
              <a:buSzTx/>
              <a:buFontTx/>
              <a:buNone/>
              <a:tabLst/>
              <a:defRPr/>
            </a:pPr>
            <a:r>
              <a:rPr lang="en-AU" sz="1200" dirty="0">
                <a:effectLst/>
                <a:latin typeface="+mj-lt"/>
                <a:ea typeface="+mj-ea"/>
                <a:cs typeface="+mj-cs"/>
                <a:sym typeface="Arial"/>
              </a:rPr>
              <a:t>the decimal digits that you and I know. So the numbers that are otherwise more technically called base 10-- and that's just a fancy way of describing the fact that there's 10 digits that you and I as humans really tend to use typically. Those digits, of course, are zero through nine, and using these several digits, we can pose numbers like zero through nine, but also 10 and 11 and 12, and as high up as we want to go by using multiple digits still. </a:t>
            </a:r>
            <a:endParaRPr lang="en-AU" dirty="0">
              <a:effectLst/>
            </a:endParaRPr>
          </a:p>
          <a:p>
            <a:endParaRPr lang="en-AU" dirty="0"/>
          </a:p>
        </p:txBody>
      </p:sp>
    </p:spTree>
    <p:extLst>
      <p:ext uri="{BB962C8B-B14F-4D97-AF65-F5344CB8AC3E}">
        <p14:creationId xmlns:p14="http://schemas.microsoft.com/office/powerpoint/2010/main" val="31861456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defTabSz="914400" eaLnBrk="1" fontAlgn="auto" latinLnBrk="0" hangingPunct="1">
              <a:lnSpc>
                <a:spcPct val="100000"/>
              </a:lnSpc>
              <a:spcBef>
                <a:spcPts val="400"/>
              </a:spcBef>
              <a:spcAft>
                <a:spcPts val="0"/>
              </a:spcAft>
              <a:buClrTx/>
              <a:buSzTx/>
              <a:buFontTx/>
              <a:buNone/>
              <a:tabLst/>
              <a:defRPr/>
            </a:pPr>
            <a:r>
              <a:rPr lang="en-AU" sz="1200" dirty="0">
                <a:effectLst/>
                <a:latin typeface="+mj-lt"/>
                <a:ea typeface="+mj-ea"/>
                <a:cs typeface="+mj-cs"/>
                <a:sym typeface="Arial"/>
              </a:rPr>
              <a:t>the decimal digits that you and I know. So the numbers that are otherwise more technically called base 10-- and that's just a fancy way of describing the fact that there's 10 digits that you and I as humans really tend to use typically. Those digits, of course, are zero through nine, and using these several digits, we can pose numbers like zero through nine, but also 10 and 11 and 12, and as high up as we want to go by using multiple digits still. </a:t>
            </a:r>
            <a:endParaRPr lang="en-AU" dirty="0">
              <a:effectLst/>
            </a:endParaRPr>
          </a:p>
          <a:p>
            <a:endParaRPr lang="en-AU" dirty="0"/>
          </a:p>
        </p:txBody>
      </p:sp>
    </p:spTree>
    <p:extLst>
      <p:ext uri="{BB962C8B-B14F-4D97-AF65-F5344CB8AC3E}">
        <p14:creationId xmlns:p14="http://schemas.microsoft.com/office/powerpoint/2010/main" val="3757017616"/>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defTabSz="914400" eaLnBrk="1" fontAlgn="auto" latinLnBrk="0" hangingPunct="1">
              <a:lnSpc>
                <a:spcPct val="100000"/>
              </a:lnSpc>
              <a:spcBef>
                <a:spcPts val="400"/>
              </a:spcBef>
              <a:spcAft>
                <a:spcPts val="0"/>
              </a:spcAft>
              <a:buClrTx/>
              <a:buSzTx/>
              <a:buFontTx/>
              <a:buNone/>
              <a:tabLst/>
              <a:defRPr/>
            </a:pPr>
            <a:r>
              <a:rPr lang="en-AU" sz="1200" dirty="0">
                <a:effectLst/>
                <a:latin typeface="+mj-lt"/>
                <a:ea typeface="+mj-ea"/>
                <a:cs typeface="+mj-cs"/>
                <a:sym typeface="Arial"/>
              </a:rPr>
              <a:t>the decimal digits that you and I know. So the numbers that are otherwise more technically called base 10-- and that's just a fancy way of describing the fact that there's 10 digits that you and I as humans really tend to use typically. Those digits, of course, are zero through nine, and using these several digits, we can pose numbers like zero through nine, but also 10 and 11 and 12, and as high up as we want to go by using multiple digits still. </a:t>
            </a:r>
            <a:endParaRPr lang="en-AU" dirty="0">
              <a:effectLst/>
            </a:endParaRPr>
          </a:p>
          <a:p>
            <a:endParaRPr lang="en-AU" dirty="0"/>
          </a:p>
        </p:txBody>
      </p:sp>
    </p:spTree>
    <p:extLst>
      <p:ext uri="{BB962C8B-B14F-4D97-AF65-F5344CB8AC3E}">
        <p14:creationId xmlns:p14="http://schemas.microsoft.com/office/powerpoint/2010/main" val="17792353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defTabSz="914400" eaLnBrk="1" fontAlgn="auto" latinLnBrk="0" hangingPunct="1">
              <a:lnSpc>
                <a:spcPct val="100000"/>
              </a:lnSpc>
              <a:spcBef>
                <a:spcPts val="400"/>
              </a:spcBef>
              <a:spcAft>
                <a:spcPts val="0"/>
              </a:spcAft>
              <a:buClrTx/>
              <a:buSzTx/>
              <a:buFontTx/>
              <a:buNone/>
              <a:tabLst/>
              <a:defRPr/>
            </a:pPr>
            <a:r>
              <a:rPr lang="en-AU" sz="1200" dirty="0">
                <a:effectLst/>
                <a:latin typeface="+mj-lt"/>
                <a:ea typeface="+mj-ea"/>
                <a:cs typeface="+mj-cs"/>
                <a:sym typeface="Arial"/>
              </a:rPr>
              <a:t>the decimal digits that you and I know. So the numbers that are otherwise more technically called base 10-- and that's just a fancy way of describing the fact that there's 10 digits that you and I as humans really tend to use typically. Those digits, of course, are zero through nine, and using these several digits, we can pose numbers like zero through nine, but also 10 and 11 and 12, and as high up as we want to go by using multiple digits still. </a:t>
            </a:r>
            <a:endParaRPr lang="en-AU" dirty="0">
              <a:effectLst/>
            </a:endParaRPr>
          </a:p>
          <a:p>
            <a:endParaRPr lang="en-AU" dirty="0"/>
          </a:p>
        </p:txBody>
      </p:sp>
    </p:spTree>
    <p:extLst>
      <p:ext uri="{BB962C8B-B14F-4D97-AF65-F5344CB8AC3E}">
        <p14:creationId xmlns:p14="http://schemas.microsoft.com/office/powerpoint/2010/main" val="886243812"/>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defTabSz="914400" eaLnBrk="1" fontAlgn="auto" latinLnBrk="0" hangingPunct="1">
              <a:lnSpc>
                <a:spcPct val="100000"/>
              </a:lnSpc>
              <a:spcBef>
                <a:spcPts val="400"/>
              </a:spcBef>
              <a:spcAft>
                <a:spcPts val="0"/>
              </a:spcAft>
              <a:buClrTx/>
              <a:buSzTx/>
              <a:buFontTx/>
              <a:buNone/>
              <a:tabLst/>
              <a:defRPr/>
            </a:pPr>
            <a:r>
              <a:rPr lang="en-AU" sz="1200" dirty="0">
                <a:effectLst/>
                <a:latin typeface="+mj-lt"/>
                <a:ea typeface="+mj-ea"/>
                <a:cs typeface="+mj-cs"/>
                <a:sym typeface="Arial"/>
              </a:rPr>
              <a:t>the decimal digits that you and I know. So the numbers that are otherwise more technically called base 10-- and that's just a fancy way of describing the fact that there's 10 digits that you and I as humans really tend to use typically. Those digits, of course, are zero through nine, and using these several digits, we can pose numbers like zero through nine, but also 10 and 11 and 12, and as high up as we want to go by using multiple digits still. </a:t>
            </a:r>
            <a:endParaRPr lang="en-AU" dirty="0">
              <a:effectLst/>
            </a:endParaRPr>
          </a:p>
          <a:p>
            <a:endParaRPr lang="en-AU" dirty="0"/>
          </a:p>
        </p:txBody>
      </p:sp>
    </p:spTree>
    <p:extLst>
      <p:ext uri="{BB962C8B-B14F-4D97-AF65-F5344CB8AC3E}">
        <p14:creationId xmlns:p14="http://schemas.microsoft.com/office/powerpoint/2010/main" val="1037955575"/>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defTabSz="914400" eaLnBrk="1" fontAlgn="auto" latinLnBrk="0" hangingPunct="1">
              <a:lnSpc>
                <a:spcPct val="100000"/>
              </a:lnSpc>
              <a:spcBef>
                <a:spcPts val="400"/>
              </a:spcBef>
              <a:spcAft>
                <a:spcPts val="0"/>
              </a:spcAft>
              <a:buClrTx/>
              <a:buSzTx/>
              <a:buFontTx/>
              <a:buNone/>
              <a:tabLst/>
              <a:defRPr/>
            </a:pPr>
            <a:r>
              <a:rPr lang="en-AU" sz="1200" dirty="0">
                <a:effectLst/>
                <a:latin typeface="+mj-lt"/>
                <a:ea typeface="+mj-ea"/>
                <a:cs typeface="+mj-cs"/>
                <a:sym typeface="Arial"/>
              </a:rPr>
              <a:t>the decimal digits that you and I know. So the numbers that are otherwise more technically called base 10-- and that's just a fancy way of describing the fact that there's 10 digits that you and I as humans really tend to use typically. Those digits, of course, are zero through nine, and using these several digits, we can pose numbers like zero through nine, but also 10 and 11 and 12, and as high up as we want to go by using multiple digits still. </a:t>
            </a:r>
            <a:endParaRPr lang="en-AU" dirty="0">
              <a:effectLst/>
            </a:endParaRPr>
          </a:p>
          <a:p>
            <a:endParaRPr lang="en-AU" dirty="0"/>
          </a:p>
        </p:txBody>
      </p:sp>
    </p:spTree>
    <p:extLst>
      <p:ext uri="{BB962C8B-B14F-4D97-AF65-F5344CB8AC3E}">
        <p14:creationId xmlns:p14="http://schemas.microsoft.com/office/powerpoint/2010/main" val="1884171079"/>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defTabSz="914400" eaLnBrk="1" fontAlgn="auto" latinLnBrk="0" hangingPunct="1">
              <a:lnSpc>
                <a:spcPct val="100000"/>
              </a:lnSpc>
              <a:spcBef>
                <a:spcPts val="400"/>
              </a:spcBef>
              <a:spcAft>
                <a:spcPts val="0"/>
              </a:spcAft>
              <a:buClrTx/>
              <a:buSzTx/>
              <a:buFontTx/>
              <a:buNone/>
              <a:tabLst/>
              <a:defRPr/>
            </a:pPr>
            <a:r>
              <a:rPr lang="en-AU" sz="1200" dirty="0">
                <a:effectLst/>
                <a:latin typeface="+mj-lt"/>
                <a:ea typeface="+mj-ea"/>
                <a:cs typeface="+mj-cs"/>
                <a:sym typeface="Arial"/>
              </a:rPr>
              <a:t>the decimal digits that you and I know. So the numbers that are otherwise more technically called base 10-- and that's just a fancy way of describing the fact that there's 10 digits that you and I as humans really tend to use typically. Those digits, of course, are zero through nine, and using these several digits, we can pose numbers like zero through nine, but also 10 and 11 and 12, and as high up as we want to go by using multiple digits still. </a:t>
            </a:r>
            <a:endParaRPr lang="en-AU" dirty="0">
              <a:effectLst/>
            </a:endParaRPr>
          </a:p>
          <a:p>
            <a:endParaRPr lang="en-AU" dirty="0"/>
          </a:p>
        </p:txBody>
      </p:sp>
    </p:spTree>
    <p:extLst>
      <p:ext uri="{BB962C8B-B14F-4D97-AF65-F5344CB8AC3E}">
        <p14:creationId xmlns:p14="http://schemas.microsoft.com/office/powerpoint/2010/main" val="1425090173"/>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defTabSz="914400" eaLnBrk="1" fontAlgn="auto" latinLnBrk="0" hangingPunct="1">
              <a:lnSpc>
                <a:spcPct val="100000"/>
              </a:lnSpc>
              <a:spcBef>
                <a:spcPts val="400"/>
              </a:spcBef>
              <a:spcAft>
                <a:spcPts val="0"/>
              </a:spcAft>
              <a:buClrTx/>
              <a:buSzTx/>
              <a:buFontTx/>
              <a:buNone/>
              <a:tabLst/>
              <a:defRPr/>
            </a:pPr>
            <a:r>
              <a:rPr lang="en-AU" sz="1200" dirty="0">
                <a:effectLst/>
                <a:latin typeface="+mj-lt"/>
                <a:ea typeface="+mj-ea"/>
                <a:cs typeface="+mj-cs"/>
                <a:sym typeface="Arial"/>
              </a:rPr>
              <a:t>the decimal digits that you and I know. So the numbers that are otherwise more technically called base 10-- and that's just a fancy way of describing the fact that there's 10 digits that you and I as humans really tend to use typically. Those digits, of course, are zero through nine, and using these several digits, we can pose numbers like zero through nine, but also 10 and 11 and 12, and as high up as we want to go by using multiple digits still. </a:t>
            </a:r>
            <a:endParaRPr lang="en-AU" dirty="0">
              <a:effectLst/>
            </a:endParaRPr>
          </a:p>
          <a:p>
            <a:endParaRPr lang="en-AU" dirty="0"/>
          </a:p>
        </p:txBody>
      </p:sp>
    </p:spTree>
    <p:extLst>
      <p:ext uri="{BB962C8B-B14F-4D97-AF65-F5344CB8AC3E}">
        <p14:creationId xmlns:p14="http://schemas.microsoft.com/office/powerpoint/2010/main" val="2230299146"/>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defTabSz="914400" eaLnBrk="1" fontAlgn="auto" latinLnBrk="0" hangingPunct="1">
              <a:lnSpc>
                <a:spcPct val="100000"/>
              </a:lnSpc>
              <a:spcBef>
                <a:spcPts val="400"/>
              </a:spcBef>
              <a:spcAft>
                <a:spcPts val="0"/>
              </a:spcAft>
              <a:buClrTx/>
              <a:buSzTx/>
              <a:buFontTx/>
              <a:buNone/>
              <a:tabLst/>
              <a:defRPr/>
            </a:pPr>
            <a:r>
              <a:rPr lang="en-AU" sz="1200" dirty="0">
                <a:effectLst/>
                <a:latin typeface="+mj-lt"/>
                <a:ea typeface="+mj-ea"/>
                <a:cs typeface="+mj-cs"/>
                <a:sym typeface="Arial"/>
              </a:rPr>
              <a:t>the decimal digits that you and I know. So the numbers that are otherwise more technically called base 10-- and that's just a fancy way of describing the fact that there's 10 digits that you and I as humans really tend to use typically. Those digits, of course, are zero through nine, and using these several digits, we can pose numbers like zero through nine, but also 10 and 11 and 12, and as high up as we want to go by using multiple digits still. </a:t>
            </a:r>
            <a:endParaRPr lang="en-AU" dirty="0">
              <a:effectLst/>
            </a:endParaRPr>
          </a:p>
          <a:p>
            <a:endParaRPr lang="en-AU" dirty="0"/>
          </a:p>
        </p:txBody>
      </p:sp>
    </p:spTree>
    <p:extLst>
      <p:ext uri="{BB962C8B-B14F-4D97-AF65-F5344CB8AC3E}">
        <p14:creationId xmlns:p14="http://schemas.microsoft.com/office/powerpoint/2010/main" val="2814814305"/>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defTabSz="914400" eaLnBrk="1" fontAlgn="auto" latinLnBrk="0" hangingPunct="1">
              <a:lnSpc>
                <a:spcPct val="100000"/>
              </a:lnSpc>
              <a:spcBef>
                <a:spcPts val="400"/>
              </a:spcBef>
              <a:spcAft>
                <a:spcPts val="0"/>
              </a:spcAft>
              <a:buClrTx/>
              <a:buSzTx/>
              <a:buFontTx/>
              <a:buNone/>
              <a:tabLst/>
              <a:defRPr/>
            </a:pPr>
            <a:r>
              <a:rPr lang="en-AU" sz="1200" dirty="0">
                <a:effectLst/>
                <a:latin typeface="+mj-lt"/>
                <a:ea typeface="+mj-ea"/>
                <a:cs typeface="+mj-cs"/>
                <a:sym typeface="Arial"/>
              </a:rPr>
              <a:t>the decimal digits that you and I know. So the numbers that are otherwise more technically called base 10-- and that's just a fancy way of describing the fact that there's 10 digits that you and I as humans really tend to use typically. Those digits, of course, are zero through nine, and using these several digits, we can pose numbers like zero through nine, but also 10 and 11 and 12, and as high up as we want to go by using multiple digits still. </a:t>
            </a:r>
            <a:endParaRPr lang="en-AU" dirty="0">
              <a:effectLst/>
            </a:endParaRPr>
          </a:p>
          <a:p>
            <a:endParaRPr lang="en-AU" dirty="0"/>
          </a:p>
        </p:txBody>
      </p:sp>
    </p:spTree>
    <p:extLst>
      <p:ext uri="{BB962C8B-B14F-4D97-AF65-F5344CB8AC3E}">
        <p14:creationId xmlns:p14="http://schemas.microsoft.com/office/powerpoint/2010/main" val="704529114"/>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defTabSz="914400" eaLnBrk="1" fontAlgn="auto" latinLnBrk="0" hangingPunct="1">
              <a:lnSpc>
                <a:spcPct val="100000"/>
              </a:lnSpc>
              <a:spcBef>
                <a:spcPts val="400"/>
              </a:spcBef>
              <a:spcAft>
                <a:spcPts val="0"/>
              </a:spcAft>
              <a:buClrTx/>
              <a:buSzTx/>
              <a:buFontTx/>
              <a:buNone/>
              <a:tabLst/>
              <a:defRPr/>
            </a:pPr>
            <a:r>
              <a:rPr lang="en-AU" sz="1200" dirty="0">
                <a:effectLst/>
                <a:latin typeface="+mj-lt"/>
                <a:ea typeface="+mj-ea"/>
                <a:cs typeface="+mj-cs"/>
                <a:sym typeface="Arial"/>
              </a:rPr>
              <a:t>the decimal digits that you and I know. So the numbers that are otherwise more technically called base 10-- and that's just a fancy way of describing the fact that there's 10 digits that you and I as humans really tend to use typically. Those digits, of course, are zero through nine, and using these several digits, we can pose numbers like zero through nine, but also 10 and 11 and 12, and as high up as we want to go by using multiple digits still. </a:t>
            </a:r>
            <a:endParaRPr lang="en-AU" dirty="0">
              <a:effectLst/>
            </a:endParaRPr>
          </a:p>
          <a:p>
            <a:endParaRPr lang="en-AU" dirty="0"/>
          </a:p>
        </p:txBody>
      </p:sp>
    </p:spTree>
    <p:extLst>
      <p:ext uri="{BB962C8B-B14F-4D97-AF65-F5344CB8AC3E}">
        <p14:creationId xmlns:p14="http://schemas.microsoft.com/office/powerpoint/2010/main" val="2859726254"/>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defTabSz="914400" eaLnBrk="1" fontAlgn="auto" latinLnBrk="0" hangingPunct="1">
              <a:lnSpc>
                <a:spcPct val="100000"/>
              </a:lnSpc>
              <a:spcBef>
                <a:spcPts val="400"/>
              </a:spcBef>
              <a:spcAft>
                <a:spcPts val="0"/>
              </a:spcAft>
              <a:buClrTx/>
              <a:buSzTx/>
              <a:buFontTx/>
              <a:buNone/>
              <a:tabLst/>
              <a:defRPr/>
            </a:pPr>
            <a:r>
              <a:rPr lang="en-AU" sz="1200" dirty="0">
                <a:effectLst/>
                <a:latin typeface="+mj-lt"/>
                <a:ea typeface="+mj-ea"/>
                <a:cs typeface="+mj-cs"/>
                <a:sym typeface="Arial"/>
              </a:rPr>
              <a:t>the decimal digits that you and I know. So the numbers that are otherwise more technically called base 10-- and that's just a fancy way of describing the fact that there's 10 digits that you and I as humans really tend to use typically. Those digits, of course, are zero through nine, and using these several digits, we can pose numbers like zero through nine, but also 10 and 11 and 12, and as high up as we want to go by using multiple digits still. </a:t>
            </a:r>
            <a:endParaRPr lang="en-AU" dirty="0">
              <a:effectLst/>
            </a:endParaRPr>
          </a:p>
          <a:p>
            <a:endParaRPr lang="en-AU" dirty="0"/>
          </a:p>
        </p:txBody>
      </p:sp>
    </p:spTree>
    <p:extLst>
      <p:ext uri="{BB962C8B-B14F-4D97-AF65-F5344CB8AC3E}">
        <p14:creationId xmlns:p14="http://schemas.microsoft.com/office/powerpoint/2010/main" val="1727297732"/>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defTabSz="914400" eaLnBrk="1" fontAlgn="auto" latinLnBrk="0" hangingPunct="1">
              <a:lnSpc>
                <a:spcPct val="100000"/>
              </a:lnSpc>
              <a:spcBef>
                <a:spcPts val="400"/>
              </a:spcBef>
              <a:spcAft>
                <a:spcPts val="0"/>
              </a:spcAft>
              <a:buClrTx/>
              <a:buSzTx/>
              <a:buFontTx/>
              <a:buNone/>
              <a:tabLst/>
              <a:defRPr/>
            </a:pPr>
            <a:r>
              <a:rPr lang="en-AU" sz="1200" dirty="0">
                <a:effectLst/>
                <a:latin typeface="+mj-lt"/>
                <a:ea typeface="+mj-ea"/>
                <a:cs typeface="+mj-cs"/>
                <a:sym typeface="Arial"/>
              </a:rPr>
              <a:t>the decimal digits that you and I know. So the numbers that are otherwise more technically called base 10-- and that's just a fancy way of describing the fact that there's 10 digits that you and I as humans really tend to use typically. Those digits, of course, are zero through nine, and using these several digits, we can pose numbers like zero through nine, but also 10 and 11 and 12, and as high up as we want to go by using multiple digits still. </a:t>
            </a:r>
            <a:endParaRPr lang="en-AU" dirty="0">
              <a:effectLst/>
            </a:endParaRPr>
          </a:p>
          <a:p>
            <a:endParaRPr lang="en-AU" dirty="0"/>
          </a:p>
        </p:txBody>
      </p:sp>
    </p:spTree>
    <p:extLst>
      <p:ext uri="{BB962C8B-B14F-4D97-AF65-F5344CB8AC3E}">
        <p14:creationId xmlns:p14="http://schemas.microsoft.com/office/powerpoint/2010/main" val="3374975645"/>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defTabSz="914400" eaLnBrk="1" fontAlgn="auto" latinLnBrk="0" hangingPunct="1">
              <a:lnSpc>
                <a:spcPct val="100000"/>
              </a:lnSpc>
              <a:spcBef>
                <a:spcPts val="400"/>
              </a:spcBef>
              <a:spcAft>
                <a:spcPts val="0"/>
              </a:spcAft>
              <a:buClrTx/>
              <a:buSzTx/>
              <a:buFontTx/>
              <a:buNone/>
              <a:tabLst/>
              <a:defRPr/>
            </a:pPr>
            <a:r>
              <a:rPr lang="en-AU" sz="1200" dirty="0">
                <a:effectLst/>
                <a:latin typeface="+mj-lt"/>
                <a:ea typeface="+mj-ea"/>
                <a:cs typeface="+mj-cs"/>
                <a:sym typeface="Arial"/>
              </a:rPr>
              <a:t>the decimal digits that you and I know. So the numbers that are otherwise more technically called base 10-- and that's just a fancy way of describing the fact that there's 10 digits that you and I as humans really tend to use typically. Those digits, of course, are zero through nine, and using these several digits, we can pose numbers like zero through nine, but also 10 and 11 and 12, and as high up as we want to go by using multiple digits still. </a:t>
            </a:r>
            <a:endParaRPr lang="en-AU" dirty="0">
              <a:effectLst/>
            </a:endParaRPr>
          </a:p>
          <a:p>
            <a:endParaRPr lang="en-AU" dirty="0"/>
          </a:p>
        </p:txBody>
      </p:sp>
    </p:spTree>
    <p:extLst>
      <p:ext uri="{BB962C8B-B14F-4D97-AF65-F5344CB8AC3E}">
        <p14:creationId xmlns:p14="http://schemas.microsoft.com/office/powerpoint/2010/main" val="738334712"/>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defTabSz="914400" eaLnBrk="1" fontAlgn="auto" latinLnBrk="0" hangingPunct="1">
              <a:lnSpc>
                <a:spcPct val="100000"/>
              </a:lnSpc>
              <a:spcBef>
                <a:spcPts val="400"/>
              </a:spcBef>
              <a:spcAft>
                <a:spcPts val="0"/>
              </a:spcAft>
              <a:buClrTx/>
              <a:buSzTx/>
              <a:buFontTx/>
              <a:buNone/>
              <a:tabLst/>
              <a:defRPr/>
            </a:pPr>
            <a:r>
              <a:rPr lang="en-AU" sz="1200" dirty="0">
                <a:effectLst/>
                <a:latin typeface="+mj-lt"/>
                <a:ea typeface="+mj-ea"/>
                <a:cs typeface="+mj-cs"/>
                <a:sym typeface="Arial"/>
              </a:rPr>
              <a:t>the decimal digits that you and I know. So the numbers that are otherwise more technically called base 10-- and that's just a fancy way of describing the fact that there's 10 digits that you and I as humans really tend to use typically. Those digits, of course, are zero through nine, and using these several digits, we can pose numbers like zero through nine, but also 10 and 11 and 12, and as high up as we want to go by using multiple digits still. </a:t>
            </a:r>
            <a:endParaRPr lang="en-AU" dirty="0">
              <a:effectLst/>
            </a:endParaRPr>
          </a:p>
          <a:p>
            <a:endParaRPr lang="en-AU" dirty="0"/>
          </a:p>
        </p:txBody>
      </p:sp>
    </p:spTree>
    <p:extLst>
      <p:ext uri="{BB962C8B-B14F-4D97-AF65-F5344CB8AC3E}">
        <p14:creationId xmlns:p14="http://schemas.microsoft.com/office/powerpoint/2010/main" val="2727969584"/>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defTabSz="914400" eaLnBrk="1" fontAlgn="auto" latinLnBrk="0" hangingPunct="1">
              <a:lnSpc>
                <a:spcPct val="100000"/>
              </a:lnSpc>
              <a:spcBef>
                <a:spcPts val="400"/>
              </a:spcBef>
              <a:spcAft>
                <a:spcPts val="0"/>
              </a:spcAft>
              <a:buClrTx/>
              <a:buSzTx/>
              <a:buFontTx/>
              <a:buNone/>
              <a:tabLst/>
              <a:defRPr/>
            </a:pPr>
            <a:r>
              <a:rPr lang="en-AU" sz="1200" dirty="0">
                <a:effectLst/>
                <a:latin typeface="+mj-lt"/>
                <a:ea typeface="+mj-ea"/>
                <a:cs typeface="+mj-cs"/>
                <a:sym typeface="Arial"/>
              </a:rPr>
              <a:t>the decimal digits that you and I know. So the numbers that are otherwise more technically called base 10-- and that's just a fancy way of describing the fact that there's 10 digits that you and I as humans really tend to use typically. Those digits, of course, are zero through nine, and using these several digits, we can pose numbers like zero through nine, but also 10 and 11 and 12, and as high up as we want to go by using multiple digits still. </a:t>
            </a:r>
            <a:endParaRPr lang="en-AU" dirty="0">
              <a:effectLst/>
            </a:endParaRPr>
          </a:p>
          <a:p>
            <a:endParaRPr lang="en-AU" dirty="0"/>
          </a:p>
        </p:txBody>
      </p:sp>
    </p:spTree>
    <p:extLst>
      <p:ext uri="{BB962C8B-B14F-4D97-AF65-F5344CB8AC3E}">
        <p14:creationId xmlns:p14="http://schemas.microsoft.com/office/powerpoint/2010/main" val="419501905"/>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defTabSz="914400" eaLnBrk="1" fontAlgn="auto" latinLnBrk="0" hangingPunct="1">
              <a:lnSpc>
                <a:spcPct val="100000"/>
              </a:lnSpc>
              <a:spcBef>
                <a:spcPts val="400"/>
              </a:spcBef>
              <a:spcAft>
                <a:spcPts val="0"/>
              </a:spcAft>
              <a:buClrTx/>
              <a:buSzTx/>
              <a:buFontTx/>
              <a:buNone/>
              <a:tabLst/>
              <a:defRPr/>
            </a:pPr>
            <a:r>
              <a:rPr lang="en-AU" sz="1200" dirty="0">
                <a:effectLst/>
                <a:latin typeface="+mj-lt"/>
                <a:ea typeface="+mj-ea"/>
                <a:cs typeface="+mj-cs"/>
                <a:sym typeface="Arial"/>
              </a:rPr>
              <a:t>the decimal digits that you and I know. So the numbers that are otherwise more technically called base 10-- and that's just a fancy way of describing the fact that there's 10 digits that you and I as humans really tend to use typically. Those digits, of course, are zero through nine, and using these several digits, we can pose numbers like zero through nine, but also 10 and 11 and 12, and as high up as we want to go by using multiple digits still. </a:t>
            </a:r>
            <a:endParaRPr lang="en-AU" dirty="0">
              <a:effectLst/>
            </a:endParaRPr>
          </a:p>
          <a:p>
            <a:endParaRPr lang="en-AU" dirty="0"/>
          </a:p>
        </p:txBody>
      </p:sp>
    </p:spTree>
    <p:extLst>
      <p:ext uri="{BB962C8B-B14F-4D97-AF65-F5344CB8AC3E}">
        <p14:creationId xmlns:p14="http://schemas.microsoft.com/office/powerpoint/2010/main" val="1468443895"/>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defTabSz="914400" eaLnBrk="1" fontAlgn="auto" latinLnBrk="0" hangingPunct="1">
              <a:lnSpc>
                <a:spcPct val="100000"/>
              </a:lnSpc>
              <a:spcBef>
                <a:spcPts val="400"/>
              </a:spcBef>
              <a:spcAft>
                <a:spcPts val="0"/>
              </a:spcAft>
              <a:buClrTx/>
              <a:buSzTx/>
              <a:buFontTx/>
              <a:buNone/>
              <a:tabLst/>
              <a:defRPr/>
            </a:pPr>
            <a:r>
              <a:rPr lang="en-AU" sz="1200" dirty="0">
                <a:effectLst/>
                <a:latin typeface="+mj-lt"/>
                <a:ea typeface="+mj-ea"/>
                <a:cs typeface="+mj-cs"/>
                <a:sym typeface="Arial"/>
              </a:rPr>
              <a:t>the decimal digits that you and I know. So the numbers that are otherwise more technically called base 10-- and that's just a fancy way of describing the fact that there's 10 digits that you and I as humans really tend to use typically. Those digits, of course, are zero through nine, and using these several digits, we can pose numbers like zero through nine, but also 10 and 11 and 12, and as high up as we want to go by using multiple digits still. </a:t>
            </a:r>
            <a:endParaRPr lang="en-AU" dirty="0">
              <a:effectLst/>
            </a:endParaRPr>
          </a:p>
          <a:p>
            <a:endParaRPr lang="en-AU" dirty="0"/>
          </a:p>
        </p:txBody>
      </p:sp>
    </p:spTree>
    <p:extLst>
      <p:ext uri="{BB962C8B-B14F-4D97-AF65-F5344CB8AC3E}">
        <p14:creationId xmlns:p14="http://schemas.microsoft.com/office/powerpoint/2010/main" val="3292557798"/>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defTabSz="914400" eaLnBrk="1" fontAlgn="auto" latinLnBrk="0" hangingPunct="1">
              <a:lnSpc>
                <a:spcPct val="100000"/>
              </a:lnSpc>
              <a:spcBef>
                <a:spcPts val="400"/>
              </a:spcBef>
              <a:spcAft>
                <a:spcPts val="0"/>
              </a:spcAft>
              <a:buClrTx/>
              <a:buSzTx/>
              <a:buFontTx/>
              <a:buNone/>
              <a:tabLst/>
              <a:defRPr/>
            </a:pPr>
            <a:r>
              <a:rPr lang="en-AU" sz="1200" dirty="0">
                <a:effectLst/>
                <a:latin typeface="+mj-lt"/>
                <a:ea typeface="+mj-ea"/>
                <a:cs typeface="+mj-cs"/>
                <a:sym typeface="Arial"/>
              </a:rPr>
              <a:t>the decimal digits that you and I know. So the numbers that are otherwise more technically called base 10-- and that's just a fancy way of describing the fact that there's 10 digits that you and I as humans really tend to use typically. Those digits, of course, are zero through nine, and using these several digits, we can pose numbers like zero through nine, but also 10 and 11 and 12, and as high up as we want to go by using multiple digits still. </a:t>
            </a:r>
            <a:endParaRPr lang="en-AU" dirty="0">
              <a:effectLst/>
            </a:endParaRPr>
          </a:p>
          <a:p>
            <a:endParaRPr lang="en-AU" dirty="0"/>
          </a:p>
        </p:txBody>
      </p:sp>
    </p:spTree>
    <p:extLst>
      <p:ext uri="{BB962C8B-B14F-4D97-AF65-F5344CB8AC3E}">
        <p14:creationId xmlns:p14="http://schemas.microsoft.com/office/powerpoint/2010/main" val="241676916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cSld name="One-line title">
    <p:bg>
      <p:bgPr>
        <a:blipFill rotWithShape="1">
          <a:blip r:embed="rId2"/>
          <a:srcRect/>
          <a:stretch>
            <a:fillRect/>
          </a:stretch>
        </a:blipFill>
        <a:effectLst/>
      </p:bgPr>
    </p:bg>
    <p:spTree>
      <p:nvGrpSpPr>
        <p:cNvPr id="1" name=""/>
        <p:cNvGrpSpPr/>
        <p:nvPr/>
      </p:nvGrpSpPr>
      <p:grpSpPr>
        <a:xfrm>
          <a:off x="0" y="0"/>
          <a:ext cx="0" cy="0"/>
          <a:chOff x="0" y="0"/>
          <a:chExt cx="0" cy="0"/>
        </a:xfrm>
      </p:grpSpPr>
      <p:sp>
        <p:nvSpPr>
          <p:cNvPr id="14" name="Rectangle"/>
          <p:cNvSpPr/>
          <p:nvPr/>
        </p:nvSpPr>
        <p:spPr>
          <a:xfrm>
            <a:off x="0" y="4000503"/>
            <a:ext cx="6624638" cy="346078"/>
          </a:xfrm>
          <a:prstGeom prst="rect">
            <a:avLst/>
          </a:prstGeom>
          <a:solidFill>
            <a:srgbClr val="000000"/>
          </a:solidFill>
          <a:ln w="12700">
            <a:miter lim="400000"/>
          </a:ln>
        </p:spPr>
        <p:txBody>
          <a:bodyPr lIns="45718" tIns="45718" rIns="45718" bIns="45718" anchor="ctr"/>
          <a:lstStyle/>
          <a:p>
            <a:pPr algn="r">
              <a:spcBef>
                <a:spcPts val="1000"/>
              </a:spcBef>
              <a:defRPr sz="1600">
                <a:solidFill>
                  <a:schemeClr val="accent1"/>
                </a:solidFill>
                <a:latin typeface="+mj-lt"/>
                <a:ea typeface="+mj-ea"/>
                <a:cs typeface="+mj-cs"/>
                <a:sym typeface="Arial"/>
              </a:defRPr>
            </a:pPr>
            <a:endParaRPr/>
          </a:p>
        </p:txBody>
      </p:sp>
      <p:sp>
        <p:nvSpPr>
          <p:cNvPr id="15" name="Body Level One…"/>
          <p:cNvSpPr txBox="1">
            <a:spLocks noGrp="1"/>
          </p:cNvSpPr>
          <p:nvPr>
            <p:ph type="body" sz="quarter" idx="1"/>
          </p:nvPr>
        </p:nvSpPr>
        <p:spPr>
          <a:xfrm>
            <a:off x="0" y="4000503"/>
            <a:ext cx="5211763" cy="346078"/>
          </a:xfrm>
          <a:prstGeom prst="rect">
            <a:avLst/>
          </a:prstGeom>
        </p:spPr>
        <p:txBody>
          <a:bodyPr anchor="ctr"/>
          <a:lstStyle>
            <a:lvl1pPr marL="0" indent="0">
              <a:lnSpc>
                <a:spcPct val="100000"/>
              </a:lnSpc>
              <a:spcBef>
                <a:spcPts val="900"/>
              </a:spcBef>
              <a:buClrTx/>
              <a:buSzTx/>
              <a:buNone/>
              <a:defRPr sz="1600" b="1">
                <a:solidFill>
                  <a:srgbClr val="FFFFFF"/>
                </a:solidFill>
              </a:defRPr>
            </a:lvl1pPr>
            <a:lvl2pPr indent="0">
              <a:lnSpc>
                <a:spcPct val="100000"/>
              </a:lnSpc>
              <a:spcBef>
                <a:spcPts val="900"/>
              </a:spcBef>
              <a:buClrTx/>
              <a:buFontTx/>
              <a:defRPr sz="1600" b="1">
                <a:solidFill>
                  <a:srgbClr val="FFFFFF"/>
                </a:solidFill>
              </a:defRPr>
            </a:lvl2pPr>
            <a:lvl3pPr indent="0">
              <a:lnSpc>
                <a:spcPct val="100000"/>
              </a:lnSpc>
              <a:spcBef>
                <a:spcPts val="900"/>
              </a:spcBef>
              <a:buClrTx/>
              <a:buFontTx/>
              <a:defRPr sz="1600" b="1">
                <a:solidFill>
                  <a:srgbClr val="FFFFFF"/>
                </a:solidFill>
              </a:defRPr>
            </a:lvl3pPr>
            <a:lvl4pPr indent="0">
              <a:lnSpc>
                <a:spcPct val="100000"/>
              </a:lnSpc>
              <a:spcBef>
                <a:spcPts val="900"/>
              </a:spcBef>
              <a:buClrTx/>
              <a:buFontTx/>
              <a:defRPr sz="1600" b="1">
                <a:solidFill>
                  <a:srgbClr val="FFFFFF"/>
                </a:solidFill>
              </a:defRPr>
            </a:lvl4pPr>
            <a:lvl5pPr indent="0">
              <a:lnSpc>
                <a:spcPct val="100000"/>
              </a:lnSpc>
              <a:spcBef>
                <a:spcPts val="900"/>
              </a:spcBef>
              <a:buClrTx/>
              <a:buFontTx/>
              <a:defRPr sz="1600" b="1">
                <a:solidFill>
                  <a:srgbClr val="FFFFFF"/>
                </a:solidFill>
              </a:defRPr>
            </a:lvl5pPr>
          </a:lstStyle>
          <a:p>
            <a:r>
              <a:t>Body Level One</a:t>
            </a:r>
          </a:p>
          <a:p>
            <a:pPr lvl="1"/>
            <a:r>
              <a:t>Body Level Two</a:t>
            </a:r>
          </a:p>
          <a:p>
            <a:pPr lvl="2"/>
            <a:r>
              <a:t>Body Level Three</a:t>
            </a:r>
          </a:p>
          <a:p>
            <a:pPr lvl="3"/>
            <a:r>
              <a:t>Body Level Four</a:t>
            </a:r>
          </a:p>
          <a:p>
            <a:pPr lvl="4"/>
            <a:r>
              <a:t>Body Level Five</a:t>
            </a:r>
          </a:p>
        </p:txBody>
      </p:sp>
      <p:sp>
        <p:nvSpPr>
          <p:cNvPr id="16" name="Curtin University is a trademark of Curtin University of Technology…"/>
          <p:cNvSpPr txBox="1"/>
          <p:nvPr/>
        </p:nvSpPr>
        <p:spPr>
          <a:xfrm>
            <a:off x="468311" y="6302375"/>
            <a:ext cx="2230389" cy="14990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defRPr sz="600">
                <a:solidFill>
                  <a:srgbClr val="969696"/>
                </a:solidFill>
                <a:latin typeface="+mj-lt"/>
                <a:ea typeface="+mj-ea"/>
                <a:cs typeface="+mj-cs"/>
                <a:sym typeface="Arial"/>
              </a:defRPr>
            </a:pPr>
            <a:r>
              <a:t>Curtin University is a trademark of Curtin University of Technology</a:t>
            </a:r>
          </a:p>
          <a:p>
            <a:pPr>
              <a:defRPr sz="600">
                <a:solidFill>
                  <a:srgbClr val="969696"/>
                </a:solidFill>
                <a:latin typeface="+mj-lt"/>
                <a:ea typeface="+mj-ea"/>
                <a:cs typeface="+mj-cs"/>
                <a:sym typeface="Arial"/>
              </a:defRPr>
            </a:pPr>
            <a:r>
              <a:t>CRICOS Provider Code 00301J</a:t>
            </a:r>
          </a:p>
        </p:txBody>
      </p:sp>
      <p:sp>
        <p:nvSpPr>
          <p:cNvPr id="17" name="Title Text"/>
          <p:cNvSpPr txBox="1">
            <a:spLocks noGrp="1"/>
          </p:cNvSpPr>
          <p:nvPr>
            <p:ph type="title"/>
          </p:nvPr>
        </p:nvSpPr>
        <p:spPr>
          <a:xfrm>
            <a:off x="0" y="3214684"/>
            <a:ext cx="5760000" cy="786166"/>
          </a:xfrm>
          <a:prstGeom prst="rect">
            <a:avLst/>
          </a:prstGeom>
          <a:solidFill>
            <a:schemeClr val="accent1"/>
          </a:solidFill>
        </p:spPr>
        <p:txBody>
          <a:bodyPr anchor="b"/>
          <a:lstStyle>
            <a:lvl1pPr>
              <a:defRPr sz="4400">
                <a:solidFill>
                  <a:srgbClr val="FFFFFF"/>
                </a:solidFill>
              </a:defRPr>
            </a:lvl1pPr>
          </a:lstStyle>
          <a:p>
            <a:r>
              <a:t>Title Text</a:t>
            </a:r>
          </a:p>
        </p:txBody>
      </p:sp>
      <p:sp>
        <p:nvSpPr>
          <p:cNvPr id="18" name="Slide Number"/>
          <p:cNvSpPr txBox="1">
            <a:spLocks noGrp="1"/>
          </p:cNvSpPr>
          <p:nvPr>
            <p:ph type="sldNum" sz="quarter" idx="2"/>
          </p:nvPr>
        </p:nvSpPr>
        <p:spPr>
          <a:xfrm>
            <a:off x="6279548" y="6224225"/>
            <a:ext cx="273652" cy="26425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x">
  <p:cSld name="One-line title, transparent">
    <p:spTree>
      <p:nvGrpSpPr>
        <p:cNvPr id="1" name=""/>
        <p:cNvGrpSpPr/>
        <p:nvPr/>
      </p:nvGrpSpPr>
      <p:grpSpPr>
        <a:xfrm>
          <a:off x="0" y="0"/>
          <a:ext cx="0" cy="0"/>
          <a:chOff x="0" y="0"/>
          <a:chExt cx="0" cy="0"/>
        </a:xfrm>
      </p:grpSpPr>
      <p:pic>
        <p:nvPicPr>
          <p:cNvPr id="25" name="curtinPowerPointBGTitle" descr="curtinPowerPointBGTitle"/>
          <p:cNvPicPr>
            <a:picLocks noChangeAspect="1"/>
          </p:cNvPicPr>
          <p:nvPr/>
        </p:nvPicPr>
        <p:blipFill>
          <a:blip r:embed="rId2"/>
          <a:stretch>
            <a:fillRect/>
          </a:stretch>
        </p:blipFill>
        <p:spPr>
          <a:xfrm>
            <a:off x="0" y="0"/>
            <a:ext cx="9144000" cy="6858000"/>
          </a:xfrm>
          <a:prstGeom prst="rect">
            <a:avLst/>
          </a:prstGeom>
          <a:ln w="12700">
            <a:miter lim="400000"/>
          </a:ln>
        </p:spPr>
      </p:pic>
      <p:sp>
        <p:nvSpPr>
          <p:cNvPr id="26" name="Rectangle"/>
          <p:cNvSpPr/>
          <p:nvPr/>
        </p:nvSpPr>
        <p:spPr>
          <a:xfrm>
            <a:off x="0" y="5063734"/>
            <a:ext cx="6624638" cy="346078"/>
          </a:xfrm>
          <a:prstGeom prst="rect">
            <a:avLst/>
          </a:prstGeom>
          <a:solidFill>
            <a:srgbClr val="000000"/>
          </a:solidFill>
          <a:ln w="12700">
            <a:miter lim="400000"/>
          </a:ln>
        </p:spPr>
        <p:txBody>
          <a:bodyPr lIns="45718" tIns="45718" rIns="45718" bIns="45718" anchor="ctr"/>
          <a:lstStyle/>
          <a:p>
            <a:pPr algn="r">
              <a:spcBef>
                <a:spcPts val="1000"/>
              </a:spcBef>
              <a:defRPr sz="1600">
                <a:solidFill>
                  <a:schemeClr val="accent1"/>
                </a:solidFill>
                <a:latin typeface="+mj-lt"/>
                <a:ea typeface="+mj-ea"/>
                <a:cs typeface="+mj-cs"/>
                <a:sym typeface="Arial"/>
              </a:defRPr>
            </a:pPr>
            <a:endParaRPr/>
          </a:p>
        </p:txBody>
      </p:sp>
      <p:sp>
        <p:nvSpPr>
          <p:cNvPr id="27" name="Body Level One…"/>
          <p:cNvSpPr txBox="1">
            <a:spLocks noGrp="1"/>
          </p:cNvSpPr>
          <p:nvPr>
            <p:ph type="body" sz="quarter" idx="1"/>
          </p:nvPr>
        </p:nvSpPr>
        <p:spPr>
          <a:xfrm>
            <a:off x="92818" y="5054603"/>
            <a:ext cx="5211763" cy="346078"/>
          </a:xfrm>
          <a:prstGeom prst="rect">
            <a:avLst/>
          </a:prstGeom>
        </p:spPr>
        <p:txBody>
          <a:bodyPr anchor="ctr"/>
          <a:lstStyle>
            <a:lvl1pPr marL="0" indent="0">
              <a:lnSpc>
                <a:spcPct val="100000"/>
              </a:lnSpc>
              <a:spcBef>
                <a:spcPts val="900"/>
              </a:spcBef>
              <a:buClrTx/>
              <a:buSzTx/>
              <a:buNone/>
              <a:defRPr sz="1600" b="1">
                <a:solidFill>
                  <a:srgbClr val="FFFFFF"/>
                </a:solidFill>
              </a:defRPr>
            </a:lvl1pPr>
            <a:lvl2pPr indent="0">
              <a:lnSpc>
                <a:spcPct val="100000"/>
              </a:lnSpc>
              <a:spcBef>
                <a:spcPts val="900"/>
              </a:spcBef>
              <a:buClrTx/>
              <a:buFontTx/>
              <a:defRPr sz="1600" b="1">
                <a:solidFill>
                  <a:srgbClr val="FFFFFF"/>
                </a:solidFill>
              </a:defRPr>
            </a:lvl2pPr>
            <a:lvl3pPr indent="0">
              <a:lnSpc>
                <a:spcPct val="100000"/>
              </a:lnSpc>
              <a:spcBef>
                <a:spcPts val="900"/>
              </a:spcBef>
              <a:buClrTx/>
              <a:buFontTx/>
              <a:defRPr sz="1600" b="1">
                <a:solidFill>
                  <a:srgbClr val="FFFFFF"/>
                </a:solidFill>
              </a:defRPr>
            </a:lvl3pPr>
            <a:lvl4pPr indent="0">
              <a:lnSpc>
                <a:spcPct val="100000"/>
              </a:lnSpc>
              <a:spcBef>
                <a:spcPts val="900"/>
              </a:spcBef>
              <a:buClrTx/>
              <a:buFontTx/>
              <a:defRPr sz="1600" b="1">
                <a:solidFill>
                  <a:srgbClr val="FFFFFF"/>
                </a:solidFill>
              </a:defRPr>
            </a:lvl4pPr>
            <a:lvl5pPr indent="0">
              <a:lnSpc>
                <a:spcPct val="100000"/>
              </a:lnSpc>
              <a:spcBef>
                <a:spcPts val="900"/>
              </a:spcBef>
              <a:buClrTx/>
              <a:buFontTx/>
              <a:defRPr sz="1600" b="1">
                <a:solidFill>
                  <a:srgbClr val="FFFFFF"/>
                </a:solidFill>
              </a:defRPr>
            </a:lvl5pPr>
          </a:lstStyle>
          <a:p>
            <a:r>
              <a:rPr dirty="0"/>
              <a:t>Body Level One</a:t>
            </a:r>
          </a:p>
          <a:p>
            <a:pPr lvl="1"/>
            <a:r>
              <a:rPr dirty="0"/>
              <a:t>Body Level Two</a:t>
            </a:r>
          </a:p>
          <a:p>
            <a:pPr lvl="2"/>
            <a:r>
              <a:rPr dirty="0"/>
              <a:t>Body Level Three</a:t>
            </a:r>
          </a:p>
          <a:p>
            <a:pPr lvl="3"/>
            <a:r>
              <a:rPr dirty="0"/>
              <a:t>Body Level Four</a:t>
            </a:r>
          </a:p>
          <a:p>
            <a:pPr lvl="4"/>
            <a:r>
              <a:rPr dirty="0"/>
              <a:t>Body Level Five</a:t>
            </a:r>
          </a:p>
        </p:txBody>
      </p:sp>
      <p:sp>
        <p:nvSpPr>
          <p:cNvPr id="28" name="Curtin University is a trademark of Curtin University of Technology…"/>
          <p:cNvSpPr txBox="1"/>
          <p:nvPr/>
        </p:nvSpPr>
        <p:spPr>
          <a:xfrm>
            <a:off x="468311" y="6302375"/>
            <a:ext cx="2230389" cy="14990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defRPr sz="600">
                <a:solidFill>
                  <a:srgbClr val="000000"/>
                </a:solidFill>
                <a:latin typeface="+mj-lt"/>
                <a:ea typeface="+mj-ea"/>
                <a:cs typeface="+mj-cs"/>
                <a:sym typeface="Arial"/>
              </a:defRPr>
            </a:pPr>
            <a:r>
              <a:t>Curtin University is a trademark of Curtin University of Technology</a:t>
            </a:r>
          </a:p>
          <a:p>
            <a:pPr>
              <a:defRPr sz="600">
                <a:solidFill>
                  <a:srgbClr val="000000"/>
                </a:solidFill>
                <a:latin typeface="+mj-lt"/>
                <a:ea typeface="+mj-ea"/>
                <a:cs typeface="+mj-cs"/>
                <a:sym typeface="Arial"/>
              </a:defRPr>
            </a:pPr>
            <a:r>
              <a:t>CRICOS Provider Code 00301J</a:t>
            </a:r>
          </a:p>
        </p:txBody>
      </p:sp>
      <p:sp>
        <p:nvSpPr>
          <p:cNvPr id="29" name="Title Text"/>
          <p:cNvSpPr txBox="1">
            <a:spLocks noGrp="1"/>
          </p:cNvSpPr>
          <p:nvPr>
            <p:ph type="title"/>
          </p:nvPr>
        </p:nvSpPr>
        <p:spPr>
          <a:xfrm>
            <a:off x="0" y="4268437"/>
            <a:ext cx="5760000" cy="786166"/>
          </a:xfrm>
          <a:prstGeom prst="rect">
            <a:avLst/>
          </a:prstGeom>
          <a:solidFill>
            <a:schemeClr val="accent1">
              <a:alpha val="80000"/>
            </a:schemeClr>
          </a:solidFill>
        </p:spPr>
        <p:txBody>
          <a:bodyPr anchor="b"/>
          <a:lstStyle>
            <a:lvl1pPr>
              <a:defRPr sz="4400">
                <a:solidFill>
                  <a:srgbClr val="FFFFFF"/>
                </a:solidFill>
              </a:defRPr>
            </a:lvl1pPr>
          </a:lstStyle>
          <a:p>
            <a:r>
              <a:t>Title Text</a:t>
            </a: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x">
  <p:cSld name="Two-line title">
    <p:bg>
      <p:bgPr>
        <a:blipFill rotWithShape="1">
          <a:blip r:embed="rId2"/>
          <a:srcRect/>
          <a:stretch>
            <a:fillRect/>
          </a:stretch>
        </a:blipFill>
        <a:effectLst/>
      </p:bgPr>
    </p:bg>
    <p:spTree>
      <p:nvGrpSpPr>
        <p:cNvPr id="1" name=""/>
        <p:cNvGrpSpPr/>
        <p:nvPr/>
      </p:nvGrpSpPr>
      <p:grpSpPr>
        <a:xfrm>
          <a:off x="0" y="0"/>
          <a:ext cx="0" cy="0"/>
          <a:chOff x="0" y="0"/>
          <a:chExt cx="0" cy="0"/>
        </a:xfrm>
      </p:grpSpPr>
      <p:sp>
        <p:nvSpPr>
          <p:cNvPr id="37" name="Rectangle"/>
          <p:cNvSpPr/>
          <p:nvPr/>
        </p:nvSpPr>
        <p:spPr>
          <a:xfrm>
            <a:off x="0" y="4429130"/>
            <a:ext cx="6624638" cy="346078"/>
          </a:xfrm>
          <a:prstGeom prst="rect">
            <a:avLst/>
          </a:prstGeom>
          <a:solidFill>
            <a:srgbClr val="000000"/>
          </a:solidFill>
          <a:ln w="12700">
            <a:miter lim="400000"/>
          </a:ln>
        </p:spPr>
        <p:txBody>
          <a:bodyPr lIns="45718" tIns="45718" rIns="45718" bIns="45718" anchor="ctr"/>
          <a:lstStyle/>
          <a:p>
            <a:pPr algn="r">
              <a:spcBef>
                <a:spcPts val="1000"/>
              </a:spcBef>
              <a:defRPr sz="1600">
                <a:solidFill>
                  <a:schemeClr val="accent1"/>
                </a:solidFill>
                <a:latin typeface="+mj-lt"/>
                <a:ea typeface="+mj-ea"/>
                <a:cs typeface="+mj-cs"/>
                <a:sym typeface="Arial"/>
              </a:defRPr>
            </a:pPr>
            <a:endParaRPr/>
          </a:p>
        </p:txBody>
      </p:sp>
      <p:sp>
        <p:nvSpPr>
          <p:cNvPr id="38" name="Body Level One…"/>
          <p:cNvSpPr txBox="1">
            <a:spLocks noGrp="1"/>
          </p:cNvSpPr>
          <p:nvPr>
            <p:ph type="body" sz="quarter" idx="1"/>
          </p:nvPr>
        </p:nvSpPr>
        <p:spPr>
          <a:xfrm>
            <a:off x="0" y="4429130"/>
            <a:ext cx="5211763" cy="346078"/>
          </a:xfrm>
          <a:prstGeom prst="rect">
            <a:avLst/>
          </a:prstGeom>
        </p:spPr>
        <p:txBody>
          <a:bodyPr anchor="ctr"/>
          <a:lstStyle>
            <a:lvl1pPr marL="0" indent="0">
              <a:lnSpc>
                <a:spcPct val="100000"/>
              </a:lnSpc>
              <a:spcBef>
                <a:spcPts val="900"/>
              </a:spcBef>
              <a:buClrTx/>
              <a:buSzTx/>
              <a:buNone/>
              <a:defRPr sz="1600" b="1">
                <a:solidFill>
                  <a:srgbClr val="FFFFFF"/>
                </a:solidFill>
              </a:defRPr>
            </a:lvl1pPr>
            <a:lvl2pPr indent="0">
              <a:lnSpc>
                <a:spcPct val="100000"/>
              </a:lnSpc>
              <a:spcBef>
                <a:spcPts val="900"/>
              </a:spcBef>
              <a:buClrTx/>
              <a:buFontTx/>
              <a:defRPr sz="1600" b="1">
                <a:solidFill>
                  <a:srgbClr val="FFFFFF"/>
                </a:solidFill>
              </a:defRPr>
            </a:lvl2pPr>
            <a:lvl3pPr indent="0">
              <a:lnSpc>
                <a:spcPct val="100000"/>
              </a:lnSpc>
              <a:spcBef>
                <a:spcPts val="900"/>
              </a:spcBef>
              <a:buClrTx/>
              <a:buFontTx/>
              <a:defRPr sz="1600" b="1">
                <a:solidFill>
                  <a:srgbClr val="FFFFFF"/>
                </a:solidFill>
              </a:defRPr>
            </a:lvl3pPr>
            <a:lvl4pPr indent="0">
              <a:lnSpc>
                <a:spcPct val="100000"/>
              </a:lnSpc>
              <a:spcBef>
                <a:spcPts val="900"/>
              </a:spcBef>
              <a:buClrTx/>
              <a:buFontTx/>
              <a:defRPr sz="1600" b="1">
                <a:solidFill>
                  <a:srgbClr val="FFFFFF"/>
                </a:solidFill>
              </a:defRPr>
            </a:lvl4pPr>
            <a:lvl5pPr indent="0">
              <a:lnSpc>
                <a:spcPct val="100000"/>
              </a:lnSpc>
              <a:spcBef>
                <a:spcPts val="900"/>
              </a:spcBef>
              <a:buClrTx/>
              <a:buFontTx/>
              <a:defRPr sz="1600" b="1">
                <a:solidFill>
                  <a:srgbClr val="FFFFFF"/>
                </a:solidFill>
              </a:defRPr>
            </a:lvl5pPr>
          </a:lstStyle>
          <a:p>
            <a:r>
              <a:t>Body Level One</a:t>
            </a:r>
          </a:p>
          <a:p>
            <a:pPr lvl="1"/>
            <a:r>
              <a:t>Body Level Two</a:t>
            </a:r>
          </a:p>
          <a:p>
            <a:pPr lvl="2"/>
            <a:r>
              <a:t>Body Level Three</a:t>
            </a:r>
          </a:p>
          <a:p>
            <a:pPr lvl="3"/>
            <a:r>
              <a:t>Body Level Four</a:t>
            </a:r>
          </a:p>
          <a:p>
            <a:pPr lvl="4"/>
            <a:r>
              <a:t>Body Level Five</a:t>
            </a:r>
          </a:p>
        </p:txBody>
      </p:sp>
      <p:sp>
        <p:nvSpPr>
          <p:cNvPr id="39" name="Curtin University is a trademark of Curtin University of Technology…"/>
          <p:cNvSpPr txBox="1"/>
          <p:nvPr/>
        </p:nvSpPr>
        <p:spPr>
          <a:xfrm>
            <a:off x="468311" y="6302375"/>
            <a:ext cx="2230389" cy="14990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defRPr sz="600">
                <a:solidFill>
                  <a:srgbClr val="969696"/>
                </a:solidFill>
                <a:latin typeface="+mj-lt"/>
                <a:ea typeface="+mj-ea"/>
                <a:cs typeface="+mj-cs"/>
                <a:sym typeface="Arial"/>
              </a:defRPr>
            </a:pPr>
            <a:r>
              <a:t>Curtin University is a trademark of Curtin University of Technology</a:t>
            </a:r>
          </a:p>
          <a:p>
            <a:pPr>
              <a:defRPr sz="600">
                <a:solidFill>
                  <a:srgbClr val="969696"/>
                </a:solidFill>
                <a:latin typeface="+mj-lt"/>
                <a:ea typeface="+mj-ea"/>
                <a:cs typeface="+mj-cs"/>
                <a:sym typeface="Arial"/>
              </a:defRPr>
            </a:pPr>
            <a:r>
              <a:t>CRICOS Provider Code 00301J</a:t>
            </a:r>
          </a:p>
        </p:txBody>
      </p:sp>
      <p:sp>
        <p:nvSpPr>
          <p:cNvPr id="40" name="Title Text"/>
          <p:cNvSpPr txBox="1">
            <a:spLocks noGrp="1"/>
          </p:cNvSpPr>
          <p:nvPr>
            <p:ph type="title"/>
          </p:nvPr>
        </p:nvSpPr>
        <p:spPr>
          <a:xfrm>
            <a:off x="0" y="2857493"/>
            <a:ext cx="5760000" cy="786166"/>
          </a:xfrm>
          <a:prstGeom prst="rect">
            <a:avLst/>
          </a:prstGeom>
          <a:solidFill>
            <a:schemeClr val="accent1"/>
          </a:solidFill>
        </p:spPr>
        <p:txBody>
          <a:bodyPr anchor="b"/>
          <a:lstStyle>
            <a:lvl1pPr>
              <a:defRPr sz="4400">
                <a:solidFill>
                  <a:srgbClr val="FFFFFF"/>
                </a:solidFill>
              </a:defRPr>
            </a:lvl1pPr>
          </a:lstStyle>
          <a:p>
            <a:r>
              <a:t>Title Text</a:t>
            </a:r>
          </a:p>
        </p:txBody>
      </p:sp>
      <p:sp>
        <p:nvSpPr>
          <p:cNvPr id="41" name="CHANGE IN MASTER"/>
          <p:cNvSpPr/>
          <p:nvPr/>
        </p:nvSpPr>
        <p:spPr>
          <a:xfrm>
            <a:off x="-3" y="3812756"/>
            <a:ext cx="5601247" cy="616720"/>
          </a:xfrm>
          <a:prstGeom prst="rect">
            <a:avLst/>
          </a:prstGeom>
          <a:solidFill>
            <a:schemeClr val="accent1"/>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nchor="b">
            <a:spAutoFit/>
          </a:bodyPr>
          <a:lstStyle>
            <a:lvl1pPr>
              <a:defRPr sz="4400">
                <a:solidFill>
                  <a:srgbClr val="FFFFFF"/>
                </a:solidFill>
                <a:latin typeface="+mj-lt"/>
                <a:ea typeface="+mj-ea"/>
                <a:cs typeface="+mj-cs"/>
                <a:sym typeface="Arial"/>
              </a:defRPr>
            </a:lvl1pPr>
          </a:lstStyle>
          <a:p>
            <a:r>
              <a:t>CHANGE IN MASTER</a:t>
            </a:r>
          </a:p>
        </p:txBody>
      </p:sp>
      <p:sp>
        <p:nvSpPr>
          <p:cNvPr id="42" name="Slide Number"/>
          <p:cNvSpPr txBox="1">
            <a:spLocks noGrp="1"/>
          </p:cNvSpPr>
          <p:nvPr>
            <p:ph type="sldNum" sz="quarter" idx="2"/>
          </p:nvPr>
        </p:nvSpPr>
        <p:spPr>
          <a:xfrm>
            <a:off x="6279548" y="6224225"/>
            <a:ext cx="273652" cy="26425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x">
  <p:cSld name="Two-line title, transparent">
    <p:spTree>
      <p:nvGrpSpPr>
        <p:cNvPr id="1" name=""/>
        <p:cNvGrpSpPr/>
        <p:nvPr/>
      </p:nvGrpSpPr>
      <p:grpSpPr>
        <a:xfrm>
          <a:off x="0" y="0"/>
          <a:ext cx="0" cy="0"/>
          <a:chOff x="0" y="0"/>
          <a:chExt cx="0" cy="0"/>
        </a:xfrm>
      </p:grpSpPr>
      <p:pic>
        <p:nvPicPr>
          <p:cNvPr id="49" name="curtinPowerPointBGTitle" descr="curtinPowerPointBGTitle"/>
          <p:cNvPicPr>
            <a:picLocks noChangeAspect="1"/>
          </p:cNvPicPr>
          <p:nvPr/>
        </p:nvPicPr>
        <p:blipFill>
          <a:blip r:embed="rId2"/>
          <a:stretch>
            <a:fillRect/>
          </a:stretch>
        </p:blipFill>
        <p:spPr>
          <a:xfrm>
            <a:off x="0" y="0"/>
            <a:ext cx="9144000" cy="6858000"/>
          </a:xfrm>
          <a:prstGeom prst="rect">
            <a:avLst/>
          </a:prstGeom>
          <a:ln w="12700">
            <a:miter lim="400000"/>
          </a:ln>
        </p:spPr>
      </p:pic>
      <p:sp>
        <p:nvSpPr>
          <p:cNvPr id="50" name="Curtin University is a trademark of Curtin University of Technology…"/>
          <p:cNvSpPr txBox="1"/>
          <p:nvPr/>
        </p:nvSpPr>
        <p:spPr>
          <a:xfrm>
            <a:off x="468311" y="6302375"/>
            <a:ext cx="2230389" cy="14990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defRPr sz="600">
                <a:solidFill>
                  <a:srgbClr val="969696"/>
                </a:solidFill>
                <a:latin typeface="+mj-lt"/>
                <a:ea typeface="+mj-ea"/>
                <a:cs typeface="+mj-cs"/>
                <a:sym typeface="Arial"/>
              </a:defRPr>
            </a:pPr>
            <a:r>
              <a:t>Curtin University is a trademark of Curtin University of Technology</a:t>
            </a:r>
          </a:p>
          <a:p>
            <a:pPr>
              <a:defRPr sz="600">
                <a:solidFill>
                  <a:srgbClr val="969696"/>
                </a:solidFill>
                <a:latin typeface="+mj-lt"/>
                <a:ea typeface="+mj-ea"/>
                <a:cs typeface="+mj-cs"/>
                <a:sym typeface="Arial"/>
              </a:defRPr>
            </a:pPr>
            <a:r>
              <a:t>CRICOS Provider Code 00301J</a:t>
            </a:r>
          </a:p>
        </p:txBody>
      </p:sp>
      <p:sp>
        <p:nvSpPr>
          <p:cNvPr id="51" name="Rectangle"/>
          <p:cNvSpPr/>
          <p:nvPr/>
        </p:nvSpPr>
        <p:spPr>
          <a:xfrm>
            <a:off x="0" y="4429130"/>
            <a:ext cx="6624638" cy="346078"/>
          </a:xfrm>
          <a:prstGeom prst="rect">
            <a:avLst/>
          </a:prstGeom>
          <a:solidFill>
            <a:srgbClr val="000000"/>
          </a:solidFill>
          <a:ln w="12700">
            <a:miter lim="400000"/>
          </a:ln>
        </p:spPr>
        <p:txBody>
          <a:bodyPr lIns="45718" tIns="45718" rIns="45718" bIns="45718" anchor="ctr"/>
          <a:lstStyle/>
          <a:p>
            <a:pPr algn="r">
              <a:spcBef>
                <a:spcPts val="1000"/>
              </a:spcBef>
              <a:defRPr sz="1600">
                <a:solidFill>
                  <a:schemeClr val="accent1"/>
                </a:solidFill>
                <a:latin typeface="+mj-lt"/>
                <a:ea typeface="+mj-ea"/>
                <a:cs typeface="+mj-cs"/>
                <a:sym typeface="Arial"/>
              </a:defRPr>
            </a:pPr>
            <a:endParaRPr/>
          </a:p>
        </p:txBody>
      </p:sp>
      <p:sp>
        <p:nvSpPr>
          <p:cNvPr id="52" name="Body Level One…"/>
          <p:cNvSpPr txBox="1">
            <a:spLocks noGrp="1"/>
          </p:cNvSpPr>
          <p:nvPr>
            <p:ph type="body" sz="quarter" idx="1"/>
          </p:nvPr>
        </p:nvSpPr>
        <p:spPr>
          <a:xfrm>
            <a:off x="0" y="4429130"/>
            <a:ext cx="5211763" cy="346078"/>
          </a:xfrm>
          <a:prstGeom prst="rect">
            <a:avLst/>
          </a:prstGeom>
        </p:spPr>
        <p:txBody>
          <a:bodyPr anchor="ctr"/>
          <a:lstStyle>
            <a:lvl1pPr marL="0" indent="0">
              <a:lnSpc>
                <a:spcPct val="100000"/>
              </a:lnSpc>
              <a:spcBef>
                <a:spcPts val="900"/>
              </a:spcBef>
              <a:buClrTx/>
              <a:buSzTx/>
              <a:buNone/>
              <a:defRPr sz="1600" b="1">
                <a:solidFill>
                  <a:srgbClr val="FFFFFF"/>
                </a:solidFill>
              </a:defRPr>
            </a:lvl1pPr>
            <a:lvl2pPr indent="0">
              <a:lnSpc>
                <a:spcPct val="100000"/>
              </a:lnSpc>
              <a:spcBef>
                <a:spcPts val="900"/>
              </a:spcBef>
              <a:buClrTx/>
              <a:buFontTx/>
              <a:defRPr sz="1600" b="1">
                <a:solidFill>
                  <a:srgbClr val="FFFFFF"/>
                </a:solidFill>
              </a:defRPr>
            </a:lvl2pPr>
            <a:lvl3pPr indent="0">
              <a:lnSpc>
                <a:spcPct val="100000"/>
              </a:lnSpc>
              <a:spcBef>
                <a:spcPts val="900"/>
              </a:spcBef>
              <a:buClrTx/>
              <a:buFontTx/>
              <a:defRPr sz="1600" b="1">
                <a:solidFill>
                  <a:srgbClr val="FFFFFF"/>
                </a:solidFill>
              </a:defRPr>
            </a:lvl3pPr>
            <a:lvl4pPr indent="0">
              <a:lnSpc>
                <a:spcPct val="100000"/>
              </a:lnSpc>
              <a:spcBef>
                <a:spcPts val="900"/>
              </a:spcBef>
              <a:buClrTx/>
              <a:buFontTx/>
              <a:defRPr sz="1600" b="1">
                <a:solidFill>
                  <a:srgbClr val="FFFFFF"/>
                </a:solidFill>
              </a:defRPr>
            </a:lvl4pPr>
            <a:lvl5pPr indent="0">
              <a:lnSpc>
                <a:spcPct val="100000"/>
              </a:lnSpc>
              <a:spcBef>
                <a:spcPts val="900"/>
              </a:spcBef>
              <a:buClrTx/>
              <a:buFontTx/>
              <a:defRPr sz="1600" b="1">
                <a:solidFill>
                  <a:srgbClr val="FFFFFF"/>
                </a:solidFill>
              </a:defRPr>
            </a:lvl5pPr>
          </a:lstStyle>
          <a:p>
            <a:r>
              <a:t>Body Level One</a:t>
            </a:r>
          </a:p>
          <a:p>
            <a:pPr lvl="1"/>
            <a:r>
              <a:t>Body Level Two</a:t>
            </a:r>
          </a:p>
          <a:p>
            <a:pPr lvl="2"/>
            <a:r>
              <a:t>Body Level Three</a:t>
            </a:r>
          </a:p>
          <a:p>
            <a:pPr lvl="3"/>
            <a:r>
              <a:t>Body Level Four</a:t>
            </a:r>
          </a:p>
          <a:p>
            <a:pPr lvl="4"/>
            <a:r>
              <a:t>Body Level Five</a:t>
            </a:r>
          </a:p>
        </p:txBody>
      </p:sp>
      <p:sp>
        <p:nvSpPr>
          <p:cNvPr id="53" name="Title Text"/>
          <p:cNvSpPr txBox="1">
            <a:spLocks noGrp="1"/>
          </p:cNvSpPr>
          <p:nvPr>
            <p:ph type="title"/>
          </p:nvPr>
        </p:nvSpPr>
        <p:spPr>
          <a:xfrm>
            <a:off x="0" y="2857493"/>
            <a:ext cx="5760000" cy="786166"/>
          </a:xfrm>
          <a:prstGeom prst="rect">
            <a:avLst/>
          </a:prstGeom>
          <a:solidFill>
            <a:schemeClr val="accent1">
              <a:alpha val="80000"/>
            </a:schemeClr>
          </a:solidFill>
        </p:spPr>
        <p:txBody>
          <a:bodyPr anchor="b"/>
          <a:lstStyle>
            <a:lvl1pPr>
              <a:defRPr sz="4400">
                <a:solidFill>
                  <a:srgbClr val="FFFFFF"/>
                </a:solidFill>
              </a:defRPr>
            </a:lvl1pPr>
          </a:lstStyle>
          <a:p>
            <a:r>
              <a:t>Title Text</a:t>
            </a:r>
          </a:p>
        </p:txBody>
      </p:sp>
      <p:sp>
        <p:nvSpPr>
          <p:cNvPr id="54" name="CHANGE IN MASTER"/>
          <p:cNvSpPr/>
          <p:nvPr/>
        </p:nvSpPr>
        <p:spPr>
          <a:xfrm>
            <a:off x="-3" y="3812756"/>
            <a:ext cx="5601247" cy="616720"/>
          </a:xfrm>
          <a:prstGeom prst="rect">
            <a:avLst/>
          </a:prstGeom>
          <a:solidFill>
            <a:schemeClr val="accent1">
              <a:alpha val="80000"/>
            </a:schemeClr>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nchor="b">
            <a:spAutoFit/>
          </a:bodyPr>
          <a:lstStyle>
            <a:lvl1pPr>
              <a:defRPr sz="4400">
                <a:solidFill>
                  <a:srgbClr val="FFFFFF"/>
                </a:solidFill>
                <a:latin typeface="+mj-lt"/>
                <a:ea typeface="+mj-ea"/>
                <a:cs typeface="+mj-cs"/>
                <a:sym typeface="Arial"/>
              </a:defRPr>
            </a:lvl1pPr>
          </a:lstStyle>
          <a:p>
            <a:r>
              <a:t>CHANGE IN MASTER</a:t>
            </a:r>
          </a:p>
        </p:txBody>
      </p:sp>
      <p:sp>
        <p:nvSpPr>
          <p:cNvPr id="55" name="Slide Number"/>
          <p:cNvSpPr txBox="1">
            <a:spLocks noGrp="1"/>
          </p:cNvSpPr>
          <p:nvPr>
            <p:ph type="sldNum" sz="quarter" idx="2"/>
          </p:nvPr>
        </p:nvSpPr>
        <p:spPr>
          <a:xfrm>
            <a:off x="6279548" y="6224225"/>
            <a:ext cx="273652" cy="26425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Title and Content">
    <p:spTree>
      <p:nvGrpSpPr>
        <p:cNvPr id="1" name=""/>
        <p:cNvGrpSpPr/>
        <p:nvPr/>
      </p:nvGrpSpPr>
      <p:grpSpPr>
        <a:xfrm>
          <a:off x="0" y="0"/>
          <a:ext cx="0" cy="0"/>
          <a:chOff x="0" y="0"/>
          <a:chExt cx="0" cy="0"/>
        </a:xfrm>
      </p:grpSpPr>
      <p:sp>
        <p:nvSpPr>
          <p:cNvPr id="62" name="Title Text"/>
          <p:cNvSpPr txBox="1">
            <a:spLocks noGrp="1"/>
          </p:cNvSpPr>
          <p:nvPr>
            <p:ph type="title"/>
          </p:nvPr>
        </p:nvSpPr>
        <p:spPr>
          <a:prstGeom prst="rect">
            <a:avLst/>
          </a:prstGeom>
        </p:spPr>
        <p:txBody>
          <a:bodyPr/>
          <a:lstStyle/>
          <a:p>
            <a:r>
              <a:t>Title Text</a:t>
            </a:r>
          </a:p>
        </p:txBody>
      </p:sp>
      <p:sp>
        <p:nvSpPr>
          <p:cNvPr id="63" name="Body Level One…"/>
          <p:cNvSpPr txBox="1">
            <a:spLocks noGrp="1"/>
          </p:cNvSpPr>
          <p:nvPr>
            <p:ph type="body" idx="1"/>
          </p:nvPr>
        </p:nvSpPr>
        <p:spPr>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64" name="Slide Number"/>
          <p:cNvSpPr txBox="1">
            <a:spLocks noGrp="1"/>
          </p:cNvSpPr>
          <p:nvPr>
            <p:ph type="sldNum" sz="quarter" idx="2"/>
          </p:nvPr>
        </p:nvSpPr>
        <p:spPr>
          <a:xfrm>
            <a:off x="4419600" y="6172200"/>
            <a:ext cx="2133600" cy="3683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x">
  <p:cSld name="Section Header">
    <p:spTree>
      <p:nvGrpSpPr>
        <p:cNvPr id="1" name=""/>
        <p:cNvGrpSpPr/>
        <p:nvPr/>
      </p:nvGrpSpPr>
      <p:grpSpPr>
        <a:xfrm>
          <a:off x="0" y="0"/>
          <a:ext cx="0" cy="0"/>
          <a:chOff x="0" y="0"/>
          <a:chExt cx="0" cy="0"/>
        </a:xfrm>
      </p:grpSpPr>
      <p:sp>
        <p:nvSpPr>
          <p:cNvPr id="71" name="Curtin University is a trademark of Curtin University of Technology…"/>
          <p:cNvSpPr txBox="1"/>
          <p:nvPr/>
        </p:nvSpPr>
        <p:spPr>
          <a:xfrm>
            <a:off x="468311" y="6302375"/>
            <a:ext cx="2230389" cy="14990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defRPr sz="600">
                <a:solidFill>
                  <a:srgbClr val="969696"/>
                </a:solidFill>
                <a:latin typeface="+mj-lt"/>
                <a:ea typeface="+mj-ea"/>
                <a:cs typeface="+mj-cs"/>
                <a:sym typeface="Arial"/>
              </a:defRPr>
            </a:pPr>
            <a:r>
              <a:t>Curtin University is a trademark of Curtin University of Technology</a:t>
            </a:r>
          </a:p>
          <a:p>
            <a:pPr>
              <a:defRPr sz="600">
                <a:solidFill>
                  <a:srgbClr val="969696"/>
                </a:solidFill>
                <a:latin typeface="+mj-lt"/>
                <a:ea typeface="+mj-ea"/>
                <a:cs typeface="+mj-cs"/>
                <a:sym typeface="Arial"/>
              </a:defRPr>
            </a:pPr>
            <a:r>
              <a:t>CRICOS Provider Code 00301J</a:t>
            </a:r>
          </a:p>
        </p:txBody>
      </p:sp>
      <p:pic>
        <p:nvPicPr>
          <p:cNvPr id="72" name="curtinPowerPointBGContent-Alpha.gif" descr="curtinPowerPointBGContent-Alpha.gif"/>
          <p:cNvPicPr>
            <a:picLocks noChangeAspect="1"/>
          </p:cNvPicPr>
          <p:nvPr/>
        </p:nvPicPr>
        <p:blipFill>
          <a:blip r:embed="rId2"/>
          <a:stretch>
            <a:fillRect/>
          </a:stretch>
        </p:blipFill>
        <p:spPr>
          <a:xfrm>
            <a:off x="0" y="0"/>
            <a:ext cx="9144000" cy="6858000"/>
          </a:xfrm>
          <a:prstGeom prst="rect">
            <a:avLst/>
          </a:prstGeom>
          <a:ln w="12700">
            <a:miter lim="400000"/>
          </a:ln>
        </p:spPr>
      </p:pic>
      <p:sp>
        <p:nvSpPr>
          <p:cNvPr id="73" name="Title Text"/>
          <p:cNvSpPr txBox="1">
            <a:spLocks noGrp="1"/>
          </p:cNvSpPr>
          <p:nvPr>
            <p:ph type="title"/>
          </p:nvPr>
        </p:nvSpPr>
        <p:spPr>
          <a:xfrm>
            <a:off x="722312" y="4406900"/>
            <a:ext cx="7772401" cy="1362075"/>
          </a:xfrm>
          <a:prstGeom prst="rect">
            <a:avLst/>
          </a:prstGeom>
        </p:spPr>
        <p:txBody>
          <a:bodyPr/>
          <a:lstStyle>
            <a:lvl1pPr>
              <a:defRPr sz="4000" b="1" cap="all"/>
            </a:lvl1pPr>
          </a:lstStyle>
          <a:p>
            <a:r>
              <a:t>Title Text</a:t>
            </a:r>
          </a:p>
        </p:txBody>
      </p:sp>
      <p:sp>
        <p:nvSpPr>
          <p:cNvPr id="74" name="Body Level One…"/>
          <p:cNvSpPr txBox="1">
            <a:spLocks noGrp="1"/>
          </p:cNvSpPr>
          <p:nvPr>
            <p:ph type="body" sz="quarter" idx="1"/>
          </p:nvPr>
        </p:nvSpPr>
        <p:spPr>
          <a:xfrm>
            <a:off x="722312" y="2906713"/>
            <a:ext cx="7772401" cy="1500190"/>
          </a:xfrm>
          <a:prstGeom prst="rect">
            <a:avLst/>
          </a:prstGeom>
        </p:spPr>
        <p:txBody>
          <a:bodyPr anchor="b"/>
          <a:lstStyle>
            <a:lvl1pPr marL="0" indent="0">
              <a:spcBef>
                <a:spcPts val="700"/>
              </a:spcBef>
              <a:buClrTx/>
              <a:buSzTx/>
              <a:buNone/>
              <a:defRPr sz="2000"/>
            </a:lvl1pPr>
            <a:lvl2pPr indent="0">
              <a:spcBef>
                <a:spcPts val="700"/>
              </a:spcBef>
              <a:buClrTx/>
              <a:buFontTx/>
              <a:defRPr sz="2000"/>
            </a:lvl2pPr>
            <a:lvl3pPr indent="0">
              <a:spcBef>
                <a:spcPts val="700"/>
              </a:spcBef>
              <a:buClrTx/>
              <a:buFontTx/>
              <a:defRPr sz="2000"/>
            </a:lvl3pPr>
            <a:lvl4pPr indent="0">
              <a:spcBef>
                <a:spcPts val="700"/>
              </a:spcBef>
              <a:buClrTx/>
              <a:buFontTx/>
              <a:defRPr sz="2000"/>
            </a:lvl4pPr>
            <a:lvl5pPr indent="0">
              <a:spcBef>
                <a:spcPts val="700"/>
              </a:spcBef>
              <a:buClrTx/>
              <a:buFontTx/>
              <a:defRPr sz="2000"/>
            </a:lvl5pPr>
          </a:lstStyle>
          <a:p>
            <a:r>
              <a:t>Body Level One</a:t>
            </a:r>
          </a:p>
          <a:p>
            <a:pPr lvl="1"/>
            <a:r>
              <a:t>Body Level Two</a:t>
            </a:r>
          </a:p>
          <a:p>
            <a:pPr lvl="2"/>
            <a:r>
              <a:t>Body Level Three</a:t>
            </a:r>
          </a:p>
          <a:p>
            <a:pPr lvl="3"/>
            <a:r>
              <a:t>Body Level Four</a:t>
            </a:r>
          </a:p>
          <a:p>
            <a:pPr lvl="4"/>
            <a:r>
              <a:t>Body Level Five</a:t>
            </a:r>
          </a:p>
        </p:txBody>
      </p:sp>
      <p:sp>
        <p:nvSpPr>
          <p:cNvPr id="75" name="Slide Number"/>
          <p:cNvSpPr txBox="1">
            <a:spLocks noGrp="1"/>
          </p:cNvSpPr>
          <p:nvPr>
            <p:ph type="sldNum" sz="quarter" idx="2"/>
          </p:nvPr>
        </p:nvSpPr>
        <p:spPr>
          <a:xfrm>
            <a:off x="6279548" y="6224225"/>
            <a:ext cx="273652" cy="26425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tx">
  <p:cSld name="Two Content">
    <p:spTree>
      <p:nvGrpSpPr>
        <p:cNvPr id="1" name=""/>
        <p:cNvGrpSpPr/>
        <p:nvPr/>
      </p:nvGrpSpPr>
      <p:grpSpPr>
        <a:xfrm>
          <a:off x="0" y="0"/>
          <a:ext cx="0" cy="0"/>
          <a:chOff x="0" y="0"/>
          <a:chExt cx="0" cy="0"/>
        </a:xfrm>
      </p:grpSpPr>
      <p:sp>
        <p:nvSpPr>
          <p:cNvPr id="82" name="Curtin University is a trademark of Curtin University of Technology…"/>
          <p:cNvSpPr txBox="1"/>
          <p:nvPr/>
        </p:nvSpPr>
        <p:spPr>
          <a:xfrm>
            <a:off x="468311" y="6302375"/>
            <a:ext cx="2230389" cy="14990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defRPr sz="600">
                <a:solidFill>
                  <a:srgbClr val="969696"/>
                </a:solidFill>
                <a:latin typeface="+mj-lt"/>
                <a:ea typeface="+mj-ea"/>
                <a:cs typeface="+mj-cs"/>
                <a:sym typeface="Arial"/>
              </a:defRPr>
            </a:pPr>
            <a:r>
              <a:t>Curtin University is a trademark of Curtin University of Technology</a:t>
            </a:r>
          </a:p>
          <a:p>
            <a:pPr>
              <a:defRPr sz="600">
                <a:solidFill>
                  <a:srgbClr val="969696"/>
                </a:solidFill>
                <a:latin typeface="+mj-lt"/>
                <a:ea typeface="+mj-ea"/>
                <a:cs typeface="+mj-cs"/>
                <a:sym typeface="Arial"/>
              </a:defRPr>
            </a:pPr>
            <a:r>
              <a:t>CRICOS Provider Code 00301J</a:t>
            </a:r>
          </a:p>
        </p:txBody>
      </p:sp>
      <p:pic>
        <p:nvPicPr>
          <p:cNvPr id="83" name="curtinPowerPointBGContent-Alpha.gif" descr="curtinPowerPointBGContent-Alpha.gif"/>
          <p:cNvPicPr>
            <a:picLocks noChangeAspect="1"/>
          </p:cNvPicPr>
          <p:nvPr/>
        </p:nvPicPr>
        <p:blipFill>
          <a:blip r:embed="rId2"/>
          <a:stretch>
            <a:fillRect/>
          </a:stretch>
        </p:blipFill>
        <p:spPr>
          <a:xfrm>
            <a:off x="0" y="0"/>
            <a:ext cx="9144000" cy="6858000"/>
          </a:xfrm>
          <a:prstGeom prst="rect">
            <a:avLst/>
          </a:prstGeom>
          <a:ln w="12700">
            <a:miter lim="400000"/>
          </a:ln>
        </p:spPr>
      </p:pic>
      <p:sp>
        <p:nvSpPr>
          <p:cNvPr id="84" name="Title Text"/>
          <p:cNvSpPr txBox="1">
            <a:spLocks noGrp="1"/>
          </p:cNvSpPr>
          <p:nvPr>
            <p:ph type="title"/>
          </p:nvPr>
        </p:nvSpPr>
        <p:spPr>
          <a:xfrm>
            <a:off x="468312" y="560387"/>
            <a:ext cx="8207376" cy="996951"/>
          </a:xfrm>
          <a:prstGeom prst="rect">
            <a:avLst/>
          </a:prstGeom>
        </p:spPr>
        <p:txBody>
          <a:bodyPr/>
          <a:lstStyle/>
          <a:p>
            <a:r>
              <a:t>Title Text</a:t>
            </a:r>
          </a:p>
        </p:txBody>
      </p:sp>
      <p:sp>
        <p:nvSpPr>
          <p:cNvPr id="85" name="Body Level One…"/>
          <p:cNvSpPr txBox="1">
            <a:spLocks noGrp="1"/>
          </p:cNvSpPr>
          <p:nvPr>
            <p:ph type="body" sz="half" idx="1"/>
          </p:nvPr>
        </p:nvSpPr>
        <p:spPr>
          <a:xfrm>
            <a:off x="457200" y="1600200"/>
            <a:ext cx="4038600" cy="4349750"/>
          </a:xfrm>
          <a:prstGeom prst="rect">
            <a:avLst/>
          </a:prstGeom>
        </p:spPr>
        <p:txBody>
          <a:bodyPr/>
          <a:lstStyle>
            <a:lvl1pPr>
              <a:spcBef>
                <a:spcPts val="1000"/>
              </a:spcBef>
              <a:defRPr sz="2800"/>
            </a:lvl1pPr>
            <a:lvl2pPr indent="0">
              <a:spcBef>
                <a:spcPts val="1000"/>
              </a:spcBef>
              <a:defRPr sz="2800"/>
            </a:lvl2pPr>
            <a:lvl3pPr indent="0">
              <a:spcBef>
                <a:spcPts val="1000"/>
              </a:spcBef>
              <a:defRPr sz="2800"/>
            </a:lvl3pPr>
            <a:lvl4pPr indent="0">
              <a:spcBef>
                <a:spcPts val="1000"/>
              </a:spcBef>
              <a:defRPr sz="2800"/>
            </a:lvl4pPr>
            <a:lvl5pPr indent="0">
              <a:spcBef>
                <a:spcPts val="1000"/>
              </a:spcBef>
              <a:defRPr sz="2800"/>
            </a:lvl5pPr>
          </a:lstStyle>
          <a:p>
            <a:r>
              <a:t>Body Level One</a:t>
            </a:r>
          </a:p>
          <a:p>
            <a:pPr lvl="1"/>
            <a:r>
              <a:t>Body Level Two</a:t>
            </a:r>
          </a:p>
          <a:p>
            <a:pPr lvl="2"/>
            <a:r>
              <a:t>Body Level Three</a:t>
            </a:r>
          </a:p>
          <a:p>
            <a:pPr lvl="3"/>
            <a:r>
              <a:t>Body Level Four</a:t>
            </a:r>
          </a:p>
          <a:p>
            <a:pPr lvl="4"/>
            <a:r>
              <a:t>Body Level Five</a:t>
            </a:r>
          </a:p>
        </p:txBody>
      </p:sp>
      <p:sp>
        <p:nvSpPr>
          <p:cNvPr id="86" name="Slide Number"/>
          <p:cNvSpPr txBox="1">
            <a:spLocks noGrp="1"/>
          </p:cNvSpPr>
          <p:nvPr>
            <p:ph type="sldNum" sz="quarter" idx="2"/>
          </p:nvPr>
        </p:nvSpPr>
        <p:spPr>
          <a:xfrm>
            <a:off x="6279548" y="6224225"/>
            <a:ext cx="273652" cy="26425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tx">
  <p:cSld name="Comparison">
    <p:spTree>
      <p:nvGrpSpPr>
        <p:cNvPr id="1" name=""/>
        <p:cNvGrpSpPr/>
        <p:nvPr/>
      </p:nvGrpSpPr>
      <p:grpSpPr>
        <a:xfrm>
          <a:off x="0" y="0"/>
          <a:ext cx="0" cy="0"/>
          <a:chOff x="0" y="0"/>
          <a:chExt cx="0" cy="0"/>
        </a:xfrm>
      </p:grpSpPr>
      <p:sp>
        <p:nvSpPr>
          <p:cNvPr id="93" name="Curtin University is a trademark of Curtin University of Technology…"/>
          <p:cNvSpPr txBox="1"/>
          <p:nvPr/>
        </p:nvSpPr>
        <p:spPr>
          <a:xfrm>
            <a:off x="468311" y="6302375"/>
            <a:ext cx="2230389" cy="14990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defRPr sz="600">
                <a:solidFill>
                  <a:srgbClr val="969696"/>
                </a:solidFill>
                <a:latin typeface="+mj-lt"/>
                <a:ea typeface="+mj-ea"/>
                <a:cs typeface="+mj-cs"/>
                <a:sym typeface="Arial"/>
              </a:defRPr>
            </a:pPr>
            <a:r>
              <a:t>Curtin University is a trademark of Curtin University of Technology</a:t>
            </a:r>
          </a:p>
          <a:p>
            <a:pPr>
              <a:defRPr sz="600">
                <a:solidFill>
                  <a:srgbClr val="969696"/>
                </a:solidFill>
                <a:latin typeface="+mj-lt"/>
                <a:ea typeface="+mj-ea"/>
                <a:cs typeface="+mj-cs"/>
                <a:sym typeface="Arial"/>
              </a:defRPr>
            </a:pPr>
            <a:r>
              <a:t>CRICOS Provider Code 00301J</a:t>
            </a:r>
          </a:p>
        </p:txBody>
      </p:sp>
      <p:pic>
        <p:nvPicPr>
          <p:cNvPr id="94" name="curtinPowerPointBGContent-Alpha.gif" descr="curtinPowerPointBGContent-Alpha.gif"/>
          <p:cNvPicPr>
            <a:picLocks noChangeAspect="1"/>
          </p:cNvPicPr>
          <p:nvPr/>
        </p:nvPicPr>
        <p:blipFill>
          <a:blip r:embed="rId2"/>
          <a:stretch>
            <a:fillRect/>
          </a:stretch>
        </p:blipFill>
        <p:spPr>
          <a:xfrm>
            <a:off x="0" y="0"/>
            <a:ext cx="9144000" cy="6858000"/>
          </a:xfrm>
          <a:prstGeom prst="rect">
            <a:avLst/>
          </a:prstGeom>
          <a:ln w="12700">
            <a:miter lim="400000"/>
          </a:ln>
        </p:spPr>
      </p:pic>
      <p:sp>
        <p:nvSpPr>
          <p:cNvPr id="95" name="Title Text"/>
          <p:cNvSpPr txBox="1">
            <a:spLocks noGrp="1"/>
          </p:cNvSpPr>
          <p:nvPr>
            <p:ph type="title"/>
          </p:nvPr>
        </p:nvSpPr>
        <p:spPr>
          <a:xfrm>
            <a:off x="457200" y="274638"/>
            <a:ext cx="8229600" cy="1143001"/>
          </a:xfrm>
          <a:prstGeom prst="rect">
            <a:avLst/>
          </a:prstGeom>
        </p:spPr>
        <p:txBody>
          <a:bodyPr/>
          <a:lstStyle/>
          <a:p>
            <a:r>
              <a:t>Title Text</a:t>
            </a:r>
          </a:p>
        </p:txBody>
      </p:sp>
      <p:sp>
        <p:nvSpPr>
          <p:cNvPr id="96" name="Body Level One…"/>
          <p:cNvSpPr txBox="1">
            <a:spLocks noGrp="1"/>
          </p:cNvSpPr>
          <p:nvPr>
            <p:ph type="body" sz="quarter" idx="1"/>
          </p:nvPr>
        </p:nvSpPr>
        <p:spPr>
          <a:xfrm>
            <a:off x="457200" y="1535112"/>
            <a:ext cx="4040188" cy="639763"/>
          </a:xfrm>
          <a:prstGeom prst="rect">
            <a:avLst/>
          </a:prstGeom>
        </p:spPr>
        <p:txBody>
          <a:bodyPr anchor="b"/>
          <a:lstStyle>
            <a:lvl1pPr marL="0" indent="0">
              <a:buClrTx/>
              <a:buSzTx/>
              <a:buNone/>
              <a:defRPr b="1"/>
            </a:lvl1pPr>
            <a:lvl2pPr indent="0">
              <a:buClrTx/>
              <a:buFontTx/>
              <a:defRPr b="1"/>
            </a:lvl2pPr>
            <a:lvl3pPr indent="0">
              <a:buClrTx/>
              <a:buFontTx/>
              <a:defRPr b="1"/>
            </a:lvl3pPr>
            <a:lvl4pPr indent="0">
              <a:buClrTx/>
              <a:buFontTx/>
              <a:defRPr b="1"/>
            </a:lvl4pPr>
            <a:lvl5pPr indent="0">
              <a:buClrTx/>
              <a:buFontTx/>
              <a:defRPr b="1"/>
            </a:lvl5pPr>
          </a:lstStyle>
          <a:p>
            <a:r>
              <a:t>Body Level One</a:t>
            </a:r>
          </a:p>
          <a:p>
            <a:pPr lvl="1"/>
            <a:r>
              <a:t>Body Level Two</a:t>
            </a:r>
          </a:p>
          <a:p>
            <a:pPr lvl="2"/>
            <a:r>
              <a:t>Body Level Three</a:t>
            </a:r>
          </a:p>
          <a:p>
            <a:pPr lvl="3"/>
            <a:r>
              <a:t>Body Level Four</a:t>
            </a:r>
          </a:p>
          <a:p>
            <a:pPr lvl="4"/>
            <a:r>
              <a:t>Body Level Five</a:t>
            </a:r>
          </a:p>
        </p:txBody>
      </p:sp>
      <p:sp>
        <p:nvSpPr>
          <p:cNvPr id="97" name="Rectangle"/>
          <p:cNvSpPr>
            <a:spLocks noGrp="1"/>
          </p:cNvSpPr>
          <p:nvPr>
            <p:ph type="body" sz="quarter" idx="13"/>
          </p:nvPr>
        </p:nvSpPr>
        <p:spPr>
          <a:xfrm>
            <a:off x="4645025" y="1535112"/>
            <a:ext cx="4041775" cy="639765"/>
          </a:xfrm>
          <a:prstGeom prst="rect">
            <a:avLst/>
          </a:prstGeom>
        </p:spPr>
        <p:txBody>
          <a:bodyPr anchor="b"/>
          <a:lstStyle/>
          <a:p>
            <a:endParaRPr/>
          </a:p>
        </p:txBody>
      </p:sp>
      <p:sp>
        <p:nvSpPr>
          <p:cNvPr id="98" name="Slide Number"/>
          <p:cNvSpPr txBox="1">
            <a:spLocks noGrp="1"/>
          </p:cNvSpPr>
          <p:nvPr>
            <p:ph type="sldNum" sz="quarter" idx="2"/>
          </p:nvPr>
        </p:nvSpPr>
        <p:spPr>
          <a:xfrm>
            <a:off x="6279548" y="6224225"/>
            <a:ext cx="273652" cy="26425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tx">
  <p:cSld name="Title Only">
    <p:spTree>
      <p:nvGrpSpPr>
        <p:cNvPr id="1" name=""/>
        <p:cNvGrpSpPr/>
        <p:nvPr/>
      </p:nvGrpSpPr>
      <p:grpSpPr>
        <a:xfrm>
          <a:off x="0" y="0"/>
          <a:ext cx="0" cy="0"/>
          <a:chOff x="0" y="0"/>
          <a:chExt cx="0" cy="0"/>
        </a:xfrm>
      </p:grpSpPr>
      <p:sp>
        <p:nvSpPr>
          <p:cNvPr id="105" name="Curtin University is a trademark of Curtin University of Technology…"/>
          <p:cNvSpPr txBox="1"/>
          <p:nvPr/>
        </p:nvSpPr>
        <p:spPr>
          <a:xfrm>
            <a:off x="468311" y="6302375"/>
            <a:ext cx="2230389" cy="14990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defRPr sz="600">
                <a:solidFill>
                  <a:srgbClr val="969696"/>
                </a:solidFill>
                <a:latin typeface="+mj-lt"/>
                <a:ea typeface="+mj-ea"/>
                <a:cs typeface="+mj-cs"/>
                <a:sym typeface="Arial"/>
              </a:defRPr>
            </a:pPr>
            <a:r>
              <a:t>Curtin University is a trademark of Curtin University of Technology</a:t>
            </a:r>
          </a:p>
          <a:p>
            <a:pPr>
              <a:defRPr sz="600">
                <a:solidFill>
                  <a:srgbClr val="969696"/>
                </a:solidFill>
                <a:latin typeface="+mj-lt"/>
                <a:ea typeface="+mj-ea"/>
                <a:cs typeface="+mj-cs"/>
                <a:sym typeface="Arial"/>
              </a:defRPr>
            </a:pPr>
            <a:r>
              <a:t>CRICOS Provider Code 00301J</a:t>
            </a:r>
          </a:p>
        </p:txBody>
      </p:sp>
      <p:pic>
        <p:nvPicPr>
          <p:cNvPr id="106" name="curtinPowerPointBGContent-Alpha.gif" descr="curtinPowerPointBGContent-Alpha.gif"/>
          <p:cNvPicPr>
            <a:picLocks noChangeAspect="1"/>
          </p:cNvPicPr>
          <p:nvPr/>
        </p:nvPicPr>
        <p:blipFill>
          <a:blip r:embed="rId2"/>
          <a:stretch>
            <a:fillRect/>
          </a:stretch>
        </p:blipFill>
        <p:spPr>
          <a:xfrm>
            <a:off x="0" y="0"/>
            <a:ext cx="9144000" cy="6858000"/>
          </a:xfrm>
          <a:prstGeom prst="rect">
            <a:avLst/>
          </a:prstGeom>
          <a:ln w="12700">
            <a:miter lim="400000"/>
          </a:ln>
        </p:spPr>
      </p:pic>
      <p:sp>
        <p:nvSpPr>
          <p:cNvPr id="107" name="Title Text"/>
          <p:cNvSpPr txBox="1">
            <a:spLocks noGrp="1"/>
          </p:cNvSpPr>
          <p:nvPr>
            <p:ph type="title"/>
          </p:nvPr>
        </p:nvSpPr>
        <p:spPr>
          <a:xfrm>
            <a:off x="468312" y="560387"/>
            <a:ext cx="8207376" cy="996951"/>
          </a:xfrm>
          <a:prstGeom prst="rect">
            <a:avLst/>
          </a:prstGeom>
        </p:spPr>
        <p:txBody>
          <a:bodyPr/>
          <a:lstStyle/>
          <a:p>
            <a:r>
              <a:t>Title Text</a:t>
            </a:r>
          </a:p>
        </p:txBody>
      </p:sp>
      <p:sp>
        <p:nvSpPr>
          <p:cNvPr id="108" name="Slide Number"/>
          <p:cNvSpPr txBox="1">
            <a:spLocks noGrp="1"/>
          </p:cNvSpPr>
          <p:nvPr>
            <p:ph type="sldNum" sz="quarter" idx="2"/>
          </p:nvPr>
        </p:nvSpPr>
        <p:spPr>
          <a:xfrm>
            <a:off x="6279548" y="6224225"/>
            <a:ext cx="273652" cy="26425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tx">
  <p:cSld name="Blank">
    <p:spTree>
      <p:nvGrpSpPr>
        <p:cNvPr id="1" name=""/>
        <p:cNvGrpSpPr/>
        <p:nvPr/>
      </p:nvGrpSpPr>
      <p:grpSpPr>
        <a:xfrm>
          <a:off x="0" y="0"/>
          <a:ext cx="0" cy="0"/>
          <a:chOff x="0" y="0"/>
          <a:chExt cx="0" cy="0"/>
        </a:xfrm>
      </p:grpSpPr>
      <p:sp>
        <p:nvSpPr>
          <p:cNvPr id="115" name="Curtin University is a trademark of Curtin University of Technology…"/>
          <p:cNvSpPr txBox="1"/>
          <p:nvPr/>
        </p:nvSpPr>
        <p:spPr>
          <a:xfrm>
            <a:off x="468311" y="6302375"/>
            <a:ext cx="2230389" cy="14990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defRPr sz="600">
                <a:solidFill>
                  <a:srgbClr val="969696"/>
                </a:solidFill>
                <a:latin typeface="+mj-lt"/>
                <a:ea typeface="+mj-ea"/>
                <a:cs typeface="+mj-cs"/>
                <a:sym typeface="Arial"/>
              </a:defRPr>
            </a:pPr>
            <a:r>
              <a:t>Curtin University is a trademark of Curtin University of Technology</a:t>
            </a:r>
          </a:p>
          <a:p>
            <a:pPr>
              <a:defRPr sz="600">
                <a:solidFill>
                  <a:srgbClr val="969696"/>
                </a:solidFill>
                <a:latin typeface="+mj-lt"/>
                <a:ea typeface="+mj-ea"/>
                <a:cs typeface="+mj-cs"/>
                <a:sym typeface="Arial"/>
              </a:defRPr>
            </a:pPr>
            <a:r>
              <a:t>CRICOS Provider Code 00301J</a:t>
            </a:r>
          </a:p>
        </p:txBody>
      </p:sp>
      <p:pic>
        <p:nvPicPr>
          <p:cNvPr id="116" name="curtinPowerPointBGContent-Alpha.gif" descr="curtinPowerPointBGContent-Alpha.gif"/>
          <p:cNvPicPr>
            <a:picLocks noChangeAspect="1"/>
          </p:cNvPicPr>
          <p:nvPr/>
        </p:nvPicPr>
        <p:blipFill>
          <a:blip r:embed="rId2"/>
          <a:stretch>
            <a:fillRect/>
          </a:stretch>
        </p:blipFill>
        <p:spPr>
          <a:xfrm>
            <a:off x="0" y="0"/>
            <a:ext cx="9144000" cy="6858000"/>
          </a:xfrm>
          <a:prstGeom prst="rect">
            <a:avLst/>
          </a:prstGeom>
          <a:ln w="12700">
            <a:miter lim="400000"/>
          </a:ln>
        </p:spPr>
      </p:pic>
      <p:sp>
        <p:nvSpPr>
          <p:cNvPr id="117" name="Slide Number"/>
          <p:cNvSpPr txBox="1">
            <a:spLocks noGrp="1"/>
          </p:cNvSpPr>
          <p:nvPr>
            <p:ph type="sldNum" sz="quarter" idx="2"/>
          </p:nvPr>
        </p:nvSpPr>
        <p:spPr>
          <a:xfrm>
            <a:off x="6279548" y="6224225"/>
            <a:ext cx="273652" cy="26425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tx">
  <p:cSld name="Content with Caption">
    <p:spTree>
      <p:nvGrpSpPr>
        <p:cNvPr id="1" name=""/>
        <p:cNvGrpSpPr/>
        <p:nvPr/>
      </p:nvGrpSpPr>
      <p:grpSpPr>
        <a:xfrm>
          <a:off x="0" y="0"/>
          <a:ext cx="0" cy="0"/>
          <a:chOff x="0" y="0"/>
          <a:chExt cx="0" cy="0"/>
        </a:xfrm>
      </p:grpSpPr>
      <p:sp>
        <p:nvSpPr>
          <p:cNvPr id="124" name="Curtin University is a trademark of Curtin University of Technology…"/>
          <p:cNvSpPr txBox="1"/>
          <p:nvPr/>
        </p:nvSpPr>
        <p:spPr>
          <a:xfrm>
            <a:off x="468311" y="6302375"/>
            <a:ext cx="2230389" cy="14990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defRPr sz="600">
                <a:solidFill>
                  <a:srgbClr val="969696"/>
                </a:solidFill>
                <a:latin typeface="+mj-lt"/>
                <a:ea typeface="+mj-ea"/>
                <a:cs typeface="+mj-cs"/>
                <a:sym typeface="Arial"/>
              </a:defRPr>
            </a:pPr>
            <a:r>
              <a:t>Curtin University is a trademark of Curtin University of Technology</a:t>
            </a:r>
          </a:p>
          <a:p>
            <a:pPr>
              <a:defRPr sz="600">
                <a:solidFill>
                  <a:srgbClr val="969696"/>
                </a:solidFill>
                <a:latin typeface="+mj-lt"/>
                <a:ea typeface="+mj-ea"/>
                <a:cs typeface="+mj-cs"/>
                <a:sym typeface="Arial"/>
              </a:defRPr>
            </a:pPr>
            <a:r>
              <a:t>CRICOS Provider Code 00301J</a:t>
            </a:r>
          </a:p>
        </p:txBody>
      </p:sp>
      <p:pic>
        <p:nvPicPr>
          <p:cNvPr id="125" name="curtinPowerPointBGContent-Alpha.gif" descr="curtinPowerPointBGContent-Alpha.gif"/>
          <p:cNvPicPr>
            <a:picLocks noChangeAspect="1"/>
          </p:cNvPicPr>
          <p:nvPr/>
        </p:nvPicPr>
        <p:blipFill>
          <a:blip r:embed="rId2"/>
          <a:stretch>
            <a:fillRect/>
          </a:stretch>
        </p:blipFill>
        <p:spPr>
          <a:xfrm>
            <a:off x="0" y="0"/>
            <a:ext cx="9144000" cy="6858000"/>
          </a:xfrm>
          <a:prstGeom prst="rect">
            <a:avLst/>
          </a:prstGeom>
          <a:ln w="12700">
            <a:miter lim="400000"/>
          </a:ln>
        </p:spPr>
      </p:pic>
      <p:sp>
        <p:nvSpPr>
          <p:cNvPr id="126" name="Title Text"/>
          <p:cNvSpPr txBox="1">
            <a:spLocks noGrp="1"/>
          </p:cNvSpPr>
          <p:nvPr>
            <p:ph type="title"/>
          </p:nvPr>
        </p:nvSpPr>
        <p:spPr>
          <a:xfrm>
            <a:off x="457200" y="273050"/>
            <a:ext cx="3008316" cy="1162050"/>
          </a:xfrm>
          <a:prstGeom prst="rect">
            <a:avLst/>
          </a:prstGeom>
        </p:spPr>
        <p:txBody>
          <a:bodyPr anchor="b"/>
          <a:lstStyle>
            <a:lvl1pPr>
              <a:defRPr sz="2000" b="1"/>
            </a:lvl1pPr>
          </a:lstStyle>
          <a:p>
            <a:r>
              <a:t>Title Text</a:t>
            </a:r>
          </a:p>
        </p:txBody>
      </p:sp>
      <p:sp>
        <p:nvSpPr>
          <p:cNvPr id="127" name="Body Level One…"/>
          <p:cNvSpPr txBox="1">
            <a:spLocks noGrp="1"/>
          </p:cNvSpPr>
          <p:nvPr>
            <p:ph type="body" idx="1"/>
          </p:nvPr>
        </p:nvSpPr>
        <p:spPr>
          <a:xfrm>
            <a:off x="3575050" y="273050"/>
            <a:ext cx="5111750" cy="5656282"/>
          </a:xfrm>
          <a:prstGeom prst="rect">
            <a:avLst/>
          </a:prstGeom>
        </p:spPr>
        <p:txBody>
          <a:bodyPr/>
          <a:lstStyle>
            <a:lvl1pPr>
              <a:spcBef>
                <a:spcPts val="1100"/>
              </a:spcBef>
              <a:defRPr sz="3200"/>
            </a:lvl1pPr>
            <a:lvl2pPr indent="0">
              <a:spcBef>
                <a:spcPts val="1100"/>
              </a:spcBef>
              <a:defRPr sz="3200"/>
            </a:lvl2pPr>
            <a:lvl3pPr indent="0">
              <a:spcBef>
                <a:spcPts val="1100"/>
              </a:spcBef>
              <a:defRPr sz="3200"/>
            </a:lvl3pPr>
            <a:lvl4pPr indent="0">
              <a:spcBef>
                <a:spcPts val="1100"/>
              </a:spcBef>
              <a:defRPr sz="3200"/>
            </a:lvl4pPr>
            <a:lvl5pPr indent="0">
              <a:spcBef>
                <a:spcPts val="1100"/>
              </a:spcBef>
              <a:defRPr sz="3200"/>
            </a:lvl5pPr>
          </a:lstStyle>
          <a:p>
            <a:r>
              <a:t>Body Level One</a:t>
            </a:r>
          </a:p>
          <a:p>
            <a:pPr lvl="1"/>
            <a:r>
              <a:t>Body Level Two</a:t>
            </a:r>
          </a:p>
          <a:p>
            <a:pPr lvl="2"/>
            <a:r>
              <a:t>Body Level Three</a:t>
            </a:r>
          </a:p>
          <a:p>
            <a:pPr lvl="3"/>
            <a:r>
              <a:t>Body Level Four</a:t>
            </a:r>
          </a:p>
          <a:p>
            <a:pPr lvl="4"/>
            <a:r>
              <a:t>Body Level Five</a:t>
            </a:r>
          </a:p>
        </p:txBody>
      </p:sp>
      <p:sp>
        <p:nvSpPr>
          <p:cNvPr id="128" name="Rectangle"/>
          <p:cNvSpPr>
            <a:spLocks noGrp="1"/>
          </p:cNvSpPr>
          <p:nvPr>
            <p:ph type="body" sz="half" idx="13"/>
          </p:nvPr>
        </p:nvSpPr>
        <p:spPr>
          <a:xfrm>
            <a:off x="457198" y="1435099"/>
            <a:ext cx="3008317" cy="4494234"/>
          </a:xfrm>
          <a:prstGeom prst="rect">
            <a:avLst/>
          </a:prstGeom>
        </p:spPr>
        <p:txBody>
          <a:bodyPr/>
          <a:lstStyle/>
          <a:p>
            <a:endParaRPr/>
          </a:p>
        </p:txBody>
      </p:sp>
      <p:sp>
        <p:nvSpPr>
          <p:cNvPr id="129" name="Slide Number"/>
          <p:cNvSpPr txBox="1">
            <a:spLocks noGrp="1"/>
          </p:cNvSpPr>
          <p:nvPr>
            <p:ph type="sldNum" sz="quarter" idx="2"/>
          </p:nvPr>
        </p:nvSpPr>
        <p:spPr>
          <a:xfrm>
            <a:off x="6279548" y="6224225"/>
            <a:ext cx="273652" cy="26425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x">
  <p:cSld name="Picture with Caption">
    <p:spTree>
      <p:nvGrpSpPr>
        <p:cNvPr id="1" name=""/>
        <p:cNvGrpSpPr/>
        <p:nvPr/>
      </p:nvGrpSpPr>
      <p:grpSpPr>
        <a:xfrm>
          <a:off x="0" y="0"/>
          <a:ext cx="0" cy="0"/>
          <a:chOff x="0" y="0"/>
          <a:chExt cx="0" cy="0"/>
        </a:xfrm>
      </p:grpSpPr>
      <p:sp>
        <p:nvSpPr>
          <p:cNvPr id="136" name="Curtin University is a trademark of Curtin University of Technology…"/>
          <p:cNvSpPr txBox="1"/>
          <p:nvPr/>
        </p:nvSpPr>
        <p:spPr>
          <a:xfrm>
            <a:off x="468311" y="6302375"/>
            <a:ext cx="2230389" cy="14990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defRPr sz="600">
                <a:solidFill>
                  <a:srgbClr val="969696"/>
                </a:solidFill>
                <a:latin typeface="+mj-lt"/>
                <a:ea typeface="+mj-ea"/>
                <a:cs typeface="+mj-cs"/>
                <a:sym typeface="Arial"/>
              </a:defRPr>
            </a:pPr>
            <a:r>
              <a:t>Curtin University is a trademark of Curtin University of Technology</a:t>
            </a:r>
          </a:p>
          <a:p>
            <a:pPr>
              <a:defRPr sz="600">
                <a:solidFill>
                  <a:srgbClr val="969696"/>
                </a:solidFill>
                <a:latin typeface="+mj-lt"/>
                <a:ea typeface="+mj-ea"/>
                <a:cs typeface="+mj-cs"/>
                <a:sym typeface="Arial"/>
              </a:defRPr>
            </a:pPr>
            <a:r>
              <a:t>CRICOS Provider Code 00301J</a:t>
            </a:r>
          </a:p>
        </p:txBody>
      </p:sp>
      <p:pic>
        <p:nvPicPr>
          <p:cNvPr id="137" name="curtinPowerPointBGContent-Alpha.gif" descr="curtinPowerPointBGContent-Alpha.gif"/>
          <p:cNvPicPr>
            <a:picLocks noChangeAspect="1"/>
          </p:cNvPicPr>
          <p:nvPr/>
        </p:nvPicPr>
        <p:blipFill>
          <a:blip r:embed="rId2"/>
          <a:stretch>
            <a:fillRect/>
          </a:stretch>
        </p:blipFill>
        <p:spPr>
          <a:xfrm>
            <a:off x="0" y="0"/>
            <a:ext cx="9144000" cy="6858000"/>
          </a:xfrm>
          <a:prstGeom prst="rect">
            <a:avLst/>
          </a:prstGeom>
          <a:ln w="12700">
            <a:miter lim="400000"/>
          </a:ln>
        </p:spPr>
      </p:pic>
      <p:sp>
        <p:nvSpPr>
          <p:cNvPr id="138" name="Title Text"/>
          <p:cNvSpPr txBox="1">
            <a:spLocks noGrp="1"/>
          </p:cNvSpPr>
          <p:nvPr>
            <p:ph type="title"/>
          </p:nvPr>
        </p:nvSpPr>
        <p:spPr>
          <a:xfrm>
            <a:off x="1792288" y="4800600"/>
            <a:ext cx="5486403" cy="566738"/>
          </a:xfrm>
          <a:prstGeom prst="rect">
            <a:avLst/>
          </a:prstGeom>
        </p:spPr>
        <p:txBody>
          <a:bodyPr anchor="b"/>
          <a:lstStyle>
            <a:lvl1pPr>
              <a:defRPr sz="2000" b="1"/>
            </a:lvl1pPr>
          </a:lstStyle>
          <a:p>
            <a:r>
              <a:t>Title Text</a:t>
            </a:r>
          </a:p>
        </p:txBody>
      </p:sp>
      <p:sp>
        <p:nvSpPr>
          <p:cNvPr id="139" name="Image"/>
          <p:cNvSpPr>
            <a:spLocks noGrp="1"/>
          </p:cNvSpPr>
          <p:nvPr>
            <p:ph type="pic" sz="half" idx="13"/>
          </p:nvPr>
        </p:nvSpPr>
        <p:spPr>
          <a:xfrm>
            <a:off x="1792288" y="612775"/>
            <a:ext cx="5486403" cy="4114800"/>
          </a:xfrm>
          <a:prstGeom prst="rect">
            <a:avLst/>
          </a:prstGeom>
        </p:spPr>
        <p:txBody>
          <a:bodyPr lIns="91439" tIns="45719" rIns="91439" bIns="45719">
            <a:noAutofit/>
          </a:bodyPr>
          <a:lstStyle/>
          <a:p>
            <a:endParaRPr/>
          </a:p>
        </p:txBody>
      </p:sp>
      <p:sp>
        <p:nvSpPr>
          <p:cNvPr id="140" name="Body Level One…"/>
          <p:cNvSpPr txBox="1">
            <a:spLocks noGrp="1"/>
          </p:cNvSpPr>
          <p:nvPr>
            <p:ph type="body" sz="quarter" idx="1"/>
          </p:nvPr>
        </p:nvSpPr>
        <p:spPr>
          <a:xfrm>
            <a:off x="1792288" y="5367337"/>
            <a:ext cx="5486403" cy="490557"/>
          </a:xfrm>
          <a:prstGeom prst="rect">
            <a:avLst/>
          </a:prstGeom>
        </p:spPr>
        <p:txBody>
          <a:bodyPr/>
          <a:lstStyle>
            <a:lvl1pPr marL="0" indent="0">
              <a:spcBef>
                <a:spcPts val="500"/>
              </a:spcBef>
              <a:buClrTx/>
              <a:buSzTx/>
              <a:buNone/>
              <a:defRPr sz="1400"/>
            </a:lvl1pPr>
            <a:lvl2pPr indent="0">
              <a:spcBef>
                <a:spcPts val="500"/>
              </a:spcBef>
              <a:buClrTx/>
              <a:buFontTx/>
              <a:defRPr sz="1400"/>
            </a:lvl2pPr>
            <a:lvl3pPr indent="0">
              <a:spcBef>
                <a:spcPts val="500"/>
              </a:spcBef>
              <a:buClrTx/>
              <a:buFontTx/>
              <a:defRPr sz="1400"/>
            </a:lvl3pPr>
            <a:lvl4pPr indent="0">
              <a:spcBef>
                <a:spcPts val="500"/>
              </a:spcBef>
              <a:buClrTx/>
              <a:buFontTx/>
              <a:defRPr sz="1400"/>
            </a:lvl4pPr>
            <a:lvl5pPr indent="0">
              <a:spcBef>
                <a:spcPts val="500"/>
              </a:spcBef>
              <a:buClrTx/>
              <a:buFontTx/>
              <a:defRPr sz="1400"/>
            </a:lvl5pPr>
          </a:lstStyle>
          <a:p>
            <a:r>
              <a:t>Body Level One</a:t>
            </a:r>
          </a:p>
          <a:p>
            <a:pPr lvl="1"/>
            <a:r>
              <a:t>Body Level Two</a:t>
            </a:r>
          </a:p>
          <a:p>
            <a:pPr lvl="2"/>
            <a:r>
              <a:t>Body Level Three</a:t>
            </a:r>
          </a:p>
          <a:p>
            <a:pPr lvl="3"/>
            <a:r>
              <a:t>Body Level Four</a:t>
            </a:r>
          </a:p>
          <a:p>
            <a:pPr lvl="4"/>
            <a:r>
              <a:t>Body Level Five</a:t>
            </a:r>
          </a:p>
        </p:txBody>
      </p:sp>
      <p:sp>
        <p:nvSpPr>
          <p:cNvPr id="141" name="Slide Number"/>
          <p:cNvSpPr txBox="1">
            <a:spLocks noGrp="1"/>
          </p:cNvSpPr>
          <p:nvPr>
            <p:ph type="sldNum" sz="quarter" idx="2"/>
          </p:nvPr>
        </p:nvSpPr>
        <p:spPr>
          <a:xfrm>
            <a:off x="6279548" y="6224225"/>
            <a:ext cx="273652" cy="26425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tx">
  <p:cSld name="Title and Vertical Text">
    <p:spTree>
      <p:nvGrpSpPr>
        <p:cNvPr id="1" name=""/>
        <p:cNvGrpSpPr/>
        <p:nvPr/>
      </p:nvGrpSpPr>
      <p:grpSpPr>
        <a:xfrm>
          <a:off x="0" y="0"/>
          <a:ext cx="0" cy="0"/>
          <a:chOff x="0" y="0"/>
          <a:chExt cx="0" cy="0"/>
        </a:xfrm>
      </p:grpSpPr>
      <p:sp>
        <p:nvSpPr>
          <p:cNvPr id="148" name="Curtin University is a trademark of Curtin University of Technology…"/>
          <p:cNvSpPr txBox="1"/>
          <p:nvPr/>
        </p:nvSpPr>
        <p:spPr>
          <a:xfrm>
            <a:off x="468311" y="6302375"/>
            <a:ext cx="2230389" cy="14990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defRPr sz="600">
                <a:solidFill>
                  <a:srgbClr val="969696"/>
                </a:solidFill>
                <a:latin typeface="+mj-lt"/>
                <a:ea typeface="+mj-ea"/>
                <a:cs typeface="+mj-cs"/>
                <a:sym typeface="Arial"/>
              </a:defRPr>
            </a:pPr>
            <a:r>
              <a:t>Curtin University is a trademark of Curtin University of Technology</a:t>
            </a:r>
          </a:p>
          <a:p>
            <a:pPr>
              <a:defRPr sz="600">
                <a:solidFill>
                  <a:srgbClr val="969696"/>
                </a:solidFill>
                <a:latin typeface="+mj-lt"/>
                <a:ea typeface="+mj-ea"/>
                <a:cs typeface="+mj-cs"/>
                <a:sym typeface="Arial"/>
              </a:defRPr>
            </a:pPr>
            <a:r>
              <a:t>CRICOS Provider Code 00301J</a:t>
            </a:r>
          </a:p>
        </p:txBody>
      </p:sp>
      <p:pic>
        <p:nvPicPr>
          <p:cNvPr id="149" name="curtinPowerPointBGContent-Alpha.gif" descr="curtinPowerPointBGContent-Alpha.gif"/>
          <p:cNvPicPr>
            <a:picLocks noChangeAspect="1"/>
          </p:cNvPicPr>
          <p:nvPr/>
        </p:nvPicPr>
        <p:blipFill>
          <a:blip r:embed="rId2"/>
          <a:stretch>
            <a:fillRect/>
          </a:stretch>
        </p:blipFill>
        <p:spPr>
          <a:xfrm>
            <a:off x="0" y="0"/>
            <a:ext cx="9144000" cy="6858000"/>
          </a:xfrm>
          <a:prstGeom prst="rect">
            <a:avLst/>
          </a:prstGeom>
          <a:ln w="12700">
            <a:miter lim="400000"/>
          </a:ln>
        </p:spPr>
      </p:pic>
      <p:sp>
        <p:nvSpPr>
          <p:cNvPr id="150" name="Title Text"/>
          <p:cNvSpPr txBox="1">
            <a:spLocks noGrp="1"/>
          </p:cNvSpPr>
          <p:nvPr>
            <p:ph type="title"/>
          </p:nvPr>
        </p:nvSpPr>
        <p:spPr>
          <a:xfrm>
            <a:off x="468312" y="560387"/>
            <a:ext cx="8207376" cy="996951"/>
          </a:xfrm>
          <a:prstGeom prst="rect">
            <a:avLst/>
          </a:prstGeom>
        </p:spPr>
        <p:txBody>
          <a:bodyPr/>
          <a:lstStyle/>
          <a:p>
            <a:r>
              <a:t>Title Text</a:t>
            </a:r>
          </a:p>
        </p:txBody>
      </p:sp>
      <p:sp>
        <p:nvSpPr>
          <p:cNvPr id="151" name="Body Level One…"/>
          <p:cNvSpPr txBox="1">
            <a:spLocks noGrp="1"/>
          </p:cNvSpPr>
          <p:nvPr>
            <p:ph type="body" idx="1"/>
          </p:nvPr>
        </p:nvSpPr>
        <p:spPr>
          <a:prstGeom prst="rect">
            <a:avLst/>
          </a:prstGeom>
        </p:spPr>
        <p:txBody>
          <a:bodyPr/>
          <a:lstStyle>
            <a:lvl2pPr indent="0"/>
            <a:lvl3pPr indent="0"/>
            <a:lvl4pPr indent="0"/>
            <a:lvl5pPr indent="0"/>
          </a:lstStyle>
          <a:p>
            <a:r>
              <a:t>Body Level One</a:t>
            </a:r>
          </a:p>
          <a:p>
            <a:pPr lvl="1"/>
            <a:r>
              <a:t>Body Level Two</a:t>
            </a:r>
          </a:p>
          <a:p>
            <a:pPr lvl="2"/>
            <a:r>
              <a:t>Body Level Three</a:t>
            </a:r>
          </a:p>
          <a:p>
            <a:pPr lvl="3"/>
            <a:r>
              <a:t>Body Level Four</a:t>
            </a:r>
          </a:p>
          <a:p>
            <a:pPr lvl="4"/>
            <a:r>
              <a:t>Body Level Five</a:t>
            </a:r>
          </a:p>
        </p:txBody>
      </p:sp>
      <p:sp>
        <p:nvSpPr>
          <p:cNvPr id="152" name="Slide Number"/>
          <p:cNvSpPr txBox="1">
            <a:spLocks noGrp="1"/>
          </p:cNvSpPr>
          <p:nvPr>
            <p:ph type="sldNum" sz="quarter" idx="2"/>
          </p:nvPr>
        </p:nvSpPr>
        <p:spPr>
          <a:xfrm>
            <a:off x="6279548" y="6224225"/>
            <a:ext cx="273652" cy="26425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tx">
  <p:cSld name="Vertical Title and Text">
    <p:spTree>
      <p:nvGrpSpPr>
        <p:cNvPr id="1" name=""/>
        <p:cNvGrpSpPr/>
        <p:nvPr/>
      </p:nvGrpSpPr>
      <p:grpSpPr>
        <a:xfrm>
          <a:off x="0" y="0"/>
          <a:ext cx="0" cy="0"/>
          <a:chOff x="0" y="0"/>
          <a:chExt cx="0" cy="0"/>
        </a:xfrm>
      </p:grpSpPr>
      <p:sp>
        <p:nvSpPr>
          <p:cNvPr id="159" name="Curtin University is a trademark of Curtin University of Technology…"/>
          <p:cNvSpPr txBox="1"/>
          <p:nvPr/>
        </p:nvSpPr>
        <p:spPr>
          <a:xfrm>
            <a:off x="468311" y="6302375"/>
            <a:ext cx="2230389" cy="14990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defRPr sz="600">
                <a:solidFill>
                  <a:srgbClr val="969696"/>
                </a:solidFill>
                <a:latin typeface="+mj-lt"/>
                <a:ea typeface="+mj-ea"/>
                <a:cs typeface="+mj-cs"/>
                <a:sym typeface="Arial"/>
              </a:defRPr>
            </a:pPr>
            <a:r>
              <a:t>Curtin University is a trademark of Curtin University of Technology</a:t>
            </a:r>
          </a:p>
          <a:p>
            <a:pPr>
              <a:defRPr sz="600">
                <a:solidFill>
                  <a:srgbClr val="969696"/>
                </a:solidFill>
                <a:latin typeface="+mj-lt"/>
                <a:ea typeface="+mj-ea"/>
                <a:cs typeface="+mj-cs"/>
                <a:sym typeface="Arial"/>
              </a:defRPr>
            </a:pPr>
            <a:r>
              <a:t>CRICOS Provider Code 00301J</a:t>
            </a:r>
          </a:p>
        </p:txBody>
      </p:sp>
      <p:pic>
        <p:nvPicPr>
          <p:cNvPr id="160" name="curtinPowerPointBGContent-Alpha.gif" descr="curtinPowerPointBGContent-Alpha.gif"/>
          <p:cNvPicPr>
            <a:picLocks noChangeAspect="1"/>
          </p:cNvPicPr>
          <p:nvPr/>
        </p:nvPicPr>
        <p:blipFill>
          <a:blip r:embed="rId2"/>
          <a:stretch>
            <a:fillRect/>
          </a:stretch>
        </p:blipFill>
        <p:spPr>
          <a:xfrm>
            <a:off x="0" y="0"/>
            <a:ext cx="9144000" cy="6858000"/>
          </a:xfrm>
          <a:prstGeom prst="rect">
            <a:avLst/>
          </a:prstGeom>
          <a:ln w="12700">
            <a:miter lim="400000"/>
          </a:ln>
        </p:spPr>
      </p:pic>
      <p:sp>
        <p:nvSpPr>
          <p:cNvPr id="161" name="Title Text"/>
          <p:cNvSpPr txBox="1">
            <a:spLocks noGrp="1"/>
          </p:cNvSpPr>
          <p:nvPr>
            <p:ph type="title"/>
          </p:nvPr>
        </p:nvSpPr>
        <p:spPr>
          <a:xfrm>
            <a:off x="6629400" y="560387"/>
            <a:ext cx="2057400" cy="5389565"/>
          </a:xfrm>
          <a:prstGeom prst="rect">
            <a:avLst/>
          </a:prstGeom>
        </p:spPr>
        <p:txBody>
          <a:bodyPr/>
          <a:lstStyle/>
          <a:p>
            <a:r>
              <a:t>Title Text</a:t>
            </a:r>
          </a:p>
        </p:txBody>
      </p:sp>
      <p:sp>
        <p:nvSpPr>
          <p:cNvPr id="162" name="Body Level One…"/>
          <p:cNvSpPr txBox="1">
            <a:spLocks noGrp="1"/>
          </p:cNvSpPr>
          <p:nvPr>
            <p:ph type="body" idx="1"/>
          </p:nvPr>
        </p:nvSpPr>
        <p:spPr>
          <a:xfrm>
            <a:off x="457200" y="560387"/>
            <a:ext cx="6019800" cy="5389565"/>
          </a:xfrm>
          <a:prstGeom prst="rect">
            <a:avLst/>
          </a:prstGeom>
        </p:spPr>
        <p:txBody>
          <a:bodyPr/>
          <a:lstStyle>
            <a:lvl2pPr indent="0"/>
            <a:lvl3pPr indent="0"/>
            <a:lvl4pPr indent="0"/>
            <a:lvl5pPr indent="0"/>
          </a:lstStyle>
          <a:p>
            <a:r>
              <a:t>Body Level One</a:t>
            </a:r>
          </a:p>
          <a:p>
            <a:pPr lvl="1"/>
            <a:r>
              <a:t>Body Level Two</a:t>
            </a:r>
          </a:p>
          <a:p>
            <a:pPr lvl="2"/>
            <a:r>
              <a:t>Body Level Three</a:t>
            </a:r>
          </a:p>
          <a:p>
            <a:pPr lvl="3"/>
            <a:r>
              <a:t>Body Level Four</a:t>
            </a:r>
          </a:p>
          <a:p>
            <a:pPr lvl="4"/>
            <a:r>
              <a:t>Body Level Five</a:t>
            </a:r>
          </a:p>
        </p:txBody>
      </p:sp>
      <p:sp>
        <p:nvSpPr>
          <p:cNvPr id="163" name="Slide Number"/>
          <p:cNvSpPr txBox="1">
            <a:spLocks noGrp="1"/>
          </p:cNvSpPr>
          <p:nvPr>
            <p:ph type="sldNum" sz="quarter" idx="2"/>
          </p:nvPr>
        </p:nvSpPr>
        <p:spPr>
          <a:xfrm>
            <a:off x="6279548" y="6224225"/>
            <a:ext cx="273652" cy="26425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tx">
  <p:cSld name="Default">
    <p:spTree>
      <p:nvGrpSpPr>
        <p:cNvPr id="1" name=""/>
        <p:cNvGrpSpPr/>
        <p:nvPr/>
      </p:nvGrpSpPr>
      <p:grpSpPr>
        <a:xfrm>
          <a:off x="0" y="0"/>
          <a:ext cx="0" cy="0"/>
          <a:chOff x="0" y="0"/>
          <a:chExt cx="0" cy="0"/>
        </a:xfrm>
      </p:grpSpPr>
      <p:sp>
        <p:nvSpPr>
          <p:cNvPr id="170" name="Slide Number"/>
          <p:cNvSpPr txBox="1">
            <a:spLocks noGrp="1"/>
          </p:cNvSpPr>
          <p:nvPr>
            <p:ph type="sldNum" sz="quarter" idx="2"/>
          </p:nvPr>
        </p:nvSpPr>
        <p:spPr>
          <a:xfrm>
            <a:off x="6553200" y="6356350"/>
            <a:ext cx="335862" cy="333084"/>
          </a:xfrm>
          <a:prstGeom prst="rect">
            <a:avLst/>
          </a:prstGeom>
        </p:spPr>
        <p:txBody>
          <a:bodyPr anchor="t"/>
          <a:lstStyle>
            <a:lvl1pPr algn="l">
              <a:defRPr sz="1800">
                <a:solidFill>
                  <a:srgbClr val="000000"/>
                </a:solidFill>
                <a:latin typeface="Calibri"/>
                <a:ea typeface="Calibri"/>
                <a:cs typeface="Calibri"/>
                <a:sym typeface="Calibri"/>
              </a:defRPr>
            </a:lvl1pPr>
          </a:lstStyle>
          <a:p>
            <a:fld id="{86CB4B4D-7CA3-9044-876B-883B54F8677D}" type="slidenum">
              <a:t>‹#›</a:t>
            </a:fld>
            <a:endParaRPr/>
          </a:p>
        </p:txBody>
      </p:sp>
    </p:spTree>
  </p:cSld>
  <p:clrMapOvr>
    <a:masterClrMapping/>
  </p:clrMapOvr>
  <p:transition spd="med"/>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tx">
  <p:cSld name="Default">
    <p:spTree>
      <p:nvGrpSpPr>
        <p:cNvPr id="1" name=""/>
        <p:cNvGrpSpPr/>
        <p:nvPr/>
      </p:nvGrpSpPr>
      <p:grpSpPr>
        <a:xfrm>
          <a:off x="0" y="0"/>
          <a:ext cx="0" cy="0"/>
          <a:chOff x="0" y="0"/>
          <a:chExt cx="0" cy="0"/>
        </a:xfrm>
      </p:grpSpPr>
      <p:sp>
        <p:nvSpPr>
          <p:cNvPr id="177" name="Slide Number"/>
          <p:cNvSpPr txBox="1">
            <a:spLocks noGrp="1"/>
          </p:cNvSpPr>
          <p:nvPr>
            <p:ph type="sldNum" sz="quarter" idx="2"/>
          </p:nvPr>
        </p:nvSpPr>
        <p:spPr>
          <a:xfrm>
            <a:off x="6279548" y="6224225"/>
            <a:ext cx="273652" cy="264251"/>
          </a:xfrm>
          <a:prstGeom prst="rect">
            <a:avLst/>
          </a:prstGeom>
        </p:spPr>
        <p:txBody>
          <a:bodyPr/>
          <a:lstStyle>
            <a:lvl1pPr>
              <a:defRPr>
                <a:solidFill>
                  <a:srgbClr val="000000"/>
                </a:solidFill>
              </a:defRPr>
            </a:lvl1pPr>
          </a:lstStyle>
          <a:p>
            <a:fld id="{86CB4B4D-7CA3-9044-876B-883B54F8677D}" type="slidenum">
              <a:t>‹#›</a:t>
            </a:fld>
            <a:endParaRPr/>
          </a:p>
        </p:txBody>
      </p:sp>
    </p:spTree>
  </p:cSld>
  <p:clrMapOvr>
    <a:masterClrMapping/>
  </p:clrMapOvr>
  <p:transition spd="med"/>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tx">
  <p:cSld name="Default">
    <p:spTree>
      <p:nvGrpSpPr>
        <p:cNvPr id="1" name=""/>
        <p:cNvGrpSpPr/>
        <p:nvPr/>
      </p:nvGrpSpPr>
      <p:grpSpPr>
        <a:xfrm>
          <a:off x="0" y="0"/>
          <a:ext cx="0" cy="0"/>
          <a:chOff x="0" y="0"/>
          <a:chExt cx="0" cy="0"/>
        </a:xfrm>
      </p:grpSpPr>
      <p:sp>
        <p:nvSpPr>
          <p:cNvPr id="184" name="Slide Number"/>
          <p:cNvSpPr txBox="1">
            <a:spLocks noGrp="1"/>
          </p:cNvSpPr>
          <p:nvPr>
            <p:ph type="sldNum" sz="quarter" idx="2"/>
          </p:nvPr>
        </p:nvSpPr>
        <p:spPr>
          <a:xfrm>
            <a:off x="6553200" y="6356350"/>
            <a:ext cx="335862" cy="333084"/>
          </a:xfrm>
          <a:prstGeom prst="rect">
            <a:avLst/>
          </a:prstGeom>
        </p:spPr>
        <p:txBody>
          <a:bodyPr anchor="t"/>
          <a:lstStyle>
            <a:lvl1pPr algn="l">
              <a:defRPr sz="1800">
                <a:solidFill>
                  <a:srgbClr val="000000"/>
                </a:solidFill>
                <a:latin typeface="Calibri"/>
                <a:ea typeface="Calibri"/>
                <a:cs typeface="Calibri"/>
                <a:sym typeface="Calibri"/>
              </a:defRPr>
            </a:lvl1pPr>
          </a:lstStyle>
          <a:p>
            <a:fld id="{86CB4B4D-7CA3-9044-876B-883B54F8677D}" type="slidenum">
              <a:t>‹#›</a:t>
            </a:fld>
            <a:endParaRPr/>
          </a:p>
        </p:txBody>
      </p:sp>
    </p:spTree>
  </p:cSld>
  <p:clrMapOvr>
    <a:masterClrMapping/>
  </p:clrMapOvr>
  <p:transition spd="med"/>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tx">
  <p:cSld name="Default">
    <p:bg>
      <p:bgPr>
        <a:solidFill>
          <a:schemeClr val="accent3">
            <a:lumOff val="38860"/>
          </a:schemeClr>
        </a:solidFill>
        <a:effectLst/>
      </p:bgPr>
    </p:bg>
    <p:spTree>
      <p:nvGrpSpPr>
        <p:cNvPr id="1" name=""/>
        <p:cNvGrpSpPr/>
        <p:nvPr/>
      </p:nvGrpSpPr>
      <p:grpSpPr>
        <a:xfrm>
          <a:off x="0" y="0"/>
          <a:ext cx="0" cy="0"/>
          <a:chOff x="0" y="0"/>
          <a:chExt cx="0" cy="0"/>
        </a:xfrm>
      </p:grpSpPr>
      <p:sp>
        <p:nvSpPr>
          <p:cNvPr id="191" name="Slide Number"/>
          <p:cNvSpPr txBox="1">
            <a:spLocks noGrp="1"/>
          </p:cNvSpPr>
          <p:nvPr>
            <p:ph type="sldNum" sz="quarter" idx="2"/>
          </p:nvPr>
        </p:nvSpPr>
        <p:spPr>
          <a:xfrm>
            <a:off x="4419600" y="6172200"/>
            <a:ext cx="2133600" cy="368301"/>
          </a:xfrm>
          <a:prstGeom prst="rect">
            <a:avLst/>
          </a:prstGeom>
        </p:spPr>
        <p:txBody>
          <a:bodyPr/>
          <a:lstStyle>
            <a:lvl1pPr>
              <a:defRPr>
                <a:solidFill>
                  <a:srgbClr val="000000"/>
                </a:solidFill>
              </a:defRPr>
            </a:lvl1pPr>
          </a:lstStyle>
          <a:p>
            <a:fld id="{86CB4B4D-7CA3-9044-876B-883B54F8677D}" type="slidenum">
              <a:t>‹#›</a:t>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1.gif"/><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Curtin University is a trademark of Curtin University of Technology…"/>
          <p:cNvSpPr txBox="1"/>
          <p:nvPr/>
        </p:nvSpPr>
        <p:spPr>
          <a:xfrm>
            <a:off x="468312" y="6302375"/>
            <a:ext cx="2230389" cy="14990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defRPr sz="600">
                <a:solidFill>
                  <a:srgbClr val="969696"/>
                </a:solidFill>
                <a:latin typeface="+mj-lt"/>
                <a:ea typeface="+mj-ea"/>
                <a:cs typeface="+mj-cs"/>
                <a:sym typeface="Arial"/>
              </a:defRPr>
            </a:pPr>
            <a:r>
              <a:t>Curtin University is a trademark of Curtin University of Technology</a:t>
            </a:r>
          </a:p>
          <a:p>
            <a:pPr>
              <a:defRPr sz="600">
                <a:solidFill>
                  <a:srgbClr val="969696"/>
                </a:solidFill>
                <a:latin typeface="+mj-lt"/>
                <a:ea typeface="+mj-ea"/>
                <a:cs typeface="+mj-cs"/>
                <a:sym typeface="Arial"/>
              </a:defRPr>
            </a:pPr>
            <a:r>
              <a:t>CRICOS Provider Code 00301J</a:t>
            </a:r>
          </a:p>
        </p:txBody>
      </p:sp>
      <p:pic>
        <p:nvPicPr>
          <p:cNvPr id="3" name="curtinPowerPointBGContent-Alpha.gif" descr="curtinPowerPointBGContent-Alpha.gif"/>
          <p:cNvPicPr>
            <a:picLocks noChangeAspect="1"/>
          </p:cNvPicPr>
          <p:nvPr userDrawn="1"/>
        </p:nvPicPr>
        <p:blipFill>
          <a:blip r:embed="rId20"/>
          <a:stretch>
            <a:fillRect/>
          </a:stretch>
        </p:blipFill>
        <p:spPr>
          <a:xfrm>
            <a:off x="0" y="0"/>
            <a:ext cx="9144000" cy="6858000"/>
          </a:xfrm>
          <a:prstGeom prst="rect">
            <a:avLst/>
          </a:prstGeom>
          <a:ln w="12700">
            <a:miter lim="400000"/>
          </a:ln>
        </p:spPr>
      </p:pic>
      <p:sp>
        <p:nvSpPr>
          <p:cNvPr id="4" name="Title Text"/>
          <p:cNvSpPr txBox="1">
            <a:spLocks noGrp="1"/>
          </p:cNvSpPr>
          <p:nvPr>
            <p:ph type="title"/>
          </p:nvPr>
        </p:nvSpPr>
        <p:spPr>
          <a:xfrm>
            <a:off x="468312" y="560387"/>
            <a:ext cx="8207376" cy="99695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rmAutofit/>
          </a:bodyPr>
          <a:lstStyle/>
          <a:p>
            <a:r>
              <a:t>Title Text</a:t>
            </a:r>
          </a:p>
        </p:txBody>
      </p:sp>
      <p:sp>
        <p:nvSpPr>
          <p:cNvPr id="5" name="Body Level One…"/>
          <p:cNvSpPr txBox="1">
            <a:spLocks noGrp="1"/>
          </p:cNvSpPr>
          <p:nvPr>
            <p:ph type="body" idx="1"/>
          </p:nvPr>
        </p:nvSpPr>
        <p:spPr>
          <a:xfrm>
            <a:off x="457200" y="1600200"/>
            <a:ext cx="8229600" cy="434975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rmAutofit/>
          </a:bodyPr>
          <a:lstStyle/>
          <a:p>
            <a:r>
              <a:t>Body Level One</a:t>
            </a:r>
          </a:p>
          <a:p>
            <a:pPr lvl="1"/>
            <a:r>
              <a:t>Body Level Two</a:t>
            </a:r>
          </a:p>
          <a:p>
            <a:pPr lvl="2"/>
            <a:r>
              <a:t>Body Level Three</a:t>
            </a:r>
          </a:p>
          <a:p>
            <a:pPr lvl="3"/>
            <a:r>
              <a:t>Body Level Four</a:t>
            </a:r>
          </a:p>
          <a:p>
            <a:pPr lvl="4"/>
            <a:r>
              <a:t>Body Level Five</a:t>
            </a:r>
          </a:p>
        </p:txBody>
      </p:sp>
      <p:sp>
        <p:nvSpPr>
          <p:cNvPr id="6" name="INSYS5002 - Introduction to Visual C#"/>
          <p:cNvSpPr txBox="1"/>
          <p:nvPr/>
        </p:nvSpPr>
        <p:spPr>
          <a:xfrm>
            <a:off x="468312" y="6143725"/>
            <a:ext cx="2138406" cy="15388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defRPr sz="1200">
                <a:solidFill>
                  <a:srgbClr val="666666"/>
                </a:solidFill>
                <a:latin typeface="+mj-lt"/>
                <a:ea typeface="+mj-ea"/>
                <a:cs typeface="+mj-cs"/>
                <a:sym typeface="Arial"/>
              </a:defRPr>
            </a:lvl1pPr>
          </a:lstStyle>
          <a:p>
            <a:r>
              <a:rPr sz="1000" dirty="0"/>
              <a:t>ISY</a:t>
            </a:r>
            <a:r>
              <a:rPr lang="en-AU" sz="1000" dirty="0"/>
              <a:t>S</a:t>
            </a:r>
            <a:r>
              <a:rPr sz="1000" dirty="0"/>
              <a:t>S</a:t>
            </a:r>
            <a:r>
              <a:rPr lang="en-AU" sz="1000" dirty="0"/>
              <a:t>2001</a:t>
            </a:r>
            <a:r>
              <a:rPr sz="1000" dirty="0"/>
              <a:t> </a:t>
            </a:r>
            <a:r>
              <a:rPr lang="en-AU" sz="1000" dirty="0"/>
              <a:t>–</a:t>
            </a:r>
            <a:r>
              <a:rPr sz="1000" dirty="0"/>
              <a:t> </a:t>
            </a:r>
            <a:r>
              <a:rPr lang="en-AU" sz="1000" dirty="0"/>
              <a:t>Computational Thinking</a:t>
            </a:r>
            <a:endParaRPr sz="10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Lst>
  <p:transition spd="med"/>
  <p:txStyles>
    <p:titleStyle>
      <a:lvl1pPr marL="0" marR="0" indent="0" algn="l" defTabSz="914400" latinLnBrk="0">
        <a:lnSpc>
          <a:spcPct val="100000"/>
        </a:lnSpc>
        <a:spcBef>
          <a:spcPts val="0"/>
        </a:spcBef>
        <a:spcAft>
          <a:spcPts val="0"/>
        </a:spcAft>
        <a:buClrTx/>
        <a:buSzTx/>
        <a:buFontTx/>
        <a:buNone/>
        <a:tabLst/>
        <a:defRPr sz="3200" b="0" i="0" u="none" strike="noStrike" cap="none" spc="0" baseline="0">
          <a:solidFill>
            <a:schemeClr val="accent4">
              <a:lumOff val="20882"/>
            </a:schemeClr>
          </a:solidFill>
          <a:uFillTx/>
          <a:latin typeface="+mj-lt"/>
          <a:ea typeface="+mj-ea"/>
          <a:cs typeface="+mj-cs"/>
          <a:sym typeface="Arial"/>
        </a:defRPr>
      </a:lvl1pPr>
      <a:lvl2pPr marL="0" marR="0" indent="0" algn="l" defTabSz="914400" latinLnBrk="0">
        <a:lnSpc>
          <a:spcPct val="100000"/>
        </a:lnSpc>
        <a:spcBef>
          <a:spcPts val="0"/>
        </a:spcBef>
        <a:spcAft>
          <a:spcPts val="0"/>
        </a:spcAft>
        <a:buClrTx/>
        <a:buSzTx/>
        <a:buFontTx/>
        <a:buNone/>
        <a:tabLst/>
        <a:defRPr sz="3200" b="0" i="0" u="none" strike="noStrike" cap="none" spc="0" baseline="0">
          <a:solidFill>
            <a:schemeClr val="accent4">
              <a:lumOff val="20882"/>
            </a:schemeClr>
          </a:solidFill>
          <a:uFillTx/>
          <a:latin typeface="+mj-lt"/>
          <a:ea typeface="+mj-ea"/>
          <a:cs typeface="+mj-cs"/>
          <a:sym typeface="Arial"/>
        </a:defRPr>
      </a:lvl2pPr>
      <a:lvl3pPr marL="0" marR="0" indent="0" algn="l" defTabSz="914400" latinLnBrk="0">
        <a:lnSpc>
          <a:spcPct val="100000"/>
        </a:lnSpc>
        <a:spcBef>
          <a:spcPts val="0"/>
        </a:spcBef>
        <a:spcAft>
          <a:spcPts val="0"/>
        </a:spcAft>
        <a:buClrTx/>
        <a:buSzTx/>
        <a:buFontTx/>
        <a:buNone/>
        <a:tabLst/>
        <a:defRPr sz="3200" b="0" i="0" u="none" strike="noStrike" cap="none" spc="0" baseline="0">
          <a:solidFill>
            <a:schemeClr val="accent4">
              <a:lumOff val="20882"/>
            </a:schemeClr>
          </a:solidFill>
          <a:uFillTx/>
          <a:latin typeface="+mj-lt"/>
          <a:ea typeface="+mj-ea"/>
          <a:cs typeface="+mj-cs"/>
          <a:sym typeface="Arial"/>
        </a:defRPr>
      </a:lvl3pPr>
      <a:lvl4pPr marL="0" marR="0" indent="0" algn="l" defTabSz="914400" latinLnBrk="0">
        <a:lnSpc>
          <a:spcPct val="100000"/>
        </a:lnSpc>
        <a:spcBef>
          <a:spcPts val="0"/>
        </a:spcBef>
        <a:spcAft>
          <a:spcPts val="0"/>
        </a:spcAft>
        <a:buClrTx/>
        <a:buSzTx/>
        <a:buFontTx/>
        <a:buNone/>
        <a:tabLst/>
        <a:defRPr sz="3200" b="0" i="0" u="none" strike="noStrike" cap="none" spc="0" baseline="0">
          <a:solidFill>
            <a:schemeClr val="accent4">
              <a:lumOff val="20882"/>
            </a:schemeClr>
          </a:solidFill>
          <a:uFillTx/>
          <a:latin typeface="+mj-lt"/>
          <a:ea typeface="+mj-ea"/>
          <a:cs typeface="+mj-cs"/>
          <a:sym typeface="Arial"/>
        </a:defRPr>
      </a:lvl4pPr>
      <a:lvl5pPr marL="0" marR="0" indent="0" algn="l" defTabSz="914400" latinLnBrk="0">
        <a:lnSpc>
          <a:spcPct val="100000"/>
        </a:lnSpc>
        <a:spcBef>
          <a:spcPts val="0"/>
        </a:spcBef>
        <a:spcAft>
          <a:spcPts val="0"/>
        </a:spcAft>
        <a:buClrTx/>
        <a:buSzTx/>
        <a:buFontTx/>
        <a:buNone/>
        <a:tabLst/>
        <a:defRPr sz="3200" b="0" i="0" u="none" strike="noStrike" cap="none" spc="0" baseline="0">
          <a:solidFill>
            <a:schemeClr val="accent4">
              <a:lumOff val="20882"/>
            </a:schemeClr>
          </a:solidFill>
          <a:uFillTx/>
          <a:latin typeface="+mj-lt"/>
          <a:ea typeface="+mj-ea"/>
          <a:cs typeface="+mj-cs"/>
          <a:sym typeface="Arial"/>
        </a:defRPr>
      </a:lvl5pPr>
      <a:lvl6pPr marL="0" marR="0" indent="457200" algn="l" defTabSz="914400" latinLnBrk="0">
        <a:lnSpc>
          <a:spcPct val="100000"/>
        </a:lnSpc>
        <a:spcBef>
          <a:spcPts val="0"/>
        </a:spcBef>
        <a:spcAft>
          <a:spcPts val="0"/>
        </a:spcAft>
        <a:buClrTx/>
        <a:buSzTx/>
        <a:buFontTx/>
        <a:buNone/>
        <a:tabLst/>
        <a:defRPr sz="3200" b="0" i="0" u="none" strike="noStrike" cap="none" spc="0" baseline="0">
          <a:solidFill>
            <a:schemeClr val="accent4">
              <a:lumOff val="20882"/>
            </a:schemeClr>
          </a:solidFill>
          <a:uFillTx/>
          <a:latin typeface="+mj-lt"/>
          <a:ea typeface="+mj-ea"/>
          <a:cs typeface="+mj-cs"/>
          <a:sym typeface="Arial"/>
        </a:defRPr>
      </a:lvl6pPr>
      <a:lvl7pPr marL="0" marR="0" indent="914400" algn="l" defTabSz="914400" latinLnBrk="0">
        <a:lnSpc>
          <a:spcPct val="100000"/>
        </a:lnSpc>
        <a:spcBef>
          <a:spcPts val="0"/>
        </a:spcBef>
        <a:spcAft>
          <a:spcPts val="0"/>
        </a:spcAft>
        <a:buClrTx/>
        <a:buSzTx/>
        <a:buFontTx/>
        <a:buNone/>
        <a:tabLst/>
        <a:defRPr sz="3200" b="0" i="0" u="none" strike="noStrike" cap="none" spc="0" baseline="0">
          <a:solidFill>
            <a:schemeClr val="accent4">
              <a:lumOff val="20882"/>
            </a:schemeClr>
          </a:solidFill>
          <a:uFillTx/>
          <a:latin typeface="+mj-lt"/>
          <a:ea typeface="+mj-ea"/>
          <a:cs typeface="+mj-cs"/>
          <a:sym typeface="Arial"/>
        </a:defRPr>
      </a:lvl7pPr>
      <a:lvl8pPr marL="0" marR="0" indent="1371600" algn="l" defTabSz="914400" latinLnBrk="0">
        <a:lnSpc>
          <a:spcPct val="100000"/>
        </a:lnSpc>
        <a:spcBef>
          <a:spcPts val="0"/>
        </a:spcBef>
        <a:spcAft>
          <a:spcPts val="0"/>
        </a:spcAft>
        <a:buClrTx/>
        <a:buSzTx/>
        <a:buFontTx/>
        <a:buNone/>
        <a:tabLst/>
        <a:defRPr sz="3200" b="0" i="0" u="none" strike="noStrike" cap="none" spc="0" baseline="0">
          <a:solidFill>
            <a:schemeClr val="accent4">
              <a:lumOff val="20882"/>
            </a:schemeClr>
          </a:solidFill>
          <a:uFillTx/>
          <a:latin typeface="+mj-lt"/>
          <a:ea typeface="+mj-ea"/>
          <a:cs typeface="+mj-cs"/>
          <a:sym typeface="Arial"/>
        </a:defRPr>
      </a:lvl8pPr>
      <a:lvl9pPr marL="0" marR="0" indent="1828800" algn="l" defTabSz="914400" latinLnBrk="0">
        <a:lnSpc>
          <a:spcPct val="100000"/>
        </a:lnSpc>
        <a:spcBef>
          <a:spcPts val="0"/>
        </a:spcBef>
        <a:spcAft>
          <a:spcPts val="0"/>
        </a:spcAft>
        <a:buClrTx/>
        <a:buSzTx/>
        <a:buFontTx/>
        <a:buNone/>
        <a:tabLst/>
        <a:defRPr sz="3200" b="0" i="0" u="none" strike="noStrike" cap="none" spc="0" baseline="0">
          <a:solidFill>
            <a:schemeClr val="accent4">
              <a:lumOff val="20882"/>
            </a:schemeClr>
          </a:solidFill>
          <a:uFillTx/>
          <a:latin typeface="+mj-lt"/>
          <a:ea typeface="+mj-ea"/>
          <a:cs typeface="+mj-cs"/>
          <a:sym typeface="Arial"/>
        </a:defRPr>
      </a:lvl9pPr>
    </p:titleStyle>
    <p:bodyStyle>
      <a:lvl1pPr marL="266700" marR="0" indent="-266700" algn="l" defTabSz="914400" latinLnBrk="0">
        <a:lnSpc>
          <a:spcPct val="110000"/>
        </a:lnSpc>
        <a:spcBef>
          <a:spcPts val="800"/>
        </a:spcBef>
        <a:spcAft>
          <a:spcPts val="0"/>
        </a:spcAft>
        <a:buClr>
          <a:schemeClr val="accent1"/>
        </a:buClr>
        <a:buSzPct val="100000"/>
        <a:buFontTx/>
        <a:buChar char="▪"/>
        <a:tabLst/>
        <a:defRPr sz="2400" b="0" i="0" u="none" strike="noStrike" cap="none" spc="0" baseline="0">
          <a:solidFill>
            <a:srgbClr val="333333"/>
          </a:solidFill>
          <a:uFillTx/>
          <a:latin typeface="+mj-lt"/>
          <a:ea typeface="+mj-ea"/>
          <a:cs typeface="+mj-cs"/>
          <a:sym typeface="Arial"/>
        </a:defRPr>
      </a:lvl1pPr>
      <a:lvl2pPr marL="0" marR="0" indent="538162" algn="l" defTabSz="914400" latinLnBrk="0">
        <a:lnSpc>
          <a:spcPct val="110000"/>
        </a:lnSpc>
        <a:spcBef>
          <a:spcPts val="800"/>
        </a:spcBef>
        <a:spcAft>
          <a:spcPts val="0"/>
        </a:spcAft>
        <a:buClr>
          <a:schemeClr val="accent1"/>
        </a:buClr>
        <a:buSzTx/>
        <a:buFont typeface="Wingdings"/>
        <a:buNone/>
        <a:tabLst/>
        <a:defRPr sz="2400" b="0" i="0" u="none" strike="noStrike" cap="none" spc="0" baseline="0">
          <a:solidFill>
            <a:srgbClr val="333333"/>
          </a:solidFill>
          <a:uFillTx/>
          <a:latin typeface="+mj-lt"/>
          <a:ea typeface="+mj-ea"/>
          <a:cs typeface="+mj-cs"/>
          <a:sym typeface="Arial"/>
        </a:defRPr>
      </a:lvl2pPr>
      <a:lvl3pPr marL="0" marR="0" indent="985837" algn="l" defTabSz="914400" latinLnBrk="0">
        <a:lnSpc>
          <a:spcPct val="110000"/>
        </a:lnSpc>
        <a:spcBef>
          <a:spcPts val="800"/>
        </a:spcBef>
        <a:spcAft>
          <a:spcPts val="0"/>
        </a:spcAft>
        <a:buClr>
          <a:schemeClr val="accent1"/>
        </a:buClr>
        <a:buSzTx/>
        <a:buFont typeface="Wingdings"/>
        <a:buNone/>
        <a:tabLst/>
        <a:defRPr sz="2400" b="0" i="0" u="none" strike="noStrike" cap="none" spc="0" baseline="0">
          <a:solidFill>
            <a:srgbClr val="333333"/>
          </a:solidFill>
          <a:uFillTx/>
          <a:latin typeface="+mj-lt"/>
          <a:ea typeface="+mj-ea"/>
          <a:cs typeface="+mj-cs"/>
          <a:sym typeface="Arial"/>
        </a:defRPr>
      </a:lvl3pPr>
      <a:lvl4pPr marL="0" marR="0" indent="1433512" algn="l" defTabSz="914400" latinLnBrk="0">
        <a:lnSpc>
          <a:spcPct val="110000"/>
        </a:lnSpc>
        <a:spcBef>
          <a:spcPts val="800"/>
        </a:spcBef>
        <a:spcAft>
          <a:spcPts val="0"/>
        </a:spcAft>
        <a:buClr>
          <a:schemeClr val="accent1"/>
        </a:buClr>
        <a:buSzTx/>
        <a:buFont typeface="Wingdings"/>
        <a:buNone/>
        <a:tabLst/>
        <a:defRPr sz="2400" b="0" i="0" u="none" strike="noStrike" cap="none" spc="0" baseline="0">
          <a:solidFill>
            <a:srgbClr val="333333"/>
          </a:solidFill>
          <a:uFillTx/>
          <a:latin typeface="+mj-lt"/>
          <a:ea typeface="+mj-ea"/>
          <a:cs typeface="+mj-cs"/>
          <a:sym typeface="Arial"/>
        </a:defRPr>
      </a:lvl4pPr>
      <a:lvl5pPr marL="0" marR="0" indent="1790700" algn="l" defTabSz="914400" latinLnBrk="0">
        <a:lnSpc>
          <a:spcPct val="110000"/>
        </a:lnSpc>
        <a:spcBef>
          <a:spcPts val="800"/>
        </a:spcBef>
        <a:spcAft>
          <a:spcPts val="0"/>
        </a:spcAft>
        <a:buClr>
          <a:schemeClr val="accent1"/>
        </a:buClr>
        <a:buSzTx/>
        <a:buFont typeface="Wingdings"/>
        <a:buNone/>
        <a:tabLst/>
        <a:defRPr sz="2400" b="0" i="0" u="none" strike="noStrike" cap="none" spc="0" baseline="0">
          <a:solidFill>
            <a:srgbClr val="333333"/>
          </a:solidFill>
          <a:uFillTx/>
          <a:latin typeface="+mj-lt"/>
          <a:ea typeface="+mj-ea"/>
          <a:cs typeface="+mj-cs"/>
          <a:sym typeface="Arial"/>
        </a:defRPr>
      </a:lvl5pPr>
      <a:lvl6pPr marL="0" marR="0" indent="2247900" algn="l" defTabSz="914400" latinLnBrk="0">
        <a:lnSpc>
          <a:spcPct val="110000"/>
        </a:lnSpc>
        <a:spcBef>
          <a:spcPts val="800"/>
        </a:spcBef>
        <a:spcAft>
          <a:spcPts val="0"/>
        </a:spcAft>
        <a:buClr>
          <a:schemeClr val="accent1"/>
        </a:buClr>
        <a:buSzTx/>
        <a:buFont typeface="Wingdings"/>
        <a:buNone/>
        <a:tabLst/>
        <a:defRPr sz="2400" b="0" i="0" u="none" strike="noStrike" cap="none" spc="0" baseline="0">
          <a:solidFill>
            <a:srgbClr val="333333"/>
          </a:solidFill>
          <a:uFillTx/>
          <a:latin typeface="+mj-lt"/>
          <a:ea typeface="+mj-ea"/>
          <a:cs typeface="+mj-cs"/>
          <a:sym typeface="Arial"/>
        </a:defRPr>
      </a:lvl6pPr>
      <a:lvl7pPr marL="0" marR="0" indent="2705100" algn="l" defTabSz="914400" latinLnBrk="0">
        <a:lnSpc>
          <a:spcPct val="110000"/>
        </a:lnSpc>
        <a:spcBef>
          <a:spcPts val="800"/>
        </a:spcBef>
        <a:spcAft>
          <a:spcPts val="0"/>
        </a:spcAft>
        <a:buClr>
          <a:schemeClr val="accent1"/>
        </a:buClr>
        <a:buSzTx/>
        <a:buFont typeface="Wingdings"/>
        <a:buNone/>
        <a:tabLst/>
        <a:defRPr sz="2400" b="0" i="0" u="none" strike="noStrike" cap="none" spc="0" baseline="0">
          <a:solidFill>
            <a:srgbClr val="333333"/>
          </a:solidFill>
          <a:uFillTx/>
          <a:latin typeface="+mj-lt"/>
          <a:ea typeface="+mj-ea"/>
          <a:cs typeface="+mj-cs"/>
          <a:sym typeface="Arial"/>
        </a:defRPr>
      </a:lvl7pPr>
      <a:lvl8pPr marL="0" marR="0" indent="3162300" algn="l" defTabSz="914400" latinLnBrk="0">
        <a:lnSpc>
          <a:spcPct val="110000"/>
        </a:lnSpc>
        <a:spcBef>
          <a:spcPts val="800"/>
        </a:spcBef>
        <a:spcAft>
          <a:spcPts val="0"/>
        </a:spcAft>
        <a:buClr>
          <a:schemeClr val="accent1"/>
        </a:buClr>
        <a:buSzTx/>
        <a:buFont typeface="Wingdings"/>
        <a:buNone/>
        <a:tabLst/>
        <a:defRPr sz="2400" b="0" i="0" u="none" strike="noStrike" cap="none" spc="0" baseline="0">
          <a:solidFill>
            <a:srgbClr val="333333"/>
          </a:solidFill>
          <a:uFillTx/>
          <a:latin typeface="+mj-lt"/>
          <a:ea typeface="+mj-ea"/>
          <a:cs typeface="+mj-cs"/>
          <a:sym typeface="Arial"/>
        </a:defRPr>
      </a:lvl8pPr>
      <a:lvl9pPr marL="0" marR="0" indent="3619500" algn="l" defTabSz="914400" latinLnBrk="0">
        <a:lnSpc>
          <a:spcPct val="110000"/>
        </a:lnSpc>
        <a:spcBef>
          <a:spcPts val="800"/>
        </a:spcBef>
        <a:spcAft>
          <a:spcPts val="0"/>
        </a:spcAft>
        <a:buClr>
          <a:schemeClr val="accent1"/>
        </a:buClr>
        <a:buSzTx/>
        <a:buFont typeface="Wingdings"/>
        <a:buNone/>
        <a:tabLst/>
        <a:defRPr sz="2400" b="0" i="0" u="none" strike="noStrike" cap="none" spc="0" baseline="0">
          <a:solidFill>
            <a:srgbClr val="333333"/>
          </a:solidFill>
          <a:uFillTx/>
          <a:latin typeface="+mj-lt"/>
          <a:ea typeface="+mj-ea"/>
          <a:cs typeface="+mj-cs"/>
          <a:sym typeface="Arial"/>
        </a:defRPr>
      </a:lvl9pPr>
    </p:bodyStyle>
    <p:otherStyle>
      <a:lvl1pPr marL="0" marR="0" indent="0" algn="r" defTabSz="91440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1pPr>
      <a:lvl2pPr marL="0" marR="0" indent="457200" algn="r" defTabSz="91440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2pPr>
      <a:lvl3pPr marL="0" marR="0" indent="914400" algn="r" defTabSz="91440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3pPr>
      <a:lvl4pPr marL="0" marR="0" indent="1371600" algn="r" defTabSz="91440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4pPr>
      <a:lvl5pPr marL="0" marR="0" indent="1828800" algn="r" defTabSz="91440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5pPr>
      <a:lvl6pPr marL="0" marR="0" indent="2286000" algn="r" defTabSz="91440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6pPr>
      <a:lvl7pPr marL="0" marR="0" indent="2743200" algn="r" defTabSz="91440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7pPr>
      <a:lvl8pPr marL="0" marR="0" indent="3200400" algn="r" defTabSz="91440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8pPr>
      <a:lvl9pPr marL="0" marR="0" indent="3657600" algn="r" defTabSz="91440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5.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0.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5.xml"/><Relationship Id="rId1" Type="http://schemas.openxmlformats.org/officeDocument/2006/relationships/slideLayout" Target="../slideLayouts/slideLayout10.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7.xml"/><Relationship Id="rId1" Type="http://schemas.openxmlformats.org/officeDocument/2006/relationships/slideLayout" Target="../slideLayouts/slideLayout5.xml"/><Relationship Id="rId5" Type="http://schemas.openxmlformats.org/officeDocument/2006/relationships/image" Target="../media/image25.png"/><Relationship Id="rId4" Type="http://schemas.microsoft.com/office/2007/relationships/hdphoto" Target="../media/hdphoto1.wdp"/></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3" Type="http://schemas.openxmlformats.org/officeDocument/2006/relationships/image" Target="../media/image26.tif"/><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5.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5.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5.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5.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5.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5.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5.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5.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5.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5.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5.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5.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5.xml"/></Relationships>
</file>

<file path=ppt/slides/_rels/slide57.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5.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5.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5.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5.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5.xml"/></Relationships>
</file>

<file path=ppt/slides/_rels/slide6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54.xml"/><Relationship Id="rId1" Type="http://schemas.openxmlformats.org/officeDocument/2006/relationships/slideLayout" Target="../slideLayouts/slideLayout5.xml"/></Relationships>
</file>

<file path=ppt/slides/_rels/slide6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55.xml"/><Relationship Id="rId1" Type="http://schemas.openxmlformats.org/officeDocument/2006/relationships/slideLayout" Target="../slideLayouts/slideLayout5.xml"/></Relationships>
</file>

<file path=ppt/slides/_rels/slide64.xml.rels><?xml version="1.0" encoding="UTF-8" standalone="yes"?>
<Relationships xmlns="http://schemas.openxmlformats.org/package/2006/relationships"><Relationship Id="rId3" Type="http://schemas.openxmlformats.org/officeDocument/2006/relationships/image" Target="../media/image31.jpg"/><Relationship Id="rId2" Type="http://schemas.openxmlformats.org/officeDocument/2006/relationships/notesSlide" Target="../notesSlides/notesSlide56.xml"/><Relationship Id="rId1" Type="http://schemas.openxmlformats.org/officeDocument/2006/relationships/slideLayout" Target="../slideLayouts/slideLayout5.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t="-16000" b="-16000"/>
          </a:stretch>
        </a:blipFill>
        <a:effectLst/>
      </p:bgPr>
    </p:bg>
    <p:spTree>
      <p:nvGrpSpPr>
        <p:cNvPr id="1" name=""/>
        <p:cNvGrpSpPr/>
        <p:nvPr/>
      </p:nvGrpSpPr>
      <p:grpSpPr>
        <a:xfrm>
          <a:off x="0" y="0"/>
          <a:ext cx="0" cy="0"/>
          <a:chOff x="0" y="0"/>
          <a:chExt cx="0" cy="0"/>
        </a:xfrm>
      </p:grpSpPr>
      <p:sp>
        <p:nvSpPr>
          <p:cNvPr id="200" name="ISYS5002 Lecture 1, Department of Information Systems"/>
          <p:cNvSpPr txBox="1">
            <a:spLocks noGrp="1"/>
          </p:cNvSpPr>
          <p:nvPr>
            <p:ph type="body" sz="quarter" idx="1"/>
          </p:nvPr>
        </p:nvSpPr>
        <p:spPr>
          <a:xfrm>
            <a:off x="69850" y="5054603"/>
            <a:ext cx="5211763" cy="346078"/>
          </a:xfrm>
          <a:prstGeom prst="rect">
            <a:avLst/>
          </a:prstGeom>
        </p:spPr>
        <p:txBody>
          <a:bodyPr/>
          <a:lstStyle>
            <a:lvl1pPr defTabSz="704087">
              <a:spcBef>
                <a:spcPts val="700"/>
              </a:spcBef>
              <a:defRPr sz="1200"/>
            </a:lvl1pPr>
          </a:lstStyle>
          <a:p>
            <a:r>
              <a:rPr dirty="0"/>
              <a:t>ISYS2</a:t>
            </a:r>
            <a:r>
              <a:rPr lang="en-AU" dirty="0"/>
              <a:t>001</a:t>
            </a:r>
            <a:r>
              <a:rPr dirty="0"/>
              <a:t>, </a:t>
            </a:r>
            <a:r>
              <a:rPr lang="en-AU" dirty="0"/>
              <a:t>School of Marketing and Management</a:t>
            </a:r>
            <a:endParaRPr dirty="0"/>
          </a:p>
        </p:txBody>
      </p:sp>
      <p:sp>
        <p:nvSpPr>
          <p:cNvPr id="201" name="Introduction to Visual C#"/>
          <p:cNvSpPr txBox="1">
            <a:spLocks noGrp="1"/>
          </p:cNvSpPr>
          <p:nvPr>
            <p:ph type="title"/>
          </p:nvPr>
        </p:nvSpPr>
        <p:spPr>
          <a:xfrm>
            <a:off x="12700" y="4268437"/>
            <a:ext cx="5760000" cy="786166"/>
          </a:xfrm>
          <a:prstGeom prst="rect">
            <a:avLst/>
          </a:prstGeom>
        </p:spPr>
        <p:txBody>
          <a:bodyPr/>
          <a:lstStyle>
            <a:lvl1pPr defTabSz="768094">
              <a:defRPr sz="3600"/>
            </a:lvl1pPr>
          </a:lstStyle>
          <a:p>
            <a:r>
              <a:rPr lang="en-AU" dirty="0"/>
              <a:t>Computational Thinking</a:t>
            </a:r>
            <a:endParaRPr dirty="0"/>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4" name="Image" descr="Image"/>
          <p:cNvPicPr>
            <a:picLocks noChangeAspect="1"/>
          </p:cNvPicPr>
          <p:nvPr/>
        </p:nvPicPr>
        <p:blipFill>
          <a:blip r:embed="rId2"/>
          <a:srcRect l="17137" t="11714" r="17137" b="14544"/>
          <a:stretch>
            <a:fillRect/>
          </a:stretch>
        </p:blipFill>
        <p:spPr>
          <a:xfrm>
            <a:off x="652654" y="626076"/>
            <a:ext cx="8011053" cy="5055798"/>
          </a:xfrm>
          <a:prstGeom prst="rect">
            <a:avLst/>
          </a:prstGeom>
          <a:ln w="12700">
            <a:miter lim="400000"/>
          </a:ln>
        </p:spPr>
      </p:pic>
    </p:spTree>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7" name="Curtin University would like to pay our respect to the Aboriginal and Torres Strait Islander members of our community by acknowledging the traditional owners of the land on which the Bentley Campus is located, the Wadjuk people of the Nyungar NNation; and on our Kalgoorlie Campus, the Wongutha people of the North-Eastern Goldfields."/>
          <p:cNvSpPr txBox="1">
            <a:spLocks noGrp="1"/>
          </p:cNvSpPr>
          <p:nvPr>
            <p:ph type="body" idx="1"/>
          </p:nvPr>
        </p:nvSpPr>
        <p:spPr>
          <a:xfrm>
            <a:off x="446448" y="2028825"/>
            <a:ext cx="8251104" cy="2800350"/>
          </a:xfrm>
          <a:prstGeom prst="rect">
            <a:avLst/>
          </a:prstGeom>
        </p:spPr>
        <p:txBody>
          <a:bodyPr>
            <a:noAutofit/>
          </a:bodyPr>
          <a:lstStyle>
            <a:lvl1pPr marL="0" indent="0">
              <a:buClrTx/>
              <a:buSzTx/>
              <a:buNone/>
            </a:lvl1pPr>
          </a:lstStyle>
          <a:p>
            <a:pPr algn="ctr"/>
            <a:r>
              <a:rPr lang="en-AU" sz="3200" dirty="0"/>
              <a:t>I acknowledge the traditional custodians of the land on which I work and live, and recognise their continuing connection to land, water and community. I pay respect to elders past, present and emerging.</a:t>
            </a:r>
          </a:p>
        </p:txBody>
      </p:sp>
    </p:spTree>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F45DF6-B76C-D24F-A23D-D341FF188011}"/>
              </a:ext>
            </a:extLst>
          </p:cNvPr>
          <p:cNvSpPr>
            <a:spLocks noGrp="1"/>
          </p:cNvSpPr>
          <p:nvPr>
            <p:ph type="title"/>
          </p:nvPr>
        </p:nvSpPr>
        <p:spPr/>
        <p:txBody>
          <a:bodyPr/>
          <a:lstStyle/>
          <a:p>
            <a:r>
              <a:rPr lang="en-AU" dirty="0"/>
              <a:t>Today</a:t>
            </a:r>
          </a:p>
        </p:txBody>
      </p:sp>
      <p:sp>
        <p:nvSpPr>
          <p:cNvPr id="3" name="Text Placeholder 2">
            <a:extLst>
              <a:ext uri="{FF2B5EF4-FFF2-40B4-BE49-F238E27FC236}">
                <a16:creationId xmlns:a16="http://schemas.microsoft.com/office/drawing/2014/main" id="{8F2B9629-FC56-A340-BA65-BA3721108EF7}"/>
              </a:ext>
            </a:extLst>
          </p:cNvPr>
          <p:cNvSpPr>
            <a:spLocks noGrp="1"/>
          </p:cNvSpPr>
          <p:nvPr>
            <p:ph type="body" idx="1"/>
          </p:nvPr>
        </p:nvSpPr>
        <p:spPr/>
        <p:txBody>
          <a:bodyPr/>
          <a:lstStyle/>
          <a:p>
            <a:r>
              <a:rPr lang="en-AU" dirty="0"/>
              <a:t>Welcome</a:t>
            </a:r>
          </a:p>
          <a:p>
            <a:r>
              <a:rPr lang="en-AU" dirty="0"/>
              <a:t>Computers</a:t>
            </a:r>
          </a:p>
          <a:p>
            <a:r>
              <a:rPr lang="en-AU" dirty="0"/>
              <a:t>Programming</a:t>
            </a:r>
          </a:p>
          <a:p>
            <a:r>
              <a:rPr lang="en-AU" dirty="0"/>
              <a:t>Data</a:t>
            </a:r>
          </a:p>
          <a:p>
            <a:endParaRPr lang="en-AU" dirty="0"/>
          </a:p>
        </p:txBody>
      </p:sp>
    </p:spTree>
    <p:extLst>
      <p:ext uri="{BB962C8B-B14F-4D97-AF65-F5344CB8AC3E}">
        <p14:creationId xmlns:p14="http://schemas.microsoft.com/office/powerpoint/2010/main" val="220884373"/>
      </p:ext>
    </p:ext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299E0B13-DD28-5D4E-92F4-2CFA67E2096B}"/>
              </a:ext>
            </a:extLst>
          </p:cNvPr>
          <p:cNvSpPr>
            <a:spLocks noGrp="1"/>
          </p:cNvSpPr>
          <p:nvPr>
            <p:ph type="body" idx="1"/>
          </p:nvPr>
        </p:nvSpPr>
        <p:spPr>
          <a:xfrm>
            <a:off x="457200" y="2353541"/>
            <a:ext cx="8229600" cy="2150918"/>
          </a:xfrm>
        </p:spPr>
        <p:txBody>
          <a:bodyPr/>
          <a:lstStyle/>
          <a:p>
            <a:pPr marL="0" indent="0" algn="ctr">
              <a:buNone/>
            </a:pPr>
            <a:r>
              <a:rPr lang="en-AU" sz="6600" dirty="0"/>
              <a:t>90% </a:t>
            </a:r>
          </a:p>
          <a:p>
            <a:pPr marL="0" indent="0" algn="ctr">
              <a:buNone/>
            </a:pPr>
            <a:r>
              <a:rPr lang="en-AU" dirty="0"/>
              <a:t>of students have never taken a programming course</a:t>
            </a:r>
          </a:p>
        </p:txBody>
      </p:sp>
    </p:spTree>
    <p:extLst>
      <p:ext uri="{BB962C8B-B14F-4D97-AF65-F5344CB8AC3E}">
        <p14:creationId xmlns:p14="http://schemas.microsoft.com/office/powerpoint/2010/main" val="849545900"/>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299E0B13-DD28-5D4E-92F4-2CFA67E2096B}"/>
              </a:ext>
            </a:extLst>
          </p:cNvPr>
          <p:cNvSpPr>
            <a:spLocks noGrp="1"/>
          </p:cNvSpPr>
          <p:nvPr>
            <p:ph type="body" idx="1"/>
          </p:nvPr>
        </p:nvSpPr>
        <p:spPr>
          <a:xfrm>
            <a:off x="566304" y="1254125"/>
            <a:ext cx="8120495" cy="4349750"/>
          </a:xfrm>
        </p:spPr>
        <p:txBody>
          <a:bodyPr>
            <a:normAutofit/>
          </a:bodyPr>
          <a:lstStyle/>
          <a:p>
            <a:pPr marL="0" indent="0" algn="ctr">
              <a:buNone/>
            </a:pPr>
            <a:r>
              <a:rPr lang="en-AU" sz="4800" b="1" cap="all" dirty="0"/>
              <a:t>LIFE IS A JOURNEY, </a:t>
            </a:r>
          </a:p>
          <a:p>
            <a:pPr marL="0" indent="0" algn="ctr">
              <a:buNone/>
            </a:pPr>
            <a:r>
              <a:rPr lang="en-AU" sz="4800" b="1" cap="all" dirty="0"/>
              <a:t>NOT A DESTINATION. </a:t>
            </a:r>
          </a:p>
          <a:p>
            <a:pPr marL="0" indent="0" algn="ctr">
              <a:buNone/>
            </a:pPr>
            <a:r>
              <a:rPr lang="en-AU" sz="1800" dirty="0"/>
              <a:t>— </a:t>
            </a:r>
            <a:r>
              <a:rPr lang="en-AU" sz="1800" b="1" cap="all" dirty="0"/>
              <a:t>RALPH WALDO EMERSON</a:t>
            </a:r>
          </a:p>
          <a:p>
            <a:pPr marL="0" indent="0" algn="ctr">
              <a:buNone/>
            </a:pPr>
            <a:r>
              <a:rPr lang="en-AU" sz="6600" dirty="0"/>
              <a:t> </a:t>
            </a:r>
          </a:p>
          <a:p>
            <a:pPr marL="0" indent="0" algn="ctr">
              <a:buNone/>
            </a:pPr>
            <a:r>
              <a:rPr lang="en-AU" dirty="0"/>
              <a:t>This applies to learning, as well. The process of learning is more important than the often intangible result or “end goal.”</a:t>
            </a:r>
          </a:p>
        </p:txBody>
      </p:sp>
    </p:spTree>
    <p:extLst>
      <p:ext uri="{BB962C8B-B14F-4D97-AF65-F5344CB8AC3E}">
        <p14:creationId xmlns:p14="http://schemas.microsoft.com/office/powerpoint/2010/main" val="905569806"/>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B1020D04-A710-0748-8C1D-6A6945B6BC9D}"/>
              </a:ext>
            </a:extLst>
          </p:cNvPr>
          <p:cNvGrpSpPr/>
          <p:nvPr/>
        </p:nvGrpSpPr>
        <p:grpSpPr>
          <a:xfrm>
            <a:off x="1564734" y="1992255"/>
            <a:ext cx="6014532" cy="2534487"/>
            <a:chOff x="2700491" y="1648118"/>
            <a:chExt cx="6014532" cy="2534487"/>
          </a:xfrm>
        </p:grpSpPr>
        <p:sp>
          <p:nvSpPr>
            <p:cNvPr id="5" name="Rectangle 4">
              <a:extLst>
                <a:ext uri="{FF2B5EF4-FFF2-40B4-BE49-F238E27FC236}">
                  <a16:creationId xmlns:a16="http://schemas.microsoft.com/office/drawing/2014/main" id="{6045AAEC-3942-A548-8241-2BDF35BF8095}"/>
                </a:ext>
              </a:extLst>
            </p:cNvPr>
            <p:cNvSpPr/>
            <p:nvPr/>
          </p:nvSpPr>
          <p:spPr>
            <a:xfrm>
              <a:off x="2700491" y="3536274"/>
              <a:ext cx="6014532" cy="646331"/>
            </a:xfrm>
            <a:prstGeom prst="rect">
              <a:avLst/>
            </a:prstGeom>
          </p:spPr>
          <p:txBody>
            <a:bodyPr wrap="none">
              <a:spAutoFit/>
            </a:bodyPr>
            <a:lstStyle/>
            <a:p>
              <a:pPr algn="ctr"/>
              <a:r>
                <a:rPr lang="en-AU" sz="3600" dirty="0"/>
                <a:t>You Don’t Just watch Lectures!</a:t>
              </a:r>
            </a:p>
          </p:txBody>
        </p:sp>
        <p:pic>
          <p:nvPicPr>
            <p:cNvPr id="6" name="Graphic 5" descr="Warning with solid fill">
              <a:extLst>
                <a:ext uri="{FF2B5EF4-FFF2-40B4-BE49-F238E27FC236}">
                  <a16:creationId xmlns:a16="http://schemas.microsoft.com/office/drawing/2014/main" id="{71C0054A-9DED-E44B-8CDE-7833C425F670}"/>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763679" y="1648118"/>
              <a:ext cx="1888156" cy="1888156"/>
            </a:xfrm>
            <a:prstGeom prst="rect">
              <a:avLst/>
            </a:prstGeom>
          </p:spPr>
        </p:pic>
      </p:grpSp>
    </p:spTree>
    <p:extLst>
      <p:ext uri="{BB962C8B-B14F-4D97-AF65-F5344CB8AC3E}">
        <p14:creationId xmlns:p14="http://schemas.microsoft.com/office/powerpoint/2010/main" val="83896890"/>
      </p:ext>
    </p:ext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picture containing diagram&#10;&#10;Description automatically generated">
            <a:extLst>
              <a:ext uri="{FF2B5EF4-FFF2-40B4-BE49-F238E27FC236}">
                <a16:creationId xmlns:a16="http://schemas.microsoft.com/office/drawing/2014/main" id="{C06FF5C5-5673-9645-A4B8-2AC413041B6C}"/>
              </a:ext>
            </a:extLst>
          </p:cNvPr>
          <p:cNvPicPr>
            <a:picLocks noChangeAspect="1"/>
          </p:cNvPicPr>
          <p:nvPr/>
        </p:nvPicPr>
        <p:blipFill rotWithShape="1">
          <a:blip r:embed="rId3">
            <a:extLst>
              <a:ext uri="{28A0092B-C50C-407E-A947-70E740481C1C}">
                <a14:useLocalDpi xmlns:a14="http://schemas.microsoft.com/office/drawing/2010/main" val="0"/>
              </a:ext>
            </a:extLst>
          </a:blip>
          <a:srcRect l="20166" r="21167"/>
          <a:stretch/>
        </p:blipFill>
        <p:spPr>
          <a:xfrm>
            <a:off x="1889760" y="857250"/>
            <a:ext cx="5364480" cy="5143500"/>
          </a:xfrm>
          <a:prstGeom prst="rect">
            <a:avLst/>
          </a:prstGeom>
        </p:spPr>
      </p:pic>
    </p:spTree>
    <p:extLst>
      <p:ext uri="{BB962C8B-B14F-4D97-AF65-F5344CB8AC3E}">
        <p14:creationId xmlns:p14="http://schemas.microsoft.com/office/powerpoint/2010/main" val="719337958"/>
      </p:ext>
    </p:ext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2">
            <a:extLst>
              <a:ext uri="{FF2B5EF4-FFF2-40B4-BE49-F238E27FC236}">
                <a16:creationId xmlns:a16="http://schemas.microsoft.com/office/drawing/2014/main" id="{E12EA1D1-597F-468C-A448-B1D7C2E20396}"/>
              </a:ext>
            </a:extLst>
          </p:cNvPr>
          <p:cNvGraphicFramePr>
            <a:graphicFrameLocks noGrp="1"/>
          </p:cNvGraphicFramePr>
          <p:nvPr>
            <p:ph idx="1"/>
            <p:extLst>
              <p:ext uri="{D42A27DB-BD31-4B8C-83A1-F6EECF244321}">
                <p14:modId xmlns:p14="http://schemas.microsoft.com/office/powerpoint/2010/main" val="2348041890"/>
              </p:ext>
            </p:extLst>
          </p:nvPr>
        </p:nvGraphicFramePr>
        <p:xfrm>
          <a:off x="720090" y="2228120"/>
          <a:ext cx="7703820" cy="240176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928571361"/>
      </p:ext>
    </p:ext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Content Placeholder 2">
            <a:extLst>
              <a:ext uri="{FF2B5EF4-FFF2-40B4-BE49-F238E27FC236}">
                <a16:creationId xmlns:a16="http://schemas.microsoft.com/office/drawing/2014/main" id="{A6FEEF82-4EAF-E945-B43D-005A9B573037}"/>
              </a:ext>
            </a:extLst>
          </p:cNvPr>
          <p:cNvGraphicFramePr>
            <a:graphicFrameLocks/>
          </p:cNvGraphicFramePr>
          <p:nvPr>
            <p:extLst>
              <p:ext uri="{D42A27DB-BD31-4B8C-83A1-F6EECF244321}">
                <p14:modId xmlns:p14="http://schemas.microsoft.com/office/powerpoint/2010/main" val="1190887857"/>
              </p:ext>
            </p:extLst>
          </p:nvPr>
        </p:nvGraphicFramePr>
        <p:xfrm>
          <a:off x="1371600" y="1996440"/>
          <a:ext cx="6934200" cy="257556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356544447"/>
      </p:ext>
    </p:ext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2F7910-C557-7D4A-A8DD-81D68892BD99}"/>
              </a:ext>
            </a:extLst>
          </p:cNvPr>
          <p:cNvSpPr>
            <a:spLocks noGrp="1"/>
          </p:cNvSpPr>
          <p:nvPr>
            <p:ph type="title"/>
          </p:nvPr>
        </p:nvSpPr>
        <p:spPr/>
        <p:txBody>
          <a:bodyPr/>
          <a:lstStyle/>
          <a:p>
            <a:r>
              <a:rPr lang="en-AU" dirty="0"/>
              <a:t>Problem with Computer!</a:t>
            </a:r>
          </a:p>
        </p:txBody>
      </p:sp>
      <p:sp>
        <p:nvSpPr>
          <p:cNvPr id="3" name="Text Placeholder 2">
            <a:extLst>
              <a:ext uri="{FF2B5EF4-FFF2-40B4-BE49-F238E27FC236}">
                <a16:creationId xmlns:a16="http://schemas.microsoft.com/office/drawing/2014/main" id="{C97E64CE-8A25-6F49-A41C-FDFE3C08D03D}"/>
              </a:ext>
            </a:extLst>
          </p:cNvPr>
          <p:cNvSpPr>
            <a:spLocks noGrp="1"/>
          </p:cNvSpPr>
          <p:nvPr>
            <p:ph type="body" idx="1"/>
          </p:nvPr>
        </p:nvSpPr>
        <p:spPr/>
        <p:txBody>
          <a:bodyPr/>
          <a:lstStyle/>
          <a:p>
            <a:r>
              <a:rPr lang="en-AU" dirty="0"/>
              <a:t>One thing at a time</a:t>
            </a:r>
          </a:p>
          <a:p>
            <a:r>
              <a:rPr lang="en-AU" dirty="0"/>
              <a:t>Basic Steps (fast)</a:t>
            </a:r>
          </a:p>
          <a:p>
            <a:r>
              <a:rPr lang="en-AU" dirty="0"/>
              <a:t>Limited Space</a:t>
            </a:r>
          </a:p>
          <a:p>
            <a:r>
              <a:rPr lang="en-AU" dirty="0"/>
              <a:t>Limited Language</a:t>
            </a:r>
          </a:p>
        </p:txBody>
      </p:sp>
      <p:pic>
        <p:nvPicPr>
          <p:cNvPr id="5" name="Picture 4" descr="Text, application&#10;&#10;Description automatically generated">
            <a:extLst>
              <a:ext uri="{FF2B5EF4-FFF2-40B4-BE49-F238E27FC236}">
                <a16:creationId xmlns:a16="http://schemas.microsoft.com/office/drawing/2014/main" id="{632AF0F6-3CAF-5F4C-9E84-07123797908D}"/>
              </a:ext>
            </a:extLst>
          </p:cNvPr>
          <p:cNvPicPr>
            <a:picLocks noChangeAspect="1"/>
          </p:cNvPicPr>
          <p:nvPr/>
        </p:nvPicPr>
        <p:blipFill rotWithShape="1">
          <a:blip r:embed="rId3">
            <a:biLevel thresh="75000"/>
            <a:extLst>
              <a:ext uri="{28A0092B-C50C-407E-A947-70E740481C1C}">
                <a14:useLocalDpi xmlns:a14="http://schemas.microsoft.com/office/drawing/2010/main" val="0"/>
              </a:ext>
            </a:extLst>
          </a:blip>
          <a:srcRect l="3548" t="9111" r="3548" b="7333"/>
          <a:stretch/>
        </p:blipFill>
        <p:spPr>
          <a:xfrm>
            <a:off x="4373880" y="1722120"/>
            <a:ext cx="3922192" cy="1706880"/>
          </a:xfrm>
          <a:prstGeom prst="rect">
            <a:avLst/>
          </a:prstGeom>
        </p:spPr>
      </p:pic>
    </p:spTree>
    <p:extLst>
      <p:ext uri="{BB962C8B-B14F-4D97-AF65-F5344CB8AC3E}">
        <p14:creationId xmlns:p14="http://schemas.microsoft.com/office/powerpoint/2010/main" val="759141118"/>
      </p:ext>
    </p:extLst>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A picture containing cosmetic, colorful&#10;&#10;Description automatically generated">
            <a:extLst>
              <a:ext uri="{FF2B5EF4-FFF2-40B4-BE49-F238E27FC236}">
                <a16:creationId xmlns:a16="http://schemas.microsoft.com/office/drawing/2014/main" id="{A90CF821-D5F8-7E42-A3BE-94E88435046C}"/>
              </a:ext>
            </a:extLst>
          </p:cNvPr>
          <p:cNvPicPr>
            <a:picLocks noChangeAspect="1"/>
          </p:cNvPicPr>
          <p:nvPr/>
        </p:nvPicPr>
        <p:blipFill rotWithShape="1">
          <a:blip r:embed="rId3">
            <a:extLst>
              <a:ext uri="{BEBA8EAE-BF5A-486C-A8C5-ECC9F3942E4B}">
                <a14:imgProps xmlns:a14="http://schemas.microsoft.com/office/drawing/2010/main">
                  <a14:imgLayer r:embed="rId4">
                    <a14:imgEffect>
                      <a14:brightnessContrast bright="-12000" contrast="-16000"/>
                    </a14:imgEffect>
                  </a14:imgLayer>
                </a14:imgProps>
              </a:ext>
              <a:ext uri="{28A0092B-C50C-407E-A947-70E740481C1C}">
                <a14:useLocalDpi xmlns:a14="http://schemas.microsoft.com/office/drawing/2010/main" val="0"/>
              </a:ext>
            </a:extLst>
          </a:blip>
          <a:srcRect l="10000" t="10000" r="32157" b="8529"/>
          <a:stretch/>
        </p:blipFill>
        <p:spPr>
          <a:xfrm>
            <a:off x="245272" y="1601320"/>
            <a:ext cx="3473290" cy="3261360"/>
          </a:xfrm>
          <a:prstGeom prst="rect">
            <a:avLst/>
          </a:prstGeom>
        </p:spPr>
      </p:pic>
      <p:pic>
        <p:nvPicPr>
          <p:cNvPr id="13" name="Picture 12">
            <a:extLst>
              <a:ext uri="{FF2B5EF4-FFF2-40B4-BE49-F238E27FC236}">
                <a16:creationId xmlns:a16="http://schemas.microsoft.com/office/drawing/2014/main" id="{2B20B663-2949-DA42-A9F4-E056E6DEE9CC}"/>
              </a:ext>
            </a:extLst>
          </p:cNvPr>
          <p:cNvPicPr>
            <a:picLocks noChangeAspect="1"/>
          </p:cNvPicPr>
          <p:nvPr/>
        </p:nvPicPr>
        <p:blipFill rotWithShape="1">
          <a:blip r:embed="rId5">
            <a:extLst>
              <a:ext uri="{28A0092B-C50C-407E-A947-70E740481C1C}">
                <a14:useLocalDpi xmlns:a14="http://schemas.microsoft.com/office/drawing/2010/main" val="0"/>
              </a:ext>
            </a:extLst>
          </a:blip>
          <a:srcRect l="25049" t="21165" r="25247" b="6893"/>
          <a:stretch/>
        </p:blipFill>
        <p:spPr>
          <a:xfrm>
            <a:off x="5425440" y="1349860"/>
            <a:ext cx="3825240" cy="3764280"/>
          </a:xfrm>
          <a:prstGeom prst="rect">
            <a:avLst/>
          </a:prstGeom>
        </p:spPr>
      </p:pic>
      <p:sp>
        <p:nvSpPr>
          <p:cNvPr id="2" name="Right Arrow 1">
            <a:extLst>
              <a:ext uri="{FF2B5EF4-FFF2-40B4-BE49-F238E27FC236}">
                <a16:creationId xmlns:a16="http://schemas.microsoft.com/office/drawing/2014/main" id="{C745B76D-7BFB-3D4A-ABA5-E79F61C94E82}"/>
              </a:ext>
            </a:extLst>
          </p:cNvPr>
          <p:cNvSpPr/>
          <p:nvPr/>
        </p:nvSpPr>
        <p:spPr>
          <a:xfrm>
            <a:off x="3718561" y="3032760"/>
            <a:ext cx="1889759" cy="792480"/>
          </a:xfrm>
          <a:prstGeom prst="rightArrow">
            <a:avLst/>
          </a:prstGeom>
          <a:solidFill>
            <a:srgbClr val="FFFFFF"/>
          </a:solidFill>
          <a:ln w="25400" cap="flat">
            <a:solidFill>
              <a:schemeClr val="accent1"/>
            </a:solidFill>
            <a:prstDash val="solid"/>
            <a:round/>
          </a:ln>
          <a:effectLst>
            <a:outerShdw blurRad="38100" dist="23000" dir="5400000" rotWithShape="0">
              <a:srgbClr val="000000">
                <a:alpha val="35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endParaRPr kumimoji="0" lang="en-AU" sz="1800" b="0" i="0" u="none" strike="noStrike" cap="none" spc="0" normalizeH="0" baseline="0">
              <a:ln>
                <a:noFill/>
              </a:ln>
              <a:solidFill>
                <a:srgbClr val="333333"/>
              </a:solidFill>
              <a:effectLst/>
              <a:uFillTx/>
              <a:latin typeface="+mn-lt"/>
              <a:ea typeface="+mn-ea"/>
              <a:cs typeface="+mn-cs"/>
              <a:sym typeface="Helvetica"/>
            </a:endParaRPr>
          </a:p>
        </p:txBody>
      </p:sp>
    </p:spTree>
    <p:extLst>
      <p:ext uri="{BB962C8B-B14F-4D97-AF65-F5344CB8AC3E}">
        <p14:creationId xmlns:p14="http://schemas.microsoft.com/office/powerpoint/2010/main" val="227850079"/>
      </p:ext>
    </p:extLst>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300506-3D05-604D-B380-5B7E57D6C816}"/>
              </a:ext>
            </a:extLst>
          </p:cNvPr>
          <p:cNvSpPr>
            <a:spLocks noGrp="1"/>
          </p:cNvSpPr>
          <p:nvPr>
            <p:ph type="title"/>
          </p:nvPr>
        </p:nvSpPr>
        <p:spPr/>
        <p:txBody>
          <a:bodyPr/>
          <a:lstStyle/>
          <a:p>
            <a:r>
              <a:rPr lang="en-AU" dirty="0"/>
              <a:t>Welcome!</a:t>
            </a:r>
          </a:p>
        </p:txBody>
      </p:sp>
      <p:sp>
        <p:nvSpPr>
          <p:cNvPr id="3" name="Text Placeholder 2">
            <a:extLst>
              <a:ext uri="{FF2B5EF4-FFF2-40B4-BE49-F238E27FC236}">
                <a16:creationId xmlns:a16="http://schemas.microsoft.com/office/drawing/2014/main" id="{39072742-A1DA-5042-98D4-241F1BF44781}"/>
              </a:ext>
            </a:extLst>
          </p:cNvPr>
          <p:cNvSpPr>
            <a:spLocks noGrp="1"/>
          </p:cNvSpPr>
          <p:nvPr>
            <p:ph type="body" idx="1"/>
          </p:nvPr>
        </p:nvSpPr>
        <p:spPr/>
        <p:txBody>
          <a:bodyPr/>
          <a:lstStyle/>
          <a:p>
            <a:r>
              <a:rPr lang="en-AU" dirty="0"/>
              <a:t>Assume no programming experiences</a:t>
            </a:r>
          </a:p>
          <a:p>
            <a:r>
              <a:rPr lang="en-AU" dirty="0"/>
              <a:t>Series of short lectures</a:t>
            </a:r>
          </a:p>
          <a:p>
            <a:r>
              <a:rPr lang="en-AU" dirty="0"/>
              <a:t>Weekly lab sessions</a:t>
            </a:r>
          </a:p>
          <a:p>
            <a:r>
              <a:rPr lang="en-AU" dirty="0"/>
              <a:t>Discuss the unit outline in first lab </a:t>
            </a:r>
          </a:p>
          <a:p>
            <a:r>
              <a:rPr lang="en-AU" dirty="0"/>
              <a:t>If confused ask questions</a:t>
            </a:r>
          </a:p>
          <a:p>
            <a:r>
              <a:rPr lang="en-AU" dirty="0"/>
              <a:t>Practice, practice, practice!</a:t>
            </a:r>
          </a:p>
        </p:txBody>
      </p:sp>
    </p:spTree>
    <p:extLst>
      <p:ext uri="{BB962C8B-B14F-4D97-AF65-F5344CB8AC3E}">
        <p14:creationId xmlns:p14="http://schemas.microsoft.com/office/powerpoint/2010/main" val="2821691276"/>
      </p:ext>
    </p:extLst>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1" name="typical_compoments.tiff" descr="typical_compoments.tiff"/>
          <p:cNvPicPr>
            <a:picLocks noChangeAspect="1"/>
          </p:cNvPicPr>
          <p:nvPr/>
        </p:nvPicPr>
        <p:blipFill>
          <a:blip r:embed="rId3"/>
          <a:stretch>
            <a:fillRect/>
          </a:stretch>
        </p:blipFill>
        <p:spPr>
          <a:xfrm>
            <a:off x="3486239" y="1299075"/>
            <a:ext cx="5486912" cy="3877709"/>
          </a:xfrm>
          <a:prstGeom prst="rect">
            <a:avLst/>
          </a:prstGeom>
          <a:ln w="12700">
            <a:miter lim="400000"/>
          </a:ln>
        </p:spPr>
      </p:pic>
      <p:sp>
        <p:nvSpPr>
          <p:cNvPr id="222" name="Hardware and Software"/>
          <p:cNvSpPr txBox="1">
            <a:spLocks noGrp="1"/>
          </p:cNvSpPr>
          <p:nvPr>
            <p:ph type="title"/>
          </p:nvPr>
        </p:nvSpPr>
        <p:spPr>
          <a:xfrm>
            <a:off x="468312" y="560387"/>
            <a:ext cx="8207376" cy="996951"/>
          </a:xfrm>
          <a:prstGeom prst="rect">
            <a:avLst/>
          </a:prstGeom>
        </p:spPr>
        <p:txBody>
          <a:bodyPr/>
          <a:lstStyle/>
          <a:p>
            <a:r>
              <a:t>Hardware and Software</a:t>
            </a:r>
          </a:p>
        </p:txBody>
      </p:sp>
      <p:sp>
        <p:nvSpPr>
          <p:cNvPr id="223" name="Hardware…"/>
          <p:cNvSpPr txBox="1">
            <a:spLocks noGrp="1"/>
          </p:cNvSpPr>
          <p:nvPr>
            <p:ph type="body" idx="1"/>
          </p:nvPr>
        </p:nvSpPr>
        <p:spPr>
          <a:xfrm>
            <a:off x="469900" y="1422400"/>
            <a:ext cx="6450112" cy="4349750"/>
          </a:xfrm>
          <a:prstGeom prst="rect">
            <a:avLst/>
          </a:prstGeom>
        </p:spPr>
        <p:txBody>
          <a:bodyPr>
            <a:normAutofit lnSpcReduction="10000"/>
          </a:bodyPr>
          <a:lstStyle/>
          <a:p>
            <a:pPr marL="237363" indent="-237363" defTabSz="813816">
              <a:spcBef>
                <a:spcPts val="700"/>
              </a:spcBef>
              <a:defRPr sz="2136"/>
            </a:pPr>
            <a:r>
              <a:t>Hardware </a:t>
            </a:r>
          </a:p>
          <a:p>
            <a:pPr marL="716328" lvl="1" indent="-237363" defTabSz="813816">
              <a:spcBef>
                <a:spcPts val="700"/>
              </a:spcBef>
              <a:buSzPct val="100000"/>
              <a:buFontTx/>
              <a:buChar char="▪"/>
              <a:defRPr sz="2136"/>
            </a:pPr>
            <a:r>
              <a:t>CPU</a:t>
            </a:r>
          </a:p>
          <a:p>
            <a:pPr marL="716328" lvl="1" indent="-237363" defTabSz="813816">
              <a:spcBef>
                <a:spcPts val="700"/>
              </a:spcBef>
              <a:buSzPct val="100000"/>
              <a:buFontTx/>
              <a:buChar char="▪"/>
              <a:defRPr sz="2136"/>
            </a:pPr>
            <a:r>
              <a:t>Main Memory</a:t>
            </a:r>
          </a:p>
          <a:p>
            <a:pPr marL="716328" lvl="1" indent="-237363" defTabSz="813816">
              <a:spcBef>
                <a:spcPts val="700"/>
              </a:spcBef>
              <a:buSzPct val="100000"/>
              <a:buFontTx/>
              <a:buChar char="▪"/>
              <a:defRPr sz="2136"/>
            </a:pPr>
            <a:r>
              <a:t>Secondary Storage</a:t>
            </a:r>
          </a:p>
          <a:p>
            <a:pPr marL="716328" lvl="1" indent="-237363" defTabSz="813816">
              <a:spcBef>
                <a:spcPts val="700"/>
              </a:spcBef>
              <a:buSzPct val="100000"/>
              <a:buFontTx/>
              <a:buChar char="▪"/>
              <a:defRPr sz="2136"/>
            </a:pPr>
            <a:r>
              <a:t>Input and Output devices</a:t>
            </a:r>
          </a:p>
          <a:p>
            <a:pPr marL="237363" indent="-237363" defTabSz="813816">
              <a:spcBef>
                <a:spcPts val="700"/>
              </a:spcBef>
              <a:defRPr sz="2136"/>
            </a:pPr>
            <a:r>
              <a:t>Software</a:t>
            </a:r>
          </a:p>
          <a:p>
            <a:pPr marL="716328" lvl="1" indent="-237363" defTabSz="813816">
              <a:spcBef>
                <a:spcPts val="700"/>
              </a:spcBef>
              <a:buSzPct val="100000"/>
              <a:buFontTx/>
              <a:buChar char="▪"/>
              <a:defRPr sz="2136"/>
            </a:pPr>
            <a:r>
              <a:t>Operating systems</a:t>
            </a:r>
          </a:p>
          <a:p>
            <a:pPr marL="716328" lvl="1" indent="-237363" defTabSz="813816">
              <a:spcBef>
                <a:spcPts val="700"/>
              </a:spcBef>
              <a:buSzPct val="100000"/>
              <a:buFontTx/>
              <a:buChar char="▪"/>
              <a:defRPr sz="2136"/>
            </a:pPr>
            <a:r>
              <a:t>Utility programs</a:t>
            </a:r>
          </a:p>
          <a:p>
            <a:pPr marL="716328" lvl="1" indent="-237363" defTabSz="813816">
              <a:spcBef>
                <a:spcPts val="700"/>
              </a:spcBef>
              <a:buSzPct val="100000"/>
              <a:buFontTx/>
              <a:buChar char="▪"/>
              <a:defRPr sz="2136"/>
            </a:pPr>
            <a:r>
              <a:t>Software development tools</a:t>
            </a:r>
          </a:p>
          <a:p>
            <a:pPr marL="716328" lvl="1" indent="-237363" defTabSz="813816">
              <a:spcBef>
                <a:spcPts val="700"/>
              </a:spcBef>
              <a:buSzPct val="100000"/>
              <a:buFontTx/>
              <a:buChar char="▪"/>
              <a:defRPr sz="2136"/>
            </a:pPr>
            <a:r>
              <a:t>Applications</a:t>
            </a:r>
          </a:p>
        </p:txBody>
      </p:sp>
    </p:spTree>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6" name="How Computers Store Data"/>
          <p:cNvSpPr txBox="1">
            <a:spLocks noGrp="1"/>
          </p:cNvSpPr>
          <p:nvPr>
            <p:ph type="title"/>
          </p:nvPr>
        </p:nvSpPr>
        <p:spPr>
          <a:xfrm>
            <a:off x="468312" y="560387"/>
            <a:ext cx="8207376" cy="996951"/>
          </a:xfrm>
          <a:prstGeom prst="rect">
            <a:avLst/>
          </a:prstGeom>
        </p:spPr>
        <p:txBody>
          <a:bodyPr/>
          <a:lstStyle/>
          <a:p>
            <a:r>
              <a:t>How Computers Store Data</a:t>
            </a:r>
          </a:p>
        </p:txBody>
      </p:sp>
      <p:sp>
        <p:nvSpPr>
          <p:cNvPr id="247" name="Rectangle"/>
          <p:cNvSpPr/>
          <p:nvPr/>
        </p:nvSpPr>
        <p:spPr>
          <a:xfrm>
            <a:off x="443335" y="2342505"/>
            <a:ext cx="997856" cy="964126"/>
          </a:xfrm>
          <a:prstGeom prst="rect">
            <a:avLst/>
          </a:prstGeom>
          <a:solidFill>
            <a:srgbClr val="FFFFFF"/>
          </a:solidFill>
          <a:ln w="25400">
            <a:solidFill>
              <a:schemeClr val="accent1"/>
            </a:solidFill>
          </a:ln>
          <a:effectLst>
            <a:outerShdw blurRad="38100" dist="23000" dir="5400000" rotWithShape="0">
              <a:srgbClr val="000000">
                <a:alpha val="35000"/>
              </a:srgbClr>
            </a:outerShdw>
          </a:effectLst>
        </p:spPr>
        <p:txBody>
          <a:bodyPr lIns="45718" tIns="45718" rIns="45718" bIns="45718" anchor="ctr"/>
          <a:lstStyle/>
          <a:p>
            <a:endParaRPr/>
          </a:p>
        </p:txBody>
      </p:sp>
      <p:sp>
        <p:nvSpPr>
          <p:cNvPr id="248" name="Rectangle"/>
          <p:cNvSpPr/>
          <p:nvPr/>
        </p:nvSpPr>
        <p:spPr>
          <a:xfrm>
            <a:off x="2542518" y="2342505"/>
            <a:ext cx="997856" cy="964126"/>
          </a:xfrm>
          <a:prstGeom prst="rect">
            <a:avLst/>
          </a:prstGeom>
          <a:solidFill>
            <a:srgbClr val="FFFFFF"/>
          </a:solidFill>
          <a:ln w="25400">
            <a:solidFill>
              <a:schemeClr val="accent1"/>
            </a:solidFill>
          </a:ln>
          <a:effectLst>
            <a:outerShdw blurRad="38100" dist="23000" dir="5400000" rotWithShape="0">
              <a:srgbClr val="000000">
                <a:alpha val="35000"/>
              </a:srgbClr>
            </a:outerShdw>
          </a:effectLst>
        </p:spPr>
        <p:txBody>
          <a:bodyPr lIns="45718" tIns="45718" rIns="45718" bIns="45718" anchor="ctr"/>
          <a:lstStyle/>
          <a:p>
            <a:endParaRPr/>
          </a:p>
        </p:txBody>
      </p:sp>
      <p:sp>
        <p:nvSpPr>
          <p:cNvPr id="249" name="Rectangle"/>
          <p:cNvSpPr/>
          <p:nvPr/>
        </p:nvSpPr>
        <p:spPr>
          <a:xfrm>
            <a:off x="3592109" y="2342505"/>
            <a:ext cx="997856" cy="964126"/>
          </a:xfrm>
          <a:prstGeom prst="rect">
            <a:avLst/>
          </a:prstGeom>
          <a:solidFill>
            <a:srgbClr val="FFFFFF"/>
          </a:solidFill>
          <a:ln w="25400">
            <a:solidFill>
              <a:schemeClr val="accent1"/>
            </a:solidFill>
          </a:ln>
          <a:effectLst>
            <a:outerShdw blurRad="38100" dist="23000" dir="5400000" rotWithShape="0">
              <a:srgbClr val="000000">
                <a:alpha val="35000"/>
              </a:srgbClr>
            </a:outerShdw>
          </a:effectLst>
        </p:spPr>
        <p:txBody>
          <a:bodyPr lIns="45718" tIns="45718" rIns="45718" bIns="45718" anchor="ctr"/>
          <a:lstStyle/>
          <a:p>
            <a:endParaRPr/>
          </a:p>
        </p:txBody>
      </p:sp>
      <p:sp>
        <p:nvSpPr>
          <p:cNvPr id="250" name="Rectangle"/>
          <p:cNvSpPr/>
          <p:nvPr/>
        </p:nvSpPr>
        <p:spPr>
          <a:xfrm>
            <a:off x="4641700" y="2342505"/>
            <a:ext cx="997856" cy="964126"/>
          </a:xfrm>
          <a:prstGeom prst="rect">
            <a:avLst/>
          </a:prstGeom>
          <a:solidFill>
            <a:srgbClr val="FFFFFF"/>
          </a:solidFill>
          <a:ln w="25400">
            <a:solidFill>
              <a:schemeClr val="accent1"/>
            </a:solidFill>
          </a:ln>
          <a:effectLst>
            <a:outerShdw blurRad="38100" dist="23000" dir="5400000" rotWithShape="0">
              <a:srgbClr val="000000">
                <a:alpha val="35000"/>
              </a:srgbClr>
            </a:outerShdw>
          </a:effectLst>
        </p:spPr>
        <p:txBody>
          <a:bodyPr lIns="45718" tIns="45718" rIns="45718" bIns="45718" anchor="ctr"/>
          <a:lstStyle/>
          <a:p>
            <a:endParaRPr/>
          </a:p>
        </p:txBody>
      </p:sp>
      <p:sp>
        <p:nvSpPr>
          <p:cNvPr id="251" name="Rectangle"/>
          <p:cNvSpPr/>
          <p:nvPr/>
        </p:nvSpPr>
        <p:spPr>
          <a:xfrm>
            <a:off x="5691291" y="2342505"/>
            <a:ext cx="997856" cy="964126"/>
          </a:xfrm>
          <a:prstGeom prst="rect">
            <a:avLst/>
          </a:prstGeom>
          <a:solidFill>
            <a:srgbClr val="FFFFFF"/>
          </a:solidFill>
          <a:ln w="25400">
            <a:solidFill>
              <a:schemeClr val="accent1"/>
            </a:solidFill>
          </a:ln>
          <a:effectLst>
            <a:outerShdw blurRad="38100" dist="23000" dir="5400000" rotWithShape="0">
              <a:srgbClr val="000000">
                <a:alpha val="35000"/>
              </a:srgbClr>
            </a:outerShdw>
          </a:effectLst>
        </p:spPr>
        <p:txBody>
          <a:bodyPr lIns="45718" tIns="45718" rIns="45718" bIns="45718" anchor="ctr"/>
          <a:lstStyle/>
          <a:p>
            <a:endParaRPr/>
          </a:p>
        </p:txBody>
      </p:sp>
      <p:sp>
        <p:nvSpPr>
          <p:cNvPr id="252" name="Rectangle"/>
          <p:cNvSpPr/>
          <p:nvPr/>
        </p:nvSpPr>
        <p:spPr>
          <a:xfrm>
            <a:off x="6740883" y="2342505"/>
            <a:ext cx="997856" cy="964126"/>
          </a:xfrm>
          <a:prstGeom prst="rect">
            <a:avLst/>
          </a:prstGeom>
          <a:solidFill>
            <a:srgbClr val="FFFFFF"/>
          </a:solidFill>
          <a:ln w="25400">
            <a:solidFill>
              <a:schemeClr val="accent1"/>
            </a:solidFill>
          </a:ln>
          <a:effectLst>
            <a:outerShdw blurRad="38100" dist="23000" dir="5400000" rotWithShape="0">
              <a:srgbClr val="000000">
                <a:alpha val="35000"/>
              </a:srgbClr>
            </a:outerShdw>
          </a:effectLst>
        </p:spPr>
        <p:txBody>
          <a:bodyPr lIns="45718" tIns="45718" rIns="45718" bIns="45718" anchor="ctr"/>
          <a:lstStyle/>
          <a:p>
            <a:endParaRPr/>
          </a:p>
        </p:txBody>
      </p:sp>
      <p:sp>
        <p:nvSpPr>
          <p:cNvPr id="253" name="Rectangle"/>
          <p:cNvSpPr/>
          <p:nvPr/>
        </p:nvSpPr>
        <p:spPr>
          <a:xfrm>
            <a:off x="7790474" y="2342505"/>
            <a:ext cx="997856" cy="964126"/>
          </a:xfrm>
          <a:prstGeom prst="rect">
            <a:avLst/>
          </a:prstGeom>
          <a:solidFill>
            <a:srgbClr val="FFFFFF"/>
          </a:solidFill>
          <a:ln w="25400">
            <a:solidFill>
              <a:schemeClr val="accent1"/>
            </a:solidFill>
          </a:ln>
          <a:effectLst>
            <a:outerShdw blurRad="38100" dist="23000" dir="5400000" rotWithShape="0">
              <a:srgbClr val="000000">
                <a:alpha val="35000"/>
              </a:srgbClr>
            </a:outerShdw>
          </a:effectLst>
        </p:spPr>
        <p:txBody>
          <a:bodyPr lIns="45718" tIns="45718" rIns="45718" bIns="45718" anchor="ctr"/>
          <a:lstStyle/>
          <a:p>
            <a:endParaRPr/>
          </a:p>
        </p:txBody>
      </p:sp>
      <p:sp>
        <p:nvSpPr>
          <p:cNvPr id="254" name="Rectangle"/>
          <p:cNvSpPr/>
          <p:nvPr/>
        </p:nvSpPr>
        <p:spPr>
          <a:xfrm>
            <a:off x="1492926" y="2342505"/>
            <a:ext cx="997856" cy="964126"/>
          </a:xfrm>
          <a:prstGeom prst="rect">
            <a:avLst/>
          </a:prstGeom>
          <a:solidFill>
            <a:srgbClr val="FFFFFF"/>
          </a:solidFill>
          <a:ln w="25400">
            <a:solidFill>
              <a:srgbClr val="000000"/>
            </a:solidFill>
            <a:miter lim="400000"/>
          </a:ln>
          <a:effectLst>
            <a:outerShdw blurRad="38100" dist="23000" dir="5400000" rotWithShape="0">
              <a:srgbClr val="000000">
                <a:alpha val="35000"/>
              </a:srgbClr>
            </a:outerShdw>
          </a:effectLst>
        </p:spPr>
        <p:txBody>
          <a:bodyPr lIns="45718" tIns="45718" rIns="45718" bIns="45718" anchor="ctr"/>
          <a:lstStyle/>
          <a:p>
            <a:endParaRPr/>
          </a:p>
        </p:txBody>
      </p:sp>
      <p:sp>
        <p:nvSpPr>
          <p:cNvPr id="255" name="One Bit"/>
          <p:cNvSpPr txBox="1"/>
          <p:nvPr/>
        </p:nvSpPr>
        <p:spPr>
          <a:xfrm>
            <a:off x="1160838" y="1478281"/>
            <a:ext cx="951217" cy="39623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8" tIns="45718" rIns="45718" bIns="45718">
            <a:spAutoFit/>
          </a:bodyPr>
          <a:lstStyle>
            <a:lvl1pPr>
              <a:defRPr sz="2000"/>
            </a:lvl1pPr>
          </a:lstStyle>
          <a:p>
            <a:r>
              <a:t>One Bit</a:t>
            </a:r>
          </a:p>
        </p:txBody>
      </p:sp>
      <p:sp>
        <p:nvSpPr>
          <p:cNvPr id="256" name="One Byte"/>
          <p:cNvSpPr txBox="1"/>
          <p:nvPr/>
        </p:nvSpPr>
        <p:spPr>
          <a:xfrm>
            <a:off x="3888875" y="4155338"/>
            <a:ext cx="1163049" cy="39623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8" tIns="45718" rIns="45718" bIns="45718">
            <a:spAutoFit/>
          </a:bodyPr>
          <a:lstStyle>
            <a:lvl1pPr>
              <a:defRPr sz="2000"/>
            </a:lvl1pPr>
          </a:lstStyle>
          <a:p>
            <a:r>
              <a:t>One Byte</a:t>
            </a:r>
          </a:p>
        </p:txBody>
      </p:sp>
      <p:sp>
        <p:nvSpPr>
          <p:cNvPr id="257" name="Line"/>
          <p:cNvSpPr/>
          <p:nvPr/>
        </p:nvSpPr>
        <p:spPr>
          <a:xfrm>
            <a:off x="1606698" y="1844882"/>
            <a:ext cx="387257" cy="387257"/>
          </a:xfrm>
          <a:prstGeom prst="line">
            <a:avLst/>
          </a:prstGeom>
          <a:ln w="25400">
            <a:solidFill>
              <a:schemeClr val="accent1"/>
            </a:solidFill>
            <a:tailEnd type="triangle"/>
          </a:ln>
          <a:effectLst>
            <a:outerShdw blurRad="38100" dist="23000" dir="5400000" rotWithShape="0">
              <a:srgbClr val="000000">
                <a:alpha val="35000"/>
              </a:srgbClr>
            </a:outerShdw>
          </a:effectLst>
        </p:spPr>
        <p:txBody>
          <a:bodyPr lIns="45718" tIns="45718" rIns="45718" bIns="45718"/>
          <a:lstStyle/>
          <a:p>
            <a:endParaRPr/>
          </a:p>
        </p:txBody>
      </p:sp>
      <p:sp>
        <p:nvSpPr>
          <p:cNvPr id="258" name="Line"/>
          <p:cNvSpPr/>
          <p:nvPr/>
        </p:nvSpPr>
        <p:spPr>
          <a:xfrm>
            <a:off x="453826" y="3440772"/>
            <a:ext cx="8373505" cy="584201"/>
          </a:xfrm>
          <a:custGeom>
            <a:avLst/>
            <a:gdLst/>
            <a:ahLst/>
            <a:cxnLst>
              <a:cxn ang="0">
                <a:pos x="wd2" y="hd2"/>
              </a:cxn>
              <a:cxn ang="5400000">
                <a:pos x="wd2" y="hd2"/>
              </a:cxn>
              <a:cxn ang="10800000">
                <a:pos x="wd2" y="hd2"/>
              </a:cxn>
              <a:cxn ang="16200000">
                <a:pos x="wd2" y="hd2"/>
              </a:cxn>
            </a:cxnLst>
            <a:rect l="0" t="0" r="r" b="b"/>
            <a:pathLst>
              <a:path w="21600" h="21600" extrusionOk="0">
                <a:moveTo>
                  <a:pt x="0" y="451"/>
                </a:moveTo>
                <a:lnTo>
                  <a:pt x="2403" y="21548"/>
                </a:lnTo>
                <a:lnTo>
                  <a:pt x="18961" y="21600"/>
                </a:lnTo>
                <a:lnTo>
                  <a:pt x="21600" y="0"/>
                </a:lnTo>
              </a:path>
            </a:pathLst>
          </a:custGeom>
          <a:ln w="25400">
            <a:solidFill>
              <a:schemeClr val="accent1"/>
            </a:solidFill>
            <a:headEnd type="triangle"/>
            <a:tailEnd type="triangle"/>
          </a:ln>
          <a:effectLst>
            <a:outerShdw blurRad="38100" dist="23000" dir="5400000" rotWithShape="0">
              <a:srgbClr val="000000">
                <a:alpha val="35000"/>
              </a:srgbClr>
            </a:outerShdw>
          </a:effectLst>
        </p:spPr>
        <p:txBody>
          <a:bodyPr lIns="45718" tIns="45718" rIns="45718" bIns="45718"/>
          <a:lstStyle/>
          <a:p>
            <a:endParaRPr/>
          </a:p>
        </p:txBody>
      </p:sp>
      <p:sp>
        <p:nvSpPr>
          <p:cNvPr id="259" name="1"/>
          <p:cNvSpPr txBox="1"/>
          <p:nvPr/>
        </p:nvSpPr>
        <p:spPr>
          <a:xfrm>
            <a:off x="1780865" y="2435949"/>
            <a:ext cx="421978" cy="77723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8" tIns="45718" rIns="45718" bIns="45718">
            <a:spAutoFit/>
          </a:bodyPr>
          <a:lstStyle>
            <a:lvl1pPr>
              <a:defRPr sz="4500"/>
            </a:lvl1pPr>
          </a:lstStyle>
          <a:p>
            <a:r>
              <a:t>1</a:t>
            </a:r>
          </a:p>
        </p:txBody>
      </p:sp>
      <p:sp>
        <p:nvSpPr>
          <p:cNvPr id="260" name="1"/>
          <p:cNvSpPr txBox="1"/>
          <p:nvPr/>
        </p:nvSpPr>
        <p:spPr>
          <a:xfrm>
            <a:off x="8078413" y="2435949"/>
            <a:ext cx="421978" cy="77723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8" tIns="45718" rIns="45718" bIns="45718">
            <a:spAutoFit/>
          </a:bodyPr>
          <a:lstStyle>
            <a:lvl1pPr>
              <a:defRPr sz="4500"/>
            </a:lvl1pPr>
          </a:lstStyle>
          <a:p>
            <a:r>
              <a:t>1</a:t>
            </a:r>
          </a:p>
        </p:txBody>
      </p:sp>
      <p:sp>
        <p:nvSpPr>
          <p:cNvPr id="261" name="0"/>
          <p:cNvSpPr txBox="1"/>
          <p:nvPr/>
        </p:nvSpPr>
        <p:spPr>
          <a:xfrm>
            <a:off x="670900" y="2435949"/>
            <a:ext cx="421978" cy="77723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8" tIns="45718" rIns="45718" bIns="45718">
            <a:spAutoFit/>
          </a:bodyPr>
          <a:lstStyle>
            <a:lvl1pPr>
              <a:defRPr sz="4500"/>
            </a:lvl1pPr>
          </a:lstStyle>
          <a:p>
            <a:r>
              <a:t>0</a:t>
            </a:r>
          </a:p>
        </p:txBody>
      </p:sp>
      <p:sp>
        <p:nvSpPr>
          <p:cNvPr id="262" name="0"/>
          <p:cNvSpPr txBox="1"/>
          <p:nvPr/>
        </p:nvSpPr>
        <p:spPr>
          <a:xfrm>
            <a:off x="2830457" y="2435949"/>
            <a:ext cx="421978" cy="77723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8" tIns="45718" rIns="45718" bIns="45718">
            <a:spAutoFit/>
          </a:bodyPr>
          <a:lstStyle>
            <a:lvl1pPr>
              <a:defRPr sz="4500"/>
            </a:lvl1pPr>
          </a:lstStyle>
          <a:p>
            <a:r>
              <a:t>0</a:t>
            </a:r>
          </a:p>
        </p:txBody>
      </p:sp>
      <p:sp>
        <p:nvSpPr>
          <p:cNvPr id="263" name="0"/>
          <p:cNvSpPr txBox="1"/>
          <p:nvPr/>
        </p:nvSpPr>
        <p:spPr>
          <a:xfrm>
            <a:off x="3880048" y="2435949"/>
            <a:ext cx="421978" cy="77723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8" tIns="45718" rIns="45718" bIns="45718">
            <a:spAutoFit/>
          </a:bodyPr>
          <a:lstStyle>
            <a:lvl1pPr>
              <a:defRPr sz="4500"/>
            </a:lvl1pPr>
          </a:lstStyle>
          <a:p>
            <a:r>
              <a:t>0</a:t>
            </a:r>
          </a:p>
        </p:txBody>
      </p:sp>
      <p:sp>
        <p:nvSpPr>
          <p:cNvPr id="264" name="0"/>
          <p:cNvSpPr txBox="1"/>
          <p:nvPr/>
        </p:nvSpPr>
        <p:spPr>
          <a:xfrm>
            <a:off x="4929639" y="2435949"/>
            <a:ext cx="421978" cy="77723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8" tIns="45718" rIns="45718" bIns="45718">
            <a:spAutoFit/>
          </a:bodyPr>
          <a:lstStyle>
            <a:lvl1pPr>
              <a:defRPr sz="4500"/>
            </a:lvl1pPr>
          </a:lstStyle>
          <a:p>
            <a:r>
              <a:t>0</a:t>
            </a:r>
          </a:p>
        </p:txBody>
      </p:sp>
      <p:sp>
        <p:nvSpPr>
          <p:cNvPr id="265" name="0"/>
          <p:cNvSpPr txBox="1"/>
          <p:nvPr/>
        </p:nvSpPr>
        <p:spPr>
          <a:xfrm>
            <a:off x="5979230" y="2435949"/>
            <a:ext cx="421978" cy="77723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8" tIns="45718" rIns="45718" bIns="45718">
            <a:spAutoFit/>
          </a:bodyPr>
          <a:lstStyle>
            <a:lvl1pPr>
              <a:defRPr sz="4500"/>
            </a:lvl1pPr>
          </a:lstStyle>
          <a:p>
            <a:r>
              <a:t>0</a:t>
            </a:r>
          </a:p>
        </p:txBody>
      </p:sp>
      <p:sp>
        <p:nvSpPr>
          <p:cNvPr id="266" name="0"/>
          <p:cNvSpPr txBox="1"/>
          <p:nvPr/>
        </p:nvSpPr>
        <p:spPr>
          <a:xfrm>
            <a:off x="7028822" y="2435949"/>
            <a:ext cx="421978" cy="77723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8" tIns="45718" rIns="45718" bIns="45718">
            <a:spAutoFit/>
          </a:bodyPr>
          <a:lstStyle>
            <a:lvl1pPr>
              <a:defRPr sz="4500"/>
            </a:lvl1pPr>
          </a:lstStyle>
          <a:p>
            <a:r>
              <a:t>0</a:t>
            </a:r>
          </a:p>
        </p:txBody>
      </p:sp>
      <p:grpSp>
        <p:nvGrpSpPr>
          <p:cNvPr id="270" name="Group"/>
          <p:cNvGrpSpPr/>
          <p:nvPr/>
        </p:nvGrpSpPr>
        <p:grpSpPr>
          <a:xfrm>
            <a:off x="843201" y="4923487"/>
            <a:ext cx="7919567" cy="777237"/>
            <a:chOff x="0" y="0"/>
            <a:chExt cx="7919566" cy="777235"/>
          </a:xfrm>
        </p:grpSpPr>
        <p:sp>
          <p:nvSpPr>
            <p:cNvPr id="267" name="A              65             10000001"/>
            <p:cNvSpPr txBox="1"/>
            <p:nvPr/>
          </p:nvSpPr>
          <p:spPr>
            <a:xfrm>
              <a:off x="0" y="0"/>
              <a:ext cx="7919566" cy="777237"/>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8" tIns="45718" rIns="45718" bIns="45718" numCol="1" anchor="t">
              <a:spAutoFit/>
            </a:bodyPr>
            <a:lstStyle>
              <a:lvl1pPr>
                <a:defRPr sz="4500"/>
              </a:lvl1pPr>
            </a:lstStyle>
            <a:p>
              <a:r>
                <a:t>A              65             10000001</a:t>
              </a:r>
            </a:p>
          </p:txBody>
        </p:sp>
        <p:sp>
          <p:nvSpPr>
            <p:cNvPr id="268" name="Line"/>
            <p:cNvSpPr/>
            <p:nvPr/>
          </p:nvSpPr>
          <p:spPr>
            <a:xfrm>
              <a:off x="595972" y="396478"/>
              <a:ext cx="1943561" cy="1"/>
            </a:xfrm>
            <a:prstGeom prst="line">
              <a:avLst/>
            </a:prstGeom>
            <a:noFill/>
            <a:ln w="25400" cap="flat">
              <a:solidFill>
                <a:schemeClr val="accent1"/>
              </a:solidFill>
              <a:prstDash val="solid"/>
              <a:round/>
              <a:tailEnd type="triangle" w="med" len="med"/>
            </a:ln>
            <a:effectLst>
              <a:outerShdw blurRad="38100" dist="23000" dir="5400000" rotWithShape="0">
                <a:srgbClr val="000000">
                  <a:alpha val="35000"/>
                </a:srgbClr>
              </a:outerShdw>
            </a:effectLst>
          </p:spPr>
          <p:txBody>
            <a:bodyPr wrap="square" lIns="45718" tIns="45718" rIns="45718" bIns="45718" numCol="1" anchor="t">
              <a:noAutofit/>
            </a:bodyPr>
            <a:lstStyle/>
            <a:p>
              <a:endParaRPr/>
            </a:p>
          </p:txBody>
        </p:sp>
        <p:sp>
          <p:nvSpPr>
            <p:cNvPr id="269" name="Line"/>
            <p:cNvSpPr/>
            <p:nvPr/>
          </p:nvSpPr>
          <p:spPr>
            <a:xfrm>
              <a:off x="3364572" y="388617"/>
              <a:ext cx="1943562" cy="1"/>
            </a:xfrm>
            <a:prstGeom prst="line">
              <a:avLst/>
            </a:prstGeom>
            <a:noFill/>
            <a:ln w="25400" cap="flat">
              <a:solidFill>
                <a:schemeClr val="accent1"/>
              </a:solidFill>
              <a:prstDash val="solid"/>
              <a:round/>
              <a:tailEnd type="triangle" w="med" len="med"/>
            </a:ln>
            <a:effectLst>
              <a:outerShdw blurRad="38100" dist="23000" dir="5400000" rotWithShape="0">
                <a:srgbClr val="000000">
                  <a:alpha val="35000"/>
                </a:srgbClr>
              </a:outerShdw>
            </a:effectLst>
          </p:spPr>
          <p:txBody>
            <a:bodyPr wrap="square" lIns="45718" tIns="45718" rIns="45718" bIns="45718" numCol="1" anchor="t">
              <a:noAutofit/>
            </a:bodyPr>
            <a:lstStyle/>
            <a:p>
              <a:endParaRPr/>
            </a:p>
          </p:txBody>
        </p:sp>
      </p:grpSp>
    </p:spTree>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7" name="How a Program Works"/>
          <p:cNvSpPr txBox="1">
            <a:spLocks noGrp="1"/>
          </p:cNvSpPr>
          <p:nvPr>
            <p:ph type="title"/>
          </p:nvPr>
        </p:nvSpPr>
        <p:spPr>
          <a:xfrm>
            <a:off x="468312" y="560387"/>
            <a:ext cx="8207376" cy="996951"/>
          </a:xfrm>
          <a:prstGeom prst="rect">
            <a:avLst/>
          </a:prstGeom>
        </p:spPr>
        <p:txBody>
          <a:bodyPr/>
          <a:lstStyle/>
          <a:p>
            <a:r>
              <a:t>How a Program Works</a:t>
            </a:r>
          </a:p>
        </p:txBody>
      </p:sp>
      <p:sp>
        <p:nvSpPr>
          <p:cNvPr id="278" name="CPU uses the “fetch-decode-execute” cycle for processing…"/>
          <p:cNvSpPr txBox="1">
            <a:spLocks noGrp="1"/>
          </p:cNvSpPr>
          <p:nvPr>
            <p:ph type="body" idx="1"/>
          </p:nvPr>
        </p:nvSpPr>
        <p:spPr>
          <a:prstGeom prst="rect">
            <a:avLst/>
          </a:prstGeom>
        </p:spPr>
        <p:txBody>
          <a:bodyPr/>
          <a:lstStyle/>
          <a:p>
            <a:r>
              <a:t>CPU uses the “fetch-decode-execute” cycle for processing</a:t>
            </a:r>
          </a:p>
          <a:p>
            <a:pPr marL="804862" lvl="1" indent="-266700">
              <a:buSzPct val="100000"/>
              <a:buFontTx/>
              <a:buChar char="▪"/>
            </a:pPr>
            <a:r>
              <a:t>Fetch: Reads instructions from memory</a:t>
            </a:r>
          </a:p>
          <a:p>
            <a:pPr marL="804862" lvl="1" indent="-266700">
              <a:buSzPct val="100000"/>
              <a:buFontTx/>
              <a:buChar char="▪"/>
            </a:pPr>
            <a:r>
              <a:t>Decode: Decodes the instructions that were just read to determine how to perform operations</a:t>
            </a:r>
          </a:p>
          <a:p>
            <a:pPr marL="804862" lvl="1" indent="-266700">
              <a:buSzPct val="100000"/>
              <a:buFontTx/>
              <a:buChar char="▪"/>
            </a:pPr>
            <a:r>
              <a:t>Execute: Actually performs the operations</a:t>
            </a:r>
          </a:p>
        </p:txBody>
      </p:sp>
    </p:spTree>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2" name="Programming Languages"/>
          <p:cNvSpPr txBox="1">
            <a:spLocks noGrp="1"/>
          </p:cNvSpPr>
          <p:nvPr>
            <p:ph type="title"/>
          </p:nvPr>
        </p:nvSpPr>
        <p:spPr>
          <a:xfrm>
            <a:off x="468312" y="560387"/>
            <a:ext cx="8207376" cy="996951"/>
          </a:xfrm>
          <a:prstGeom prst="rect">
            <a:avLst/>
          </a:prstGeom>
        </p:spPr>
        <p:txBody>
          <a:bodyPr/>
          <a:lstStyle/>
          <a:p>
            <a:r>
              <a:rPr dirty="0"/>
              <a:t>Programming Languages</a:t>
            </a:r>
          </a:p>
        </p:txBody>
      </p:sp>
      <p:sp>
        <p:nvSpPr>
          <p:cNvPr id="283" name="Assembly                          Machine Language…"/>
          <p:cNvSpPr txBox="1">
            <a:spLocks noGrp="1"/>
          </p:cNvSpPr>
          <p:nvPr>
            <p:ph type="body" idx="1"/>
          </p:nvPr>
        </p:nvSpPr>
        <p:spPr>
          <a:xfrm>
            <a:off x="274320" y="1499236"/>
            <a:ext cx="3566160" cy="2804160"/>
          </a:xfrm>
          <a:prstGeom prst="rect">
            <a:avLst/>
          </a:prstGeom>
        </p:spPr>
        <p:txBody>
          <a:bodyPr>
            <a:normAutofit/>
          </a:bodyPr>
          <a:lstStyle/>
          <a:p>
            <a:pPr lvl="1"/>
            <a:r>
              <a:rPr i="1" dirty="0"/>
              <a:t>Machine </a:t>
            </a:r>
            <a:r>
              <a:rPr lang="en-AU" i="1" dirty="0"/>
              <a:t>Language</a:t>
            </a:r>
            <a:endParaRPr i="1" dirty="0"/>
          </a:p>
          <a:p>
            <a:pPr lvl="1"/>
            <a:r>
              <a:rPr dirty="0"/>
              <a:t>10101010</a:t>
            </a:r>
          </a:p>
          <a:p>
            <a:pPr lvl="1"/>
            <a:r>
              <a:rPr dirty="0"/>
              <a:t>11001100</a:t>
            </a:r>
          </a:p>
          <a:p>
            <a:pPr lvl="1"/>
            <a:r>
              <a:rPr dirty="0"/>
              <a:t>11100011</a:t>
            </a:r>
          </a:p>
          <a:p>
            <a:pPr lvl="1"/>
            <a:r>
              <a:rPr dirty="0"/>
              <a:t>10001000</a:t>
            </a:r>
          </a:p>
        </p:txBody>
      </p:sp>
      <p:sp>
        <p:nvSpPr>
          <p:cNvPr id="4" name="Assembly                          Machine Language…">
            <a:extLst>
              <a:ext uri="{FF2B5EF4-FFF2-40B4-BE49-F238E27FC236}">
                <a16:creationId xmlns:a16="http://schemas.microsoft.com/office/drawing/2014/main" id="{E06358AC-C7A1-A840-A3E4-712871247EA1}"/>
              </a:ext>
            </a:extLst>
          </p:cNvPr>
          <p:cNvSpPr txBox="1">
            <a:spLocks/>
          </p:cNvSpPr>
          <p:nvPr/>
        </p:nvSpPr>
        <p:spPr>
          <a:xfrm>
            <a:off x="4572000" y="1504952"/>
            <a:ext cx="3566160" cy="280416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ormAutofit/>
          </a:bodyPr>
          <a:lstStyle>
            <a:lvl1pPr marL="266700" marR="0" indent="-266700" algn="l" defTabSz="914400" latinLnBrk="0">
              <a:lnSpc>
                <a:spcPct val="110000"/>
              </a:lnSpc>
              <a:spcBef>
                <a:spcPts val="800"/>
              </a:spcBef>
              <a:spcAft>
                <a:spcPts val="0"/>
              </a:spcAft>
              <a:buClr>
                <a:schemeClr val="accent1"/>
              </a:buClr>
              <a:buSzPct val="100000"/>
              <a:buFontTx/>
              <a:buChar char="▪"/>
              <a:tabLst/>
              <a:defRPr sz="2400" b="0" i="0" u="none" strike="noStrike" cap="none" spc="0" baseline="0">
                <a:solidFill>
                  <a:srgbClr val="333333"/>
                </a:solidFill>
                <a:uFillTx/>
                <a:latin typeface="+mj-lt"/>
                <a:ea typeface="+mj-ea"/>
                <a:cs typeface="+mj-cs"/>
                <a:sym typeface="Arial"/>
              </a:defRPr>
            </a:lvl1pPr>
            <a:lvl2pPr marL="0" marR="0" indent="538162" algn="l" defTabSz="914400" latinLnBrk="0">
              <a:lnSpc>
                <a:spcPct val="110000"/>
              </a:lnSpc>
              <a:spcBef>
                <a:spcPts val="800"/>
              </a:spcBef>
              <a:spcAft>
                <a:spcPts val="0"/>
              </a:spcAft>
              <a:buClr>
                <a:schemeClr val="accent1"/>
              </a:buClr>
              <a:buSzTx/>
              <a:buFont typeface="Wingdings"/>
              <a:buNone/>
              <a:tabLst/>
              <a:defRPr sz="2400" b="0" i="0" u="none" strike="noStrike" cap="none" spc="0" baseline="0">
                <a:solidFill>
                  <a:srgbClr val="333333"/>
                </a:solidFill>
                <a:uFillTx/>
                <a:latin typeface="+mj-lt"/>
                <a:ea typeface="+mj-ea"/>
                <a:cs typeface="+mj-cs"/>
                <a:sym typeface="Arial"/>
              </a:defRPr>
            </a:lvl2pPr>
            <a:lvl3pPr marL="0" marR="0" indent="985837" algn="l" defTabSz="914400" latinLnBrk="0">
              <a:lnSpc>
                <a:spcPct val="110000"/>
              </a:lnSpc>
              <a:spcBef>
                <a:spcPts val="800"/>
              </a:spcBef>
              <a:spcAft>
                <a:spcPts val="0"/>
              </a:spcAft>
              <a:buClr>
                <a:schemeClr val="accent1"/>
              </a:buClr>
              <a:buSzTx/>
              <a:buFont typeface="Wingdings"/>
              <a:buNone/>
              <a:tabLst/>
              <a:defRPr sz="2400" b="0" i="0" u="none" strike="noStrike" cap="none" spc="0" baseline="0">
                <a:solidFill>
                  <a:srgbClr val="333333"/>
                </a:solidFill>
                <a:uFillTx/>
                <a:latin typeface="+mj-lt"/>
                <a:ea typeface="+mj-ea"/>
                <a:cs typeface="+mj-cs"/>
                <a:sym typeface="Arial"/>
              </a:defRPr>
            </a:lvl3pPr>
            <a:lvl4pPr marL="0" marR="0" indent="1433512" algn="l" defTabSz="914400" latinLnBrk="0">
              <a:lnSpc>
                <a:spcPct val="110000"/>
              </a:lnSpc>
              <a:spcBef>
                <a:spcPts val="800"/>
              </a:spcBef>
              <a:spcAft>
                <a:spcPts val="0"/>
              </a:spcAft>
              <a:buClr>
                <a:schemeClr val="accent1"/>
              </a:buClr>
              <a:buSzTx/>
              <a:buFont typeface="Wingdings"/>
              <a:buNone/>
              <a:tabLst/>
              <a:defRPr sz="2400" b="0" i="0" u="none" strike="noStrike" cap="none" spc="0" baseline="0">
                <a:solidFill>
                  <a:srgbClr val="333333"/>
                </a:solidFill>
                <a:uFillTx/>
                <a:latin typeface="+mj-lt"/>
                <a:ea typeface="+mj-ea"/>
                <a:cs typeface="+mj-cs"/>
                <a:sym typeface="Arial"/>
              </a:defRPr>
            </a:lvl4pPr>
            <a:lvl5pPr marL="0" marR="0" indent="1790700" algn="l" defTabSz="914400" latinLnBrk="0">
              <a:lnSpc>
                <a:spcPct val="110000"/>
              </a:lnSpc>
              <a:spcBef>
                <a:spcPts val="800"/>
              </a:spcBef>
              <a:spcAft>
                <a:spcPts val="0"/>
              </a:spcAft>
              <a:buClr>
                <a:schemeClr val="accent1"/>
              </a:buClr>
              <a:buSzTx/>
              <a:buFont typeface="Wingdings"/>
              <a:buNone/>
              <a:tabLst/>
              <a:defRPr sz="2400" b="0" i="0" u="none" strike="noStrike" cap="none" spc="0" baseline="0">
                <a:solidFill>
                  <a:srgbClr val="333333"/>
                </a:solidFill>
                <a:uFillTx/>
                <a:latin typeface="+mj-lt"/>
                <a:ea typeface="+mj-ea"/>
                <a:cs typeface="+mj-cs"/>
                <a:sym typeface="Arial"/>
              </a:defRPr>
            </a:lvl5pPr>
            <a:lvl6pPr marL="0" marR="0" indent="2247900" algn="l" defTabSz="914400" latinLnBrk="0">
              <a:lnSpc>
                <a:spcPct val="110000"/>
              </a:lnSpc>
              <a:spcBef>
                <a:spcPts val="800"/>
              </a:spcBef>
              <a:spcAft>
                <a:spcPts val="0"/>
              </a:spcAft>
              <a:buClr>
                <a:schemeClr val="accent1"/>
              </a:buClr>
              <a:buSzTx/>
              <a:buFont typeface="Wingdings"/>
              <a:buNone/>
              <a:tabLst/>
              <a:defRPr sz="2400" b="0" i="0" u="none" strike="noStrike" cap="none" spc="0" baseline="0">
                <a:solidFill>
                  <a:srgbClr val="333333"/>
                </a:solidFill>
                <a:uFillTx/>
                <a:latin typeface="+mj-lt"/>
                <a:ea typeface="+mj-ea"/>
                <a:cs typeface="+mj-cs"/>
                <a:sym typeface="Arial"/>
              </a:defRPr>
            </a:lvl6pPr>
            <a:lvl7pPr marL="0" marR="0" indent="2705100" algn="l" defTabSz="914400" latinLnBrk="0">
              <a:lnSpc>
                <a:spcPct val="110000"/>
              </a:lnSpc>
              <a:spcBef>
                <a:spcPts val="800"/>
              </a:spcBef>
              <a:spcAft>
                <a:spcPts val="0"/>
              </a:spcAft>
              <a:buClr>
                <a:schemeClr val="accent1"/>
              </a:buClr>
              <a:buSzTx/>
              <a:buFont typeface="Wingdings"/>
              <a:buNone/>
              <a:tabLst/>
              <a:defRPr sz="2400" b="0" i="0" u="none" strike="noStrike" cap="none" spc="0" baseline="0">
                <a:solidFill>
                  <a:srgbClr val="333333"/>
                </a:solidFill>
                <a:uFillTx/>
                <a:latin typeface="+mj-lt"/>
                <a:ea typeface="+mj-ea"/>
                <a:cs typeface="+mj-cs"/>
                <a:sym typeface="Arial"/>
              </a:defRPr>
            </a:lvl7pPr>
            <a:lvl8pPr marL="0" marR="0" indent="3162300" algn="l" defTabSz="914400" latinLnBrk="0">
              <a:lnSpc>
                <a:spcPct val="110000"/>
              </a:lnSpc>
              <a:spcBef>
                <a:spcPts val="800"/>
              </a:spcBef>
              <a:spcAft>
                <a:spcPts val="0"/>
              </a:spcAft>
              <a:buClr>
                <a:schemeClr val="accent1"/>
              </a:buClr>
              <a:buSzTx/>
              <a:buFont typeface="Wingdings"/>
              <a:buNone/>
              <a:tabLst/>
              <a:defRPr sz="2400" b="0" i="0" u="none" strike="noStrike" cap="none" spc="0" baseline="0">
                <a:solidFill>
                  <a:srgbClr val="333333"/>
                </a:solidFill>
                <a:uFillTx/>
                <a:latin typeface="+mj-lt"/>
                <a:ea typeface="+mj-ea"/>
                <a:cs typeface="+mj-cs"/>
                <a:sym typeface="Arial"/>
              </a:defRPr>
            </a:lvl8pPr>
            <a:lvl9pPr marL="0" marR="0" indent="3619500" algn="l" defTabSz="914400" latinLnBrk="0">
              <a:lnSpc>
                <a:spcPct val="110000"/>
              </a:lnSpc>
              <a:spcBef>
                <a:spcPts val="800"/>
              </a:spcBef>
              <a:spcAft>
                <a:spcPts val="0"/>
              </a:spcAft>
              <a:buClr>
                <a:schemeClr val="accent1"/>
              </a:buClr>
              <a:buSzTx/>
              <a:buFont typeface="Wingdings"/>
              <a:buNone/>
              <a:tabLst/>
              <a:defRPr sz="2400" b="0" i="0" u="none" strike="noStrike" cap="none" spc="0" baseline="0">
                <a:solidFill>
                  <a:srgbClr val="333333"/>
                </a:solidFill>
                <a:uFillTx/>
                <a:latin typeface="+mj-lt"/>
                <a:ea typeface="+mj-ea"/>
                <a:cs typeface="+mj-cs"/>
                <a:sym typeface="Arial"/>
              </a:defRPr>
            </a:lvl9pPr>
          </a:lstStyle>
          <a:p>
            <a:pPr lvl="1" hangingPunct="1"/>
            <a:r>
              <a:rPr lang="en-AU" i="1" dirty="0"/>
              <a:t>Assembly </a:t>
            </a:r>
          </a:p>
          <a:p>
            <a:pPr lvl="1" hangingPunct="1"/>
            <a:r>
              <a:rPr lang="en-AU" dirty="0"/>
              <a:t>MOV    R1, 0x1000</a:t>
            </a:r>
          </a:p>
          <a:p>
            <a:pPr lvl="1" hangingPunct="1"/>
            <a:r>
              <a:rPr lang="en-AU" dirty="0"/>
              <a:t>MOV    R2, 0x1004</a:t>
            </a:r>
          </a:p>
          <a:p>
            <a:pPr lvl="1" hangingPunct="1"/>
            <a:r>
              <a:rPr lang="en-AU" dirty="0"/>
              <a:t>ADD    R1,R2 </a:t>
            </a:r>
          </a:p>
          <a:p>
            <a:pPr lvl="1" hangingPunct="1"/>
            <a:r>
              <a:rPr lang="en-AU" dirty="0"/>
              <a:t>STA     0x1008</a:t>
            </a:r>
          </a:p>
        </p:txBody>
      </p:sp>
      <p:sp>
        <p:nvSpPr>
          <p:cNvPr id="2" name="TextBox 1">
            <a:extLst>
              <a:ext uri="{FF2B5EF4-FFF2-40B4-BE49-F238E27FC236}">
                <a16:creationId xmlns:a16="http://schemas.microsoft.com/office/drawing/2014/main" id="{F65748D5-077A-D747-A91B-AA3C4F5CC6F4}"/>
              </a:ext>
            </a:extLst>
          </p:cNvPr>
          <p:cNvSpPr txBox="1"/>
          <p:nvPr/>
        </p:nvSpPr>
        <p:spPr>
          <a:xfrm>
            <a:off x="701040" y="4562476"/>
            <a:ext cx="3566160" cy="110799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t">
            <a:spAutoFit/>
          </a:bodyPr>
          <a:lstStyle/>
          <a:p>
            <a:pPr lvl="1"/>
            <a:r>
              <a:rPr lang="en-AU" sz="2400" i="1" dirty="0">
                <a:latin typeface="+mj-lt"/>
              </a:rPr>
              <a:t>High Level Language</a:t>
            </a:r>
          </a:p>
          <a:p>
            <a:pPr lvl="1"/>
            <a:r>
              <a:rPr lang="en-AU" sz="2400" dirty="0">
                <a:latin typeface="+mj-lt"/>
              </a:rPr>
              <a:t>C = A + B </a:t>
            </a:r>
          </a:p>
          <a:p>
            <a:pPr marL="0" marR="0" indent="0" algn="l" defTabSz="914400" rtl="0" fontAlgn="auto" latinLnBrk="0" hangingPunct="0">
              <a:lnSpc>
                <a:spcPct val="100000"/>
              </a:lnSpc>
              <a:spcBef>
                <a:spcPts val="0"/>
              </a:spcBef>
              <a:spcAft>
                <a:spcPts val="0"/>
              </a:spcAft>
              <a:buClrTx/>
              <a:buSzTx/>
              <a:buFontTx/>
              <a:buNone/>
              <a:tabLst/>
            </a:pPr>
            <a:endParaRPr kumimoji="0" lang="en-AU" sz="1800" b="0" i="0" u="none" strike="noStrike" cap="none" spc="0" normalizeH="0" baseline="0" dirty="0">
              <a:ln>
                <a:noFill/>
              </a:ln>
              <a:solidFill>
                <a:srgbClr val="333333"/>
              </a:solidFill>
              <a:effectLst/>
              <a:uFillTx/>
              <a:latin typeface="+mn-lt"/>
              <a:ea typeface="+mn-ea"/>
              <a:cs typeface="+mn-cs"/>
              <a:sym typeface="Helvetica"/>
            </a:endParaRPr>
          </a:p>
        </p:txBody>
      </p:sp>
    </p:spTree>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0" name="Compilers and Interpreters"/>
          <p:cNvSpPr txBox="1">
            <a:spLocks noGrp="1"/>
          </p:cNvSpPr>
          <p:nvPr>
            <p:ph type="title"/>
          </p:nvPr>
        </p:nvSpPr>
        <p:spPr>
          <a:xfrm>
            <a:off x="468312" y="560387"/>
            <a:ext cx="8207376" cy="996951"/>
          </a:xfrm>
          <a:prstGeom prst="rect">
            <a:avLst/>
          </a:prstGeom>
        </p:spPr>
        <p:txBody>
          <a:bodyPr/>
          <a:lstStyle/>
          <a:p>
            <a:r>
              <a:rPr lang="en-AU" dirty="0"/>
              <a:t>       </a:t>
            </a:r>
            <a:r>
              <a:rPr dirty="0"/>
              <a:t>Compilers </a:t>
            </a:r>
            <a:r>
              <a:rPr lang="en-AU" dirty="0"/>
              <a:t>         vs </a:t>
            </a:r>
            <a:r>
              <a:rPr dirty="0"/>
              <a:t> </a:t>
            </a:r>
            <a:r>
              <a:rPr lang="en-AU" dirty="0"/>
              <a:t>         </a:t>
            </a:r>
            <a:r>
              <a:rPr dirty="0"/>
              <a:t>Interpreters</a:t>
            </a:r>
          </a:p>
        </p:txBody>
      </p:sp>
      <p:sp>
        <p:nvSpPr>
          <p:cNvPr id="301" name="High Level Language Text"/>
          <p:cNvSpPr/>
          <p:nvPr/>
        </p:nvSpPr>
        <p:spPr>
          <a:xfrm>
            <a:off x="776039" y="1544637"/>
            <a:ext cx="3025974" cy="536428"/>
          </a:xfrm>
          <a:prstGeom prst="roundRect">
            <a:avLst>
              <a:gd name="adj" fmla="val 35513"/>
            </a:avLst>
          </a:prstGeom>
          <a:solidFill>
            <a:srgbClr val="FFFFFF"/>
          </a:solidFill>
          <a:ln w="25400">
            <a:solidFill>
              <a:schemeClr val="accent1"/>
            </a:solidFill>
          </a:ln>
          <a:effectLst>
            <a:outerShdw blurRad="38100" dist="23000" dir="5400000" rotWithShape="0">
              <a:srgbClr val="000000">
                <a:alpha val="35000"/>
              </a:srgbClr>
            </a:outerShdw>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8" tIns="45718" rIns="45718" bIns="45718" anchor="ctr"/>
          <a:lstStyle/>
          <a:p>
            <a:r>
              <a:t>High Level Language Text</a:t>
            </a:r>
          </a:p>
        </p:txBody>
      </p:sp>
      <p:sp>
        <p:nvSpPr>
          <p:cNvPr id="302" name="High Level Language Text"/>
          <p:cNvSpPr/>
          <p:nvPr/>
        </p:nvSpPr>
        <p:spPr>
          <a:xfrm>
            <a:off x="5326633" y="1544637"/>
            <a:ext cx="3025974" cy="536428"/>
          </a:xfrm>
          <a:prstGeom prst="roundRect">
            <a:avLst>
              <a:gd name="adj" fmla="val 35513"/>
            </a:avLst>
          </a:prstGeom>
          <a:solidFill>
            <a:srgbClr val="FFFFFF"/>
          </a:solidFill>
          <a:ln w="25400">
            <a:solidFill>
              <a:schemeClr val="accent1"/>
            </a:solidFill>
          </a:ln>
          <a:effectLst>
            <a:outerShdw blurRad="38100" dist="23000" dir="5400000" rotWithShape="0">
              <a:srgbClr val="000000">
                <a:alpha val="35000"/>
              </a:srgbClr>
            </a:outerShdw>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8" tIns="45718" rIns="45718" bIns="45718" anchor="ctr"/>
          <a:lstStyle/>
          <a:p>
            <a:r>
              <a:t>High Level Language Text</a:t>
            </a:r>
          </a:p>
        </p:txBody>
      </p:sp>
      <p:sp>
        <p:nvSpPr>
          <p:cNvPr id="303" name="Compiler"/>
          <p:cNvSpPr/>
          <p:nvPr/>
        </p:nvSpPr>
        <p:spPr>
          <a:xfrm>
            <a:off x="776039" y="2827337"/>
            <a:ext cx="3025974" cy="536428"/>
          </a:xfrm>
          <a:prstGeom prst="roundRect">
            <a:avLst>
              <a:gd name="adj" fmla="val 35513"/>
            </a:avLst>
          </a:prstGeom>
          <a:solidFill>
            <a:srgbClr val="FFFFFF"/>
          </a:solidFill>
          <a:ln w="25400">
            <a:solidFill>
              <a:schemeClr val="accent1"/>
            </a:solidFill>
          </a:ln>
          <a:effectLst>
            <a:outerShdw blurRad="38100" dist="23000" dir="5400000" rotWithShape="0">
              <a:srgbClr val="000000">
                <a:alpha val="35000"/>
              </a:srgbClr>
            </a:outerShdw>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8" tIns="45718" rIns="45718" bIns="45718" anchor="ctr"/>
          <a:lstStyle/>
          <a:p>
            <a:r>
              <a:t>              Compiler</a:t>
            </a:r>
          </a:p>
        </p:txBody>
      </p:sp>
      <p:sp>
        <p:nvSpPr>
          <p:cNvPr id="304" name="Machine Code (exe)"/>
          <p:cNvSpPr/>
          <p:nvPr/>
        </p:nvSpPr>
        <p:spPr>
          <a:xfrm>
            <a:off x="776039" y="4110037"/>
            <a:ext cx="3025974" cy="536428"/>
          </a:xfrm>
          <a:prstGeom prst="roundRect">
            <a:avLst>
              <a:gd name="adj" fmla="val 35513"/>
            </a:avLst>
          </a:prstGeom>
          <a:solidFill>
            <a:srgbClr val="FFFFFF"/>
          </a:solidFill>
          <a:ln w="25400">
            <a:solidFill>
              <a:schemeClr val="accent1"/>
            </a:solidFill>
          </a:ln>
          <a:effectLst>
            <a:outerShdw blurRad="38100" dist="23000" dir="5400000" rotWithShape="0">
              <a:srgbClr val="000000">
                <a:alpha val="35000"/>
              </a:srgbClr>
            </a:outerShdw>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8" tIns="45718" rIns="45718" bIns="45718" anchor="ctr"/>
          <a:lstStyle/>
          <a:p>
            <a:r>
              <a:rPr dirty="0"/>
              <a:t>      Machine Code (exe)</a:t>
            </a:r>
          </a:p>
        </p:txBody>
      </p:sp>
      <p:sp>
        <p:nvSpPr>
          <p:cNvPr id="305" name="Interpreter"/>
          <p:cNvSpPr/>
          <p:nvPr/>
        </p:nvSpPr>
        <p:spPr>
          <a:xfrm>
            <a:off x="5326633" y="2834444"/>
            <a:ext cx="3025974" cy="536428"/>
          </a:xfrm>
          <a:prstGeom prst="roundRect">
            <a:avLst>
              <a:gd name="adj" fmla="val 35513"/>
            </a:avLst>
          </a:prstGeom>
          <a:solidFill>
            <a:srgbClr val="FFFFFF"/>
          </a:solidFill>
          <a:ln w="25400">
            <a:solidFill>
              <a:schemeClr val="accent1"/>
            </a:solidFill>
          </a:ln>
          <a:effectLst>
            <a:outerShdw blurRad="38100" dist="23000" dir="5400000" rotWithShape="0">
              <a:srgbClr val="000000">
                <a:alpha val="35000"/>
              </a:srgbClr>
            </a:outerShdw>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8" tIns="45718" rIns="45718" bIns="45718" anchor="ctr"/>
          <a:lstStyle/>
          <a:p>
            <a:r>
              <a:t>              Interpreter</a:t>
            </a:r>
          </a:p>
        </p:txBody>
      </p:sp>
      <p:sp>
        <p:nvSpPr>
          <p:cNvPr id="306" name="Machine Code (1 line)"/>
          <p:cNvSpPr/>
          <p:nvPr/>
        </p:nvSpPr>
        <p:spPr>
          <a:xfrm>
            <a:off x="5326633" y="4098850"/>
            <a:ext cx="3025974" cy="536429"/>
          </a:xfrm>
          <a:prstGeom prst="roundRect">
            <a:avLst>
              <a:gd name="adj" fmla="val 35513"/>
            </a:avLst>
          </a:prstGeom>
          <a:solidFill>
            <a:srgbClr val="FFFFFF"/>
          </a:solidFill>
          <a:ln w="25400">
            <a:solidFill>
              <a:schemeClr val="accent1"/>
            </a:solidFill>
          </a:ln>
          <a:effectLst>
            <a:outerShdw blurRad="38100" dist="23000" dir="5400000" rotWithShape="0">
              <a:srgbClr val="000000">
                <a:alpha val="35000"/>
              </a:srgbClr>
            </a:outerShdw>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8" tIns="45718" rIns="45718" bIns="45718" anchor="ctr"/>
          <a:lstStyle/>
          <a:p>
            <a:r>
              <a:t>      Machine Code (1 line)</a:t>
            </a:r>
          </a:p>
        </p:txBody>
      </p:sp>
      <p:sp>
        <p:nvSpPr>
          <p:cNvPr id="307" name="CPU"/>
          <p:cNvSpPr/>
          <p:nvPr/>
        </p:nvSpPr>
        <p:spPr>
          <a:xfrm>
            <a:off x="1778075" y="5423682"/>
            <a:ext cx="760066" cy="536428"/>
          </a:xfrm>
          <a:prstGeom prst="roundRect">
            <a:avLst>
              <a:gd name="adj" fmla="val 35513"/>
            </a:avLst>
          </a:prstGeom>
          <a:solidFill>
            <a:srgbClr val="FFFFFF"/>
          </a:solidFill>
          <a:ln w="25400">
            <a:solidFill>
              <a:schemeClr val="accent1"/>
            </a:solidFill>
          </a:ln>
          <a:effectLst>
            <a:outerShdw blurRad="38100" dist="23000" dir="5400000" rotWithShape="0">
              <a:srgbClr val="000000">
                <a:alpha val="35000"/>
              </a:srgbClr>
            </a:outerShdw>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8" tIns="45718" rIns="45718" bIns="45718" anchor="ctr"/>
          <a:lstStyle/>
          <a:p>
            <a:r>
              <a:t>CPU</a:t>
            </a:r>
          </a:p>
        </p:txBody>
      </p:sp>
      <p:sp>
        <p:nvSpPr>
          <p:cNvPr id="308" name="Line"/>
          <p:cNvSpPr/>
          <p:nvPr/>
        </p:nvSpPr>
        <p:spPr>
          <a:xfrm>
            <a:off x="2158108" y="2090901"/>
            <a:ext cx="1" cy="726600"/>
          </a:xfrm>
          <a:prstGeom prst="line">
            <a:avLst/>
          </a:prstGeom>
          <a:ln w="25400">
            <a:solidFill>
              <a:schemeClr val="accent1"/>
            </a:solidFill>
            <a:tailEnd type="triangle"/>
          </a:ln>
          <a:effectLst>
            <a:outerShdw blurRad="38100" dist="23000" dir="5400000" rotWithShape="0">
              <a:srgbClr val="000000">
                <a:alpha val="35000"/>
              </a:srgbClr>
            </a:outerShdw>
          </a:effectLst>
        </p:spPr>
        <p:txBody>
          <a:bodyPr lIns="45718" tIns="45718" rIns="45718" bIns="45718"/>
          <a:lstStyle/>
          <a:p>
            <a:endParaRPr/>
          </a:p>
        </p:txBody>
      </p:sp>
      <p:sp>
        <p:nvSpPr>
          <p:cNvPr id="309" name="Line"/>
          <p:cNvSpPr/>
          <p:nvPr/>
        </p:nvSpPr>
        <p:spPr>
          <a:xfrm>
            <a:off x="2158108" y="3351063"/>
            <a:ext cx="1" cy="726600"/>
          </a:xfrm>
          <a:prstGeom prst="line">
            <a:avLst/>
          </a:prstGeom>
          <a:ln w="25400">
            <a:solidFill>
              <a:schemeClr val="accent1"/>
            </a:solidFill>
            <a:tailEnd type="triangle"/>
          </a:ln>
          <a:effectLst>
            <a:outerShdw blurRad="38100" dist="23000" dir="5400000" rotWithShape="0">
              <a:srgbClr val="000000">
                <a:alpha val="35000"/>
              </a:srgbClr>
            </a:outerShdw>
          </a:effectLst>
        </p:spPr>
        <p:txBody>
          <a:bodyPr lIns="45718" tIns="45718" rIns="45718" bIns="45718"/>
          <a:lstStyle/>
          <a:p>
            <a:endParaRPr/>
          </a:p>
        </p:txBody>
      </p:sp>
      <p:sp>
        <p:nvSpPr>
          <p:cNvPr id="310" name="Line"/>
          <p:cNvSpPr/>
          <p:nvPr/>
        </p:nvSpPr>
        <p:spPr>
          <a:xfrm>
            <a:off x="6839619" y="3351063"/>
            <a:ext cx="1" cy="726600"/>
          </a:xfrm>
          <a:prstGeom prst="line">
            <a:avLst/>
          </a:prstGeom>
          <a:ln w="25400">
            <a:solidFill>
              <a:schemeClr val="accent1"/>
            </a:solidFill>
            <a:tailEnd type="triangle"/>
          </a:ln>
          <a:effectLst>
            <a:outerShdw blurRad="38100" dist="23000" dir="5400000" rotWithShape="0">
              <a:srgbClr val="000000">
                <a:alpha val="35000"/>
              </a:srgbClr>
            </a:outerShdw>
          </a:effectLst>
        </p:spPr>
        <p:txBody>
          <a:bodyPr lIns="45718" tIns="45718" rIns="45718" bIns="45718"/>
          <a:lstStyle/>
          <a:p>
            <a:endParaRPr/>
          </a:p>
        </p:txBody>
      </p:sp>
      <p:sp>
        <p:nvSpPr>
          <p:cNvPr id="311" name="Line"/>
          <p:cNvSpPr/>
          <p:nvPr/>
        </p:nvSpPr>
        <p:spPr>
          <a:xfrm>
            <a:off x="4983014" y="1837283"/>
            <a:ext cx="295870" cy="1267719"/>
          </a:xfrm>
          <a:custGeom>
            <a:avLst/>
            <a:gdLst/>
            <a:ahLst/>
            <a:cxnLst>
              <a:cxn ang="0">
                <a:pos x="wd2" y="hd2"/>
              </a:cxn>
              <a:cxn ang="5400000">
                <a:pos x="wd2" y="hd2"/>
              </a:cxn>
              <a:cxn ang="10800000">
                <a:pos x="wd2" y="hd2"/>
              </a:cxn>
              <a:cxn ang="16200000">
                <a:pos x="wd2" y="hd2"/>
              </a:cxn>
            </a:cxnLst>
            <a:rect l="0" t="0" r="r" b="b"/>
            <a:pathLst>
              <a:path w="21600" h="21600" extrusionOk="0">
                <a:moveTo>
                  <a:pt x="21394" y="0"/>
                </a:moveTo>
                <a:lnTo>
                  <a:pt x="721" y="0"/>
                </a:lnTo>
                <a:lnTo>
                  <a:pt x="0" y="21600"/>
                </a:lnTo>
                <a:lnTo>
                  <a:pt x="21600" y="21600"/>
                </a:lnTo>
              </a:path>
            </a:pathLst>
          </a:custGeom>
          <a:ln w="25400">
            <a:solidFill>
              <a:schemeClr val="accent1"/>
            </a:solidFill>
            <a:tailEnd type="triangle"/>
          </a:ln>
          <a:effectLst>
            <a:outerShdw blurRad="38100" dist="23000" dir="5400000" rotWithShape="0">
              <a:srgbClr val="000000">
                <a:alpha val="35000"/>
              </a:srgbClr>
            </a:outerShdw>
          </a:effectLst>
        </p:spPr>
        <p:txBody>
          <a:bodyPr lIns="45718" tIns="45718" rIns="45718" bIns="45718"/>
          <a:lstStyle/>
          <a:p>
            <a:endParaRPr/>
          </a:p>
        </p:txBody>
      </p:sp>
      <p:sp>
        <p:nvSpPr>
          <p:cNvPr id="312" name="Line"/>
          <p:cNvSpPr/>
          <p:nvPr/>
        </p:nvSpPr>
        <p:spPr>
          <a:xfrm flipH="1">
            <a:off x="8400355" y="1837283"/>
            <a:ext cx="295871" cy="1267719"/>
          </a:xfrm>
          <a:custGeom>
            <a:avLst/>
            <a:gdLst/>
            <a:ahLst/>
            <a:cxnLst>
              <a:cxn ang="0">
                <a:pos x="wd2" y="hd2"/>
              </a:cxn>
              <a:cxn ang="5400000">
                <a:pos x="wd2" y="hd2"/>
              </a:cxn>
              <a:cxn ang="10800000">
                <a:pos x="wd2" y="hd2"/>
              </a:cxn>
              <a:cxn ang="16200000">
                <a:pos x="wd2" y="hd2"/>
              </a:cxn>
            </a:cxnLst>
            <a:rect l="0" t="0" r="r" b="b"/>
            <a:pathLst>
              <a:path w="21600" h="21600" extrusionOk="0">
                <a:moveTo>
                  <a:pt x="21394" y="0"/>
                </a:moveTo>
                <a:lnTo>
                  <a:pt x="721" y="0"/>
                </a:lnTo>
                <a:lnTo>
                  <a:pt x="0" y="21600"/>
                </a:lnTo>
                <a:lnTo>
                  <a:pt x="21600" y="21600"/>
                </a:lnTo>
              </a:path>
            </a:pathLst>
          </a:custGeom>
          <a:ln w="25400">
            <a:solidFill>
              <a:schemeClr val="accent1"/>
            </a:solidFill>
            <a:headEnd type="triangle"/>
          </a:ln>
          <a:effectLst>
            <a:outerShdw blurRad="38100" dist="23000" dir="5400000" rotWithShape="0">
              <a:srgbClr val="000000">
                <a:alpha val="35000"/>
              </a:srgbClr>
            </a:outerShdw>
          </a:effectLst>
        </p:spPr>
        <p:txBody>
          <a:bodyPr lIns="45718" tIns="45718" rIns="45718" bIns="45718"/>
          <a:lstStyle/>
          <a:p>
            <a:endParaRPr/>
          </a:p>
        </p:txBody>
      </p:sp>
      <p:sp>
        <p:nvSpPr>
          <p:cNvPr id="315" name="1"/>
          <p:cNvSpPr txBox="1"/>
          <p:nvPr/>
        </p:nvSpPr>
        <p:spPr>
          <a:xfrm>
            <a:off x="2173390" y="2268782"/>
            <a:ext cx="231273" cy="37083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8" tIns="45718" rIns="45718" bIns="45718">
            <a:spAutoFit/>
          </a:bodyPr>
          <a:lstStyle/>
          <a:p>
            <a:r>
              <a:t>1</a:t>
            </a:r>
          </a:p>
        </p:txBody>
      </p:sp>
      <p:sp>
        <p:nvSpPr>
          <p:cNvPr id="316" name="1"/>
          <p:cNvSpPr txBox="1"/>
          <p:nvPr/>
        </p:nvSpPr>
        <p:spPr>
          <a:xfrm>
            <a:off x="5008962" y="2268782"/>
            <a:ext cx="231274" cy="37083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8" tIns="45718" rIns="45718" bIns="45718">
            <a:spAutoFit/>
          </a:bodyPr>
          <a:lstStyle/>
          <a:p>
            <a:r>
              <a:t>1</a:t>
            </a:r>
          </a:p>
        </p:txBody>
      </p:sp>
      <p:sp>
        <p:nvSpPr>
          <p:cNvPr id="317" name="2"/>
          <p:cNvSpPr txBox="1"/>
          <p:nvPr/>
        </p:nvSpPr>
        <p:spPr>
          <a:xfrm>
            <a:off x="2173390" y="3482775"/>
            <a:ext cx="231273" cy="37083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8" tIns="45718" rIns="45718" bIns="45718">
            <a:spAutoFit/>
          </a:bodyPr>
          <a:lstStyle/>
          <a:p>
            <a:r>
              <a:t>2</a:t>
            </a:r>
          </a:p>
        </p:txBody>
      </p:sp>
      <p:sp>
        <p:nvSpPr>
          <p:cNvPr id="318" name="2"/>
          <p:cNvSpPr txBox="1"/>
          <p:nvPr/>
        </p:nvSpPr>
        <p:spPr>
          <a:xfrm>
            <a:off x="6923189" y="3482775"/>
            <a:ext cx="231274" cy="37083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8" tIns="45718" rIns="45718" bIns="45718">
            <a:spAutoFit/>
          </a:bodyPr>
          <a:lstStyle/>
          <a:p>
            <a:r>
              <a:t>2</a:t>
            </a:r>
          </a:p>
        </p:txBody>
      </p:sp>
      <p:sp>
        <p:nvSpPr>
          <p:cNvPr id="319" name="3"/>
          <p:cNvSpPr txBox="1"/>
          <p:nvPr/>
        </p:nvSpPr>
        <p:spPr>
          <a:xfrm>
            <a:off x="2173390" y="4902891"/>
            <a:ext cx="231273" cy="37083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8" tIns="45718" rIns="45718" bIns="45718">
            <a:spAutoFit/>
          </a:bodyPr>
          <a:lstStyle/>
          <a:p>
            <a:r>
              <a:t>3</a:t>
            </a:r>
          </a:p>
        </p:txBody>
      </p:sp>
      <p:sp>
        <p:nvSpPr>
          <p:cNvPr id="320" name="3"/>
          <p:cNvSpPr txBox="1"/>
          <p:nvPr/>
        </p:nvSpPr>
        <p:spPr>
          <a:xfrm>
            <a:off x="6923189" y="4880517"/>
            <a:ext cx="231274" cy="37083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8" tIns="45718" rIns="45718" bIns="45718">
            <a:spAutoFit/>
          </a:bodyPr>
          <a:lstStyle/>
          <a:p>
            <a:r>
              <a:t>3</a:t>
            </a:r>
          </a:p>
        </p:txBody>
      </p:sp>
      <p:sp>
        <p:nvSpPr>
          <p:cNvPr id="321" name="4"/>
          <p:cNvSpPr txBox="1"/>
          <p:nvPr/>
        </p:nvSpPr>
        <p:spPr>
          <a:xfrm>
            <a:off x="8439004" y="2309854"/>
            <a:ext cx="231273" cy="37083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8" tIns="45718" rIns="45718" bIns="45718">
            <a:spAutoFit/>
          </a:bodyPr>
          <a:lstStyle/>
          <a:p>
            <a:r>
              <a:t>4</a:t>
            </a:r>
          </a:p>
        </p:txBody>
      </p:sp>
      <p:sp>
        <p:nvSpPr>
          <p:cNvPr id="24" name="CPU">
            <a:extLst>
              <a:ext uri="{FF2B5EF4-FFF2-40B4-BE49-F238E27FC236}">
                <a16:creationId xmlns:a16="http://schemas.microsoft.com/office/drawing/2014/main" id="{552005DB-CFFF-104B-9461-2A2B2D671DA0}"/>
              </a:ext>
            </a:extLst>
          </p:cNvPr>
          <p:cNvSpPr/>
          <p:nvPr/>
        </p:nvSpPr>
        <p:spPr>
          <a:xfrm>
            <a:off x="6459586" y="5364381"/>
            <a:ext cx="760066" cy="536428"/>
          </a:xfrm>
          <a:prstGeom prst="roundRect">
            <a:avLst>
              <a:gd name="adj" fmla="val 35513"/>
            </a:avLst>
          </a:prstGeom>
          <a:solidFill>
            <a:srgbClr val="FFFFFF"/>
          </a:solidFill>
          <a:ln w="25400">
            <a:solidFill>
              <a:schemeClr val="accent1"/>
            </a:solidFill>
          </a:ln>
          <a:effectLst>
            <a:outerShdw blurRad="38100" dist="23000" dir="5400000" rotWithShape="0">
              <a:srgbClr val="000000">
                <a:alpha val="35000"/>
              </a:srgbClr>
            </a:outerShdw>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8" tIns="45718" rIns="45718" bIns="45718" anchor="ctr"/>
          <a:lstStyle/>
          <a:p>
            <a:r>
              <a:rPr dirty="0"/>
              <a:t>CPU</a:t>
            </a:r>
          </a:p>
        </p:txBody>
      </p:sp>
      <p:sp>
        <p:nvSpPr>
          <p:cNvPr id="25" name="Line">
            <a:extLst>
              <a:ext uri="{FF2B5EF4-FFF2-40B4-BE49-F238E27FC236}">
                <a16:creationId xmlns:a16="http://schemas.microsoft.com/office/drawing/2014/main" id="{DE85AE0D-F060-5841-ADB2-79E907117EE0}"/>
              </a:ext>
            </a:extLst>
          </p:cNvPr>
          <p:cNvSpPr/>
          <p:nvPr/>
        </p:nvSpPr>
        <p:spPr>
          <a:xfrm>
            <a:off x="6830350" y="4620736"/>
            <a:ext cx="1" cy="726600"/>
          </a:xfrm>
          <a:prstGeom prst="line">
            <a:avLst/>
          </a:prstGeom>
          <a:ln w="25400">
            <a:solidFill>
              <a:schemeClr val="accent1"/>
            </a:solidFill>
            <a:tailEnd type="triangle"/>
          </a:ln>
          <a:effectLst>
            <a:outerShdw blurRad="38100" dist="23000" dir="5400000" rotWithShape="0">
              <a:srgbClr val="000000">
                <a:alpha val="35000"/>
              </a:srgbClr>
            </a:outerShdw>
          </a:effectLst>
        </p:spPr>
        <p:txBody>
          <a:bodyPr lIns="45718" tIns="45718" rIns="45718" bIns="45718"/>
          <a:lstStyle/>
          <a:p>
            <a:endParaRPr/>
          </a:p>
        </p:txBody>
      </p:sp>
      <p:sp>
        <p:nvSpPr>
          <p:cNvPr id="26" name="Line">
            <a:extLst>
              <a:ext uri="{FF2B5EF4-FFF2-40B4-BE49-F238E27FC236}">
                <a16:creationId xmlns:a16="http://schemas.microsoft.com/office/drawing/2014/main" id="{5B28B347-1ABC-324D-82FE-A5363B5C79A0}"/>
              </a:ext>
            </a:extLst>
          </p:cNvPr>
          <p:cNvSpPr/>
          <p:nvPr/>
        </p:nvSpPr>
        <p:spPr>
          <a:xfrm>
            <a:off x="2126970" y="4620522"/>
            <a:ext cx="1" cy="726600"/>
          </a:xfrm>
          <a:prstGeom prst="line">
            <a:avLst/>
          </a:prstGeom>
          <a:ln w="25400">
            <a:solidFill>
              <a:schemeClr val="accent1"/>
            </a:solidFill>
            <a:tailEnd type="triangle"/>
          </a:ln>
          <a:effectLst>
            <a:outerShdw blurRad="38100" dist="23000" dir="5400000" rotWithShape="0">
              <a:srgbClr val="000000">
                <a:alpha val="35000"/>
              </a:srgbClr>
            </a:outerShdw>
          </a:effectLst>
        </p:spPr>
        <p:txBody>
          <a:bodyPr lIns="45718" tIns="45718" rIns="45718" bIns="45718"/>
          <a:lstStyle/>
          <a:p>
            <a:endParaRPr/>
          </a:p>
        </p:txBody>
      </p:sp>
    </p:spTree>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DFFBEF-A86D-D04A-8243-1B7C75565062}"/>
              </a:ext>
            </a:extLst>
          </p:cNvPr>
          <p:cNvSpPr>
            <a:spLocks noGrp="1"/>
          </p:cNvSpPr>
          <p:nvPr>
            <p:ph type="title"/>
          </p:nvPr>
        </p:nvSpPr>
        <p:spPr/>
        <p:txBody>
          <a:bodyPr/>
          <a:lstStyle/>
          <a:p>
            <a:r>
              <a:rPr lang="en-AU" dirty="0"/>
              <a:t>Computers</a:t>
            </a:r>
          </a:p>
        </p:txBody>
      </p:sp>
      <p:sp>
        <p:nvSpPr>
          <p:cNvPr id="3" name="Text Placeholder 2">
            <a:extLst>
              <a:ext uri="{FF2B5EF4-FFF2-40B4-BE49-F238E27FC236}">
                <a16:creationId xmlns:a16="http://schemas.microsoft.com/office/drawing/2014/main" id="{623DCFC3-93EE-2E4C-B0BD-9B58D982B33A}"/>
              </a:ext>
            </a:extLst>
          </p:cNvPr>
          <p:cNvSpPr>
            <a:spLocks noGrp="1"/>
          </p:cNvSpPr>
          <p:nvPr>
            <p:ph type="body" idx="1"/>
          </p:nvPr>
        </p:nvSpPr>
        <p:spPr/>
        <p:txBody>
          <a:bodyPr/>
          <a:lstStyle/>
          <a:p>
            <a:r>
              <a:rPr lang="en-AU" dirty="0"/>
              <a:t>Hardware</a:t>
            </a:r>
          </a:p>
          <a:p>
            <a:r>
              <a:rPr lang="en-AU" dirty="0"/>
              <a:t>Software</a:t>
            </a:r>
          </a:p>
          <a:p>
            <a:r>
              <a:rPr lang="en-AU" dirty="0"/>
              <a:t>Digital</a:t>
            </a:r>
          </a:p>
          <a:p>
            <a:r>
              <a:rPr lang="en-AU" dirty="0"/>
              <a:t>Fetch-Decode-Execute</a:t>
            </a:r>
          </a:p>
          <a:p>
            <a:r>
              <a:rPr lang="en-AU" dirty="0"/>
              <a:t>Compiler vs Interpreter</a:t>
            </a:r>
          </a:p>
        </p:txBody>
      </p:sp>
    </p:spTree>
    <p:extLst>
      <p:ext uri="{BB962C8B-B14F-4D97-AF65-F5344CB8AC3E}">
        <p14:creationId xmlns:p14="http://schemas.microsoft.com/office/powerpoint/2010/main" val="3077591982"/>
      </p:ext>
    </p:extLst>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 name="Group 11">
            <a:extLst>
              <a:ext uri="{FF2B5EF4-FFF2-40B4-BE49-F238E27FC236}">
                <a16:creationId xmlns:a16="http://schemas.microsoft.com/office/drawing/2014/main" id="{7F41C2DF-8BEC-DF45-B469-F764832E5932}"/>
              </a:ext>
            </a:extLst>
          </p:cNvPr>
          <p:cNvGrpSpPr/>
          <p:nvPr/>
        </p:nvGrpSpPr>
        <p:grpSpPr>
          <a:xfrm>
            <a:off x="302785" y="1985686"/>
            <a:ext cx="8340967" cy="2886628"/>
            <a:chOff x="470191" y="1852647"/>
            <a:chExt cx="8340967" cy="2886628"/>
          </a:xfrm>
        </p:grpSpPr>
        <p:sp>
          <p:nvSpPr>
            <p:cNvPr id="6" name="TextBox 5">
              <a:extLst>
                <a:ext uri="{FF2B5EF4-FFF2-40B4-BE49-F238E27FC236}">
                  <a16:creationId xmlns:a16="http://schemas.microsoft.com/office/drawing/2014/main" id="{AF9D8992-6E0B-8441-8410-D9B95F644C4E}"/>
                </a:ext>
              </a:extLst>
            </p:cNvPr>
            <p:cNvSpPr txBox="1"/>
            <p:nvPr/>
          </p:nvSpPr>
          <p:spPr>
            <a:xfrm>
              <a:off x="470191" y="2972796"/>
              <a:ext cx="1092603" cy="64632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45718" tIns="45718" rIns="45718" bIns="45718"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AU" sz="3600" b="0" i="0" u="none" strike="noStrike" cap="none" spc="0" normalizeH="0" baseline="0" dirty="0">
                  <a:ln>
                    <a:noFill/>
                  </a:ln>
                  <a:solidFill>
                    <a:srgbClr val="333333"/>
                  </a:solidFill>
                  <a:effectLst/>
                  <a:uFillTx/>
                  <a:latin typeface="+mn-lt"/>
                  <a:ea typeface="+mn-ea"/>
                  <a:cs typeface="+mn-cs"/>
                  <a:sym typeface="Helvetica"/>
                </a:rPr>
                <a:t>input</a:t>
              </a:r>
            </a:p>
          </p:txBody>
        </p:sp>
        <p:sp>
          <p:nvSpPr>
            <p:cNvPr id="7" name="TextBox 6">
              <a:extLst>
                <a:ext uri="{FF2B5EF4-FFF2-40B4-BE49-F238E27FC236}">
                  <a16:creationId xmlns:a16="http://schemas.microsoft.com/office/drawing/2014/main" id="{A7BB4654-21AA-9840-AF90-DB8AE0C160B4}"/>
                </a:ext>
              </a:extLst>
            </p:cNvPr>
            <p:cNvSpPr txBox="1"/>
            <p:nvPr/>
          </p:nvSpPr>
          <p:spPr>
            <a:xfrm>
              <a:off x="7436427" y="2972797"/>
              <a:ext cx="1374731" cy="64632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45718" tIns="45718" rIns="45718" bIns="45718"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lang="en-AU" sz="3600" dirty="0"/>
                <a:t>output</a:t>
              </a:r>
              <a:endParaRPr kumimoji="0" lang="en-AU" sz="3600" b="0" i="0" u="none" strike="noStrike" cap="none" spc="0" normalizeH="0" baseline="0" dirty="0">
                <a:ln>
                  <a:noFill/>
                </a:ln>
                <a:solidFill>
                  <a:srgbClr val="333333"/>
                </a:solidFill>
                <a:effectLst/>
                <a:uFillTx/>
                <a:latin typeface="+mn-lt"/>
                <a:ea typeface="+mn-ea"/>
                <a:cs typeface="+mn-cs"/>
                <a:sym typeface="Helvetica"/>
              </a:endParaRPr>
            </a:p>
          </p:txBody>
        </p:sp>
        <p:cxnSp>
          <p:nvCxnSpPr>
            <p:cNvPr id="9" name="Straight Arrow Connector 8">
              <a:extLst>
                <a:ext uri="{FF2B5EF4-FFF2-40B4-BE49-F238E27FC236}">
                  <a16:creationId xmlns:a16="http://schemas.microsoft.com/office/drawing/2014/main" id="{5BFAEA43-727E-644C-91BA-F3F9418C167D}"/>
                </a:ext>
              </a:extLst>
            </p:cNvPr>
            <p:cNvCxnSpPr/>
            <p:nvPr/>
          </p:nvCxnSpPr>
          <p:spPr>
            <a:xfrm>
              <a:off x="1643237" y="3295961"/>
              <a:ext cx="1215736" cy="0"/>
            </a:xfrm>
            <a:prstGeom prst="straightConnector1">
              <a:avLst/>
            </a:prstGeom>
            <a:noFill/>
            <a:ln w="50800" cap="flat">
              <a:solidFill>
                <a:schemeClr val="accent1"/>
              </a:solidFill>
              <a:prstDash val="solid"/>
              <a:round/>
              <a:tailEnd type="triangle"/>
            </a:ln>
            <a:effectLst>
              <a:outerShdw blurRad="38100" dist="23000" dir="5400000" rotWithShape="0">
                <a:srgbClr val="000000">
                  <a:alpha val="35000"/>
                </a:srgbClr>
              </a:outerShdw>
            </a:effectLst>
            <a:sp3d/>
          </p:spPr>
          <p:style>
            <a:lnRef idx="0">
              <a:scrgbClr r="0" g="0" b="0"/>
            </a:lnRef>
            <a:fillRef idx="0">
              <a:scrgbClr r="0" g="0" b="0"/>
            </a:fillRef>
            <a:effectRef idx="0">
              <a:scrgbClr r="0" g="0" b="0"/>
            </a:effectRef>
            <a:fontRef idx="none"/>
          </p:style>
        </p:cxnSp>
        <p:cxnSp>
          <p:nvCxnSpPr>
            <p:cNvPr id="10" name="Straight Arrow Connector 9">
              <a:extLst>
                <a:ext uri="{FF2B5EF4-FFF2-40B4-BE49-F238E27FC236}">
                  <a16:creationId xmlns:a16="http://schemas.microsoft.com/office/drawing/2014/main" id="{8155FAEE-524A-CE42-BF52-8988A924287B}"/>
                </a:ext>
              </a:extLst>
            </p:cNvPr>
            <p:cNvCxnSpPr/>
            <p:nvPr/>
          </p:nvCxnSpPr>
          <p:spPr>
            <a:xfrm>
              <a:off x="6220691" y="3295961"/>
              <a:ext cx="1215736" cy="0"/>
            </a:xfrm>
            <a:prstGeom prst="straightConnector1">
              <a:avLst/>
            </a:prstGeom>
            <a:noFill/>
            <a:ln w="50800" cap="flat">
              <a:solidFill>
                <a:schemeClr val="accent1"/>
              </a:solidFill>
              <a:prstDash val="solid"/>
              <a:round/>
              <a:tailEnd type="triangle"/>
            </a:ln>
            <a:effectLst>
              <a:outerShdw blurRad="38100" dist="23000" dir="5400000" rotWithShape="0">
                <a:srgbClr val="000000">
                  <a:alpha val="35000"/>
                </a:srgbClr>
              </a:outerShdw>
            </a:effectLst>
            <a:sp3d/>
          </p:spPr>
          <p:style>
            <a:lnRef idx="0">
              <a:scrgbClr r="0" g="0" b="0"/>
            </a:lnRef>
            <a:fillRef idx="0">
              <a:scrgbClr r="0" g="0" b="0"/>
            </a:fillRef>
            <a:effectRef idx="0">
              <a:scrgbClr r="0" g="0" b="0"/>
            </a:effectRef>
            <a:fontRef idx="none"/>
          </p:style>
        </p:cxnSp>
        <p:sp>
          <p:nvSpPr>
            <p:cNvPr id="11" name="Rectangle 10">
              <a:extLst>
                <a:ext uri="{FF2B5EF4-FFF2-40B4-BE49-F238E27FC236}">
                  <a16:creationId xmlns:a16="http://schemas.microsoft.com/office/drawing/2014/main" id="{0B14C5E8-B907-E142-8B7E-7D5F4BD443FF}"/>
                </a:ext>
              </a:extLst>
            </p:cNvPr>
            <p:cNvSpPr/>
            <p:nvPr/>
          </p:nvSpPr>
          <p:spPr>
            <a:xfrm>
              <a:off x="3019858" y="1852647"/>
              <a:ext cx="3104283" cy="2886628"/>
            </a:xfrm>
            <a:prstGeom prst="rect">
              <a:avLst/>
            </a:prstGeom>
            <a:solidFill>
              <a:srgbClr val="FFFFFF"/>
            </a:solidFill>
            <a:ln w="79375" cap="flat">
              <a:solidFill>
                <a:schemeClr val="accent1"/>
              </a:solidFill>
              <a:prstDash val="solid"/>
              <a:round/>
            </a:ln>
            <a:effectLst>
              <a:outerShdw blurRad="38100" dist="23000" dir="5400000" rotWithShape="0">
                <a:srgbClr val="000000">
                  <a:alpha val="35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endParaRPr kumimoji="0" lang="en-AU" sz="1800" b="0" i="0" u="none" strike="noStrike" cap="none" spc="0" normalizeH="0" baseline="0">
                <a:ln>
                  <a:noFill/>
                </a:ln>
                <a:solidFill>
                  <a:srgbClr val="333333"/>
                </a:solidFill>
                <a:effectLst/>
                <a:uFillTx/>
                <a:latin typeface="+mn-lt"/>
                <a:ea typeface="+mn-ea"/>
                <a:cs typeface="+mn-cs"/>
                <a:sym typeface="Helvetica"/>
              </a:endParaRPr>
            </a:p>
          </p:txBody>
        </p:sp>
      </p:grpSp>
    </p:spTree>
    <p:extLst>
      <p:ext uri="{BB962C8B-B14F-4D97-AF65-F5344CB8AC3E}">
        <p14:creationId xmlns:p14="http://schemas.microsoft.com/office/powerpoint/2010/main" val="1773803927"/>
      </p:ext>
    </p:extLst>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AF9D8992-6E0B-8441-8410-D9B95F644C4E}"/>
              </a:ext>
            </a:extLst>
          </p:cNvPr>
          <p:cNvSpPr txBox="1"/>
          <p:nvPr/>
        </p:nvSpPr>
        <p:spPr>
          <a:xfrm>
            <a:off x="203831" y="2106308"/>
            <a:ext cx="2347755" cy="58477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45718" tIns="45718" rIns="45718" bIns="45718"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lang="en-AU" sz="3200" dirty="0"/>
              <a:t>s</a:t>
            </a:r>
            <a:r>
              <a:rPr kumimoji="0" lang="en-AU" sz="3200" b="0" i="0" u="none" strike="noStrike" cap="none" spc="0" normalizeH="0" baseline="0" dirty="0">
                <a:ln>
                  <a:noFill/>
                </a:ln>
                <a:solidFill>
                  <a:srgbClr val="333333"/>
                </a:solidFill>
                <a:effectLst/>
                <a:uFillTx/>
                <a:latin typeface="+mn-lt"/>
                <a:ea typeface="+mn-ea"/>
                <a:cs typeface="+mn-cs"/>
                <a:sym typeface="Helvetica"/>
              </a:rPr>
              <a:t>ales values</a:t>
            </a:r>
          </a:p>
        </p:txBody>
      </p:sp>
      <p:sp>
        <p:nvSpPr>
          <p:cNvPr id="7" name="TextBox 6">
            <a:extLst>
              <a:ext uri="{FF2B5EF4-FFF2-40B4-BE49-F238E27FC236}">
                <a16:creationId xmlns:a16="http://schemas.microsoft.com/office/drawing/2014/main" id="{A7BB4654-21AA-9840-AF90-DB8AE0C160B4}"/>
              </a:ext>
            </a:extLst>
          </p:cNvPr>
          <p:cNvSpPr txBox="1"/>
          <p:nvPr/>
        </p:nvSpPr>
        <p:spPr>
          <a:xfrm>
            <a:off x="6068482" y="2106307"/>
            <a:ext cx="2642707" cy="58477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45718" tIns="45718" rIns="45718" bIns="45718"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lang="en-AU" sz="3200" dirty="0"/>
              <a:t>average sales</a:t>
            </a:r>
            <a:endParaRPr kumimoji="0" lang="en-AU" sz="3200" b="0" i="0" u="none" strike="noStrike" cap="none" spc="0" normalizeH="0" baseline="0" dirty="0">
              <a:ln>
                <a:noFill/>
              </a:ln>
              <a:solidFill>
                <a:srgbClr val="333333"/>
              </a:solidFill>
              <a:effectLst/>
              <a:uFillTx/>
              <a:latin typeface="+mn-lt"/>
              <a:ea typeface="+mn-ea"/>
              <a:cs typeface="+mn-cs"/>
              <a:sym typeface="Helvetica"/>
            </a:endParaRPr>
          </a:p>
        </p:txBody>
      </p:sp>
      <p:sp>
        <p:nvSpPr>
          <p:cNvPr id="11" name="Rectangle 10">
            <a:extLst>
              <a:ext uri="{FF2B5EF4-FFF2-40B4-BE49-F238E27FC236}">
                <a16:creationId xmlns:a16="http://schemas.microsoft.com/office/drawing/2014/main" id="{0B14C5E8-B907-E142-8B7E-7D5F4BD443FF}"/>
              </a:ext>
            </a:extLst>
          </p:cNvPr>
          <p:cNvSpPr/>
          <p:nvPr/>
        </p:nvSpPr>
        <p:spPr>
          <a:xfrm>
            <a:off x="3588321" y="1708687"/>
            <a:ext cx="1276440" cy="2886628"/>
          </a:xfrm>
          <a:prstGeom prst="rect">
            <a:avLst/>
          </a:prstGeom>
          <a:solidFill>
            <a:srgbClr val="FFFFFF"/>
          </a:solidFill>
          <a:ln w="79375" cap="flat">
            <a:solidFill>
              <a:schemeClr val="accent1"/>
            </a:solidFill>
            <a:prstDash val="solid"/>
            <a:round/>
          </a:ln>
          <a:effectLst>
            <a:outerShdw blurRad="38100" dist="23000" dir="5400000" rotWithShape="0">
              <a:srgbClr val="000000">
                <a:alpha val="35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endParaRPr kumimoji="0" lang="en-AU" sz="1800" b="0" i="0" u="none" strike="noStrike" cap="none" spc="0" normalizeH="0" baseline="0">
              <a:ln>
                <a:noFill/>
              </a:ln>
              <a:solidFill>
                <a:srgbClr val="333333"/>
              </a:solidFill>
              <a:effectLst/>
              <a:uFillTx/>
              <a:latin typeface="+mn-lt"/>
              <a:ea typeface="+mn-ea"/>
              <a:cs typeface="+mn-cs"/>
              <a:sym typeface="Helvetica"/>
            </a:endParaRPr>
          </a:p>
        </p:txBody>
      </p:sp>
      <p:sp>
        <p:nvSpPr>
          <p:cNvPr id="8" name="TextBox 7">
            <a:extLst>
              <a:ext uri="{FF2B5EF4-FFF2-40B4-BE49-F238E27FC236}">
                <a16:creationId xmlns:a16="http://schemas.microsoft.com/office/drawing/2014/main" id="{1E48DE84-E456-D34D-986E-AE94F542DDF6}"/>
              </a:ext>
            </a:extLst>
          </p:cNvPr>
          <p:cNvSpPr txBox="1"/>
          <p:nvPr/>
        </p:nvSpPr>
        <p:spPr>
          <a:xfrm>
            <a:off x="1115941" y="3429000"/>
            <a:ext cx="1435645" cy="58477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45718" tIns="45718" rIns="45718" bIns="45718"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AU" sz="3200" b="0" i="0" u="none" strike="noStrike" cap="none" spc="0" normalizeH="0" baseline="0" dirty="0">
                <a:ln>
                  <a:noFill/>
                </a:ln>
                <a:solidFill>
                  <a:srgbClr val="333333"/>
                </a:solidFill>
                <a:effectLst/>
                <a:uFillTx/>
                <a:latin typeface="+mn-lt"/>
                <a:ea typeface="+mn-ea"/>
                <a:cs typeface="+mn-cs"/>
                <a:sym typeface="Helvetica"/>
              </a:rPr>
              <a:t>months</a:t>
            </a:r>
          </a:p>
        </p:txBody>
      </p:sp>
      <p:cxnSp>
        <p:nvCxnSpPr>
          <p:cNvPr id="14" name="Straight Arrow Connector 13">
            <a:extLst>
              <a:ext uri="{FF2B5EF4-FFF2-40B4-BE49-F238E27FC236}">
                <a16:creationId xmlns:a16="http://schemas.microsoft.com/office/drawing/2014/main" id="{74EB5799-3E6A-0148-AD78-CEF4D851C6AA}"/>
              </a:ext>
            </a:extLst>
          </p:cNvPr>
          <p:cNvCxnSpPr>
            <a:cxnSpLocks/>
          </p:cNvCxnSpPr>
          <p:nvPr/>
        </p:nvCxnSpPr>
        <p:spPr>
          <a:xfrm>
            <a:off x="4864761" y="3764723"/>
            <a:ext cx="994829" cy="0"/>
          </a:xfrm>
          <a:prstGeom prst="straightConnector1">
            <a:avLst/>
          </a:prstGeom>
          <a:noFill/>
          <a:ln w="50800" cap="flat">
            <a:solidFill>
              <a:schemeClr val="accent1"/>
            </a:solidFill>
            <a:prstDash val="solid"/>
            <a:round/>
            <a:tailEnd type="triangle"/>
          </a:ln>
          <a:effectLst>
            <a:outerShdw blurRad="38100" dist="23000" dir="5400000" rotWithShape="0">
              <a:srgbClr val="000000">
                <a:alpha val="35000"/>
              </a:srgbClr>
            </a:outerShdw>
          </a:effectLst>
          <a:sp3d/>
        </p:spPr>
        <p:style>
          <a:lnRef idx="0">
            <a:scrgbClr r="0" g="0" b="0"/>
          </a:lnRef>
          <a:fillRef idx="0">
            <a:scrgbClr r="0" g="0" b="0"/>
          </a:fillRef>
          <a:effectRef idx="0">
            <a:scrgbClr r="0" g="0" b="0"/>
          </a:effectRef>
          <a:fontRef idx="none"/>
        </p:style>
      </p:cxnSp>
      <p:sp>
        <p:nvSpPr>
          <p:cNvPr id="15" name="TextBox 14">
            <a:extLst>
              <a:ext uri="{FF2B5EF4-FFF2-40B4-BE49-F238E27FC236}">
                <a16:creationId xmlns:a16="http://schemas.microsoft.com/office/drawing/2014/main" id="{E2DCC5D3-C31A-D34F-A547-9EF80737408A}"/>
              </a:ext>
            </a:extLst>
          </p:cNvPr>
          <p:cNvSpPr txBox="1"/>
          <p:nvPr/>
        </p:nvSpPr>
        <p:spPr>
          <a:xfrm>
            <a:off x="6068482" y="3429000"/>
            <a:ext cx="3075518" cy="107721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45718" tIns="45718" rIns="45718" bIns="45718"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lang="en-AU" sz="3200" dirty="0"/>
              <a:t>plot of sales and</a:t>
            </a:r>
          </a:p>
          <a:p>
            <a:pPr marL="0" marR="0" indent="0" algn="l" defTabSz="914400" rtl="0" fontAlgn="auto" latinLnBrk="0" hangingPunct="0">
              <a:lnSpc>
                <a:spcPct val="100000"/>
              </a:lnSpc>
              <a:spcBef>
                <a:spcPts val="0"/>
              </a:spcBef>
              <a:spcAft>
                <a:spcPts val="0"/>
              </a:spcAft>
              <a:buClrTx/>
              <a:buSzTx/>
              <a:buFontTx/>
              <a:buNone/>
              <a:tabLst/>
            </a:pPr>
            <a:r>
              <a:rPr kumimoji="0" lang="en-AU" sz="3200" b="0" i="0" u="none" strike="noStrike" cap="none" spc="0" normalizeH="0" baseline="0" dirty="0">
                <a:ln>
                  <a:noFill/>
                </a:ln>
                <a:solidFill>
                  <a:srgbClr val="333333"/>
                </a:solidFill>
                <a:effectLst/>
                <a:uFillTx/>
                <a:latin typeface="+mn-lt"/>
                <a:ea typeface="+mn-ea"/>
                <a:cs typeface="+mn-cs"/>
                <a:sym typeface="Helvetica"/>
              </a:rPr>
              <a:t>month values</a:t>
            </a:r>
          </a:p>
        </p:txBody>
      </p:sp>
      <p:cxnSp>
        <p:nvCxnSpPr>
          <p:cNvPr id="16" name="Straight Arrow Connector 15">
            <a:extLst>
              <a:ext uri="{FF2B5EF4-FFF2-40B4-BE49-F238E27FC236}">
                <a16:creationId xmlns:a16="http://schemas.microsoft.com/office/drawing/2014/main" id="{3799D434-05E0-C64F-8189-A8D1260097E6}"/>
              </a:ext>
            </a:extLst>
          </p:cNvPr>
          <p:cNvCxnSpPr>
            <a:cxnSpLocks/>
          </p:cNvCxnSpPr>
          <p:nvPr/>
        </p:nvCxnSpPr>
        <p:spPr>
          <a:xfrm>
            <a:off x="4864761" y="2398695"/>
            <a:ext cx="994829" cy="0"/>
          </a:xfrm>
          <a:prstGeom prst="straightConnector1">
            <a:avLst/>
          </a:prstGeom>
          <a:noFill/>
          <a:ln w="50800" cap="flat">
            <a:solidFill>
              <a:schemeClr val="accent1"/>
            </a:solidFill>
            <a:prstDash val="solid"/>
            <a:round/>
            <a:tailEnd type="triangle"/>
          </a:ln>
          <a:effectLst>
            <a:outerShdw blurRad="38100" dist="23000" dir="5400000" rotWithShape="0">
              <a:srgbClr val="000000">
                <a:alpha val="35000"/>
              </a:srgbClr>
            </a:outerShdw>
          </a:effectLst>
          <a:sp3d/>
        </p:spPr>
        <p:style>
          <a:lnRef idx="0">
            <a:scrgbClr r="0" g="0" b="0"/>
          </a:lnRef>
          <a:fillRef idx="0">
            <a:scrgbClr r="0" g="0" b="0"/>
          </a:fillRef>
          <a:effectRef idx="0">
            <a:scrgbClr r="0" g="0" b="0"/>
          </a:effectRef>
          <a:fontRef idx="none"/>
        </p:style>
      </p:cxnSp>
      <p:cxnSp>
        <p:nvCxnSpPr>
          <p:cNvPr id="17" name="Straight Arrow Connector 16">
            <a:extLst>
              <a:ext uri="{FF2B5EF4-FFF2-40B4-BE49-F238E27FC236}">
                <a16:creationId xmlns:a16="http://schemas.microsoft.com/office/drawing/2014/main" id="{97DEA1C4-06CD-694C-85CF-CB38DB64AD14}"/>
              </a:ext>
            </a:extLst>
          </p:cNvPr>
          <p:cNvCxnSpPr>
            <a:cxnSpLocks/>
          </p:cNvCxnSpPr>
          <p:nvPr/>
        </p:nvCxnSpPr>
        <p:spPr>
          <a:xfrm>
            <a:off x="2593492" y="2398695"/>
            <a:ext cx="994829" cy="0"/>
          </a:xfrm>
          <a:prstGeom prst="straightConnector1">
            <a:avLst/>
          </a:prstGeom>
          <a:noFill/>
          <a:ln w="50800" cap="flat">
            <a:solidFill>
              <a:schemeClr val="accent1"/>
            </a:solidFill>
            <a:prstDash val="solid"/>
            <a:round/>
            <a:tailEnd type="triangle"/>
          </a:ln>
          <a:effectLst>
            <a:outerShdw blurRad="38100" dist="23000" dir="5400000" rotWithShape="0">
              <a:srgbClr val="000000">
                <a:alpha val="35000"/>
              </a:srgbClr>
            </a:outerShdw>
          </a:effectLst>
          <a:sp3d/>
        </p:spPr>
        <p:style>
          <a:lnRef idx="0">
            <a:scrgbClr r="0" g="0" b="0"/>
          </a:lnRef>
          <a:fillRef idx="0">
            <a:scrgbClr r="0" g="0" b="0"/>
          </a:fillRef>
          <a:effectRef idx="0">
            <a:scrgbClr r="0" g="0" b="0"/>
          </a:effectRef>
          <a:fontRef idx="none"/>
        </p:style>
      </p:cxnSp>
      <p:cxnSp>
        <p:nvCxnSpPr>
          <p:cNvPr id="18" name="Straight Arrow Connector 17">
            <a:extLst>
              <a:ext uri="{FF2B5EF4-FFF2-40B4-BE49-F238E27FC236}">
                <a16:creationId xmlns:a16="http://schemas.microsoft.com/office/drawing/2014/main" id="{5450EB8C-4C09-7947-8F07-8DAA184FA584}"/>
              </a:ext>
            </a:extLst>
          </p:cNvPr>
          <p:cNvCxnSpPr>
            <a:cxnSpLocks/>
          </p:cNvCxnSpPr>
          <p:nvPr/>
        </p:nvCxnSpPr>
        <p:spPr>
          <a:xfrm>
            <a:off x="2593492" y="3764723"/>
            <a:ext cx="994829" cy="0"/>
          </a:xfrm>
          <a:prstGeom prst="straightConnector1">
            <a:avLst/>
          </a:prstGeom>
          <a:noFill/>
          <a:ln w="50800" cap="flat">
            <a:solidFill>
              <a:schemeClr val="accent1"/>
            </a:solidFill>
            <a:prstDash val="solid"/>
            <a:round/>
            <a:tailEnd type="triangle"/>
          </a:ln>
          <a:effectLst>
            <a:outerShdw blurRad="38100" dist="23000" dir="5400000" rotWithShape="0">
              <a:srgbClr val="000000">
                <a:alpha val="35000"/>
              </a:srgbClr>
            </a:outerShdw>
          </a:effectLst>
          <a:sp3d/>
        </p:spPr>
        <p:style>
          <a:lnRef idx="0">
            <a:scrgbClr r="0" g="0" b="0"/>
          </a:lnRef>
          <a:fillRef idx="0">
            <a:scrgbClr r="0" g="0" b="0"/>
          </a:fillRef>
          <a:effectRef idx="0">
            <a:scrgbClr r="0" g="0" b="0"/>
          </a:effectRef>
          <a:fontRef idx="none"/>
        </p:style>
      </p:cxnSp>
    </p:spTree>
    <p:extLst>
      <p:ext uri="{BB962C8B-B14F-4D97-AF65-F5344CB8AC3E}">
        <p14:creationId xmlns:p14="http://schemas.microsoft.com/office/powerpoint/2010/main" val="2433640526"/>
      </p:ext>
    </p:extLst>
  </p:cSld>
  <p:clrMapOvr>
    <a:masterClrMapping/>
  </p:clrMapOvr>
  <p:transition spd="me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14C5E8-B907-E142-8B7E-7D5F4BD443FF}"/>
              </a:ext>
            </a:extLst>
          </p:cNvPr>
          <p:cNvSpPr/>
          <p:nvPr/>
        </p:nvSpPr>
        <p:spPr>
          <a:xfrm>
            <a:off x="2852452" y="1985686"/>
            <a:ext cx="3104283" cy="2886628"/>
          </a:xfrm>
          <a:prstGeom prst="rect">
            <a:avLst/>
          </a:prstGeom>
          <a:solidFill>
            <a:srgbClr val="FFFFFF"/>
          </a:solidFill>
          <a:ln w="79375" cap="flat">
            <a:solidFill>
              <a:schemeClr val="accent1"/>
            </a:solidFill>
            <a:prstDash val="solid"/>
            <a:round/>
          </a:ln>
          <a:effectLst>
            <a:outerShdw blurRad="38100" dist="23000" dir="5400000" rotWithShape="0">
              <a:srgbClr val="000000">
                <a:alpha val="35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endParaRPr kumimoji="0" lang="en-AU" sz="1800" b="0" i="0" u="none" strike="noStrike" cap="none" spc="0" normalizeH="0" baseline="0">
              <a:ln>
                <a:noFill/>
              </a:ln>
              <a:solidFill>
                <a:srgbClr val="333333"/>
              </a:solidFill>
              <a:effectLst/>
              <a:uFillTx/>
              <a:latin typeface="+mn-lt"/>
              <a:ea typeface="+mn-ea"/>
              <a:cs typeface="+mn-cs"/>
              <a:sym typeface="Helvetica"/>
            </a:endParaRPr>
          </a:p>
        </p:txBody>
      </p:sp>
      <p:sp>
        <p:nvSpPr>
          <p:cNvPr id="6" name="TextBox 5">
            <a:extLst>
              <a:ext uri="{FF2B5EF4-FFF2-40B4-BE49-F238E27FC236}">
                <a16:creationId xmlns:a16="http://schemas.microsoft.com/office/drawing/2014/main" id="{AF9D8992-6E0B-8441-8410-D9B95F644C4E}"/>
              </a:ext>
            </a:extLst>
          </p:cNvPr>
          <p:cNvSpPr txBox="1"/>
          <p:nvPr/>
        </p:nvSpPr>
        <p:spPr>
          <a:xfrm>
            <a:off x="3294034" y="3105836"/>
            <a:ext cx="2221117" cy="64632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45718" tIns="45718" rIns="45718" bIns="45718"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lang="en-AU" sz="3600" dirty="0"/>
              <a:t>a</a:t>
            </a:r>
            <a:r>
              <a:rPr kumimoji="0" lang="en-AU" sz="3600" b="0" i="0" u="none" strike="noStrike" cap="none" spc="0" normalizeH="0" baseline="0" dirty="0">
                <a:ln>
                  <a:noFill/>
                </a:ln>
                <a:solidFill>
                  <a:srgbClr val="333333"/>
                </a:solidFill>
                <a:effectLst/>
                <a:uFillTx/>
                <a:latin typeface="+mn-lt"/>
                <a:ea typeface="+mn-ea"/>
                <a:cs typeface="+mn-cs"/>
                <a:sym typeface="Helvetica"/>
              </a:rPr>
              <a:t>lgorithms</a:t>
            </a:r>
          </a:p>
        </p:txBody>
      </p:sp>
    </p:spTree>
    <p:extLst>
      <p:ext uri="{BB962C8B-B14F-4D97-AF65-F5344CB8AC3E}">
        <p14:creationId xmlns:p14="http://schemas.microsoft.com/office/powerpoint/2010/main" val="474724802"/>
      </p:ext>
    </p:extLst>
  </p:cSld>
  <p:clrMapOvr>
    <a:masterClrMapping/>
  </p:clrMapOvr>
  <p:transition spd="me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4F26865C-2F73-D244-843E-B17D78CB3FD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0850" y="211099"/>
            <a:ext cx="8242300" cy="4889500"/>
          </a:xfrm>
          <a:prstGeom prst="rect">
            <a:avLst/>
          </a:prstGeom>
        </p:spPr>
      </p:pic>
    </p:spTree>
    <p:extLst>
      <p:ext uri="{BB962C8B-B14F-4D97-AF65-F5344CB8AC3E}">
        <p14:creationId xmlns:p14="http://schemas.microsoft.com/office/powerpoint/2010/main" val="735810701"/>
      </p:ext>
    </p:extLst>
  </p:cSld>
  <p:clrMapOvr>
    <a:masterClrMapping/>
  </p:clrMapOvr>
  <p:transition spd="me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7" name="Curtin University would like to pay our respect to the Aboriginal and Torres Strait Islander members of our community by acknowledging the traditional owners of the land on which the Bentley Campus is located, the Wadjuk people of the Nyungar NNation; and on our Kalgoorlie Campus, the Wongutha people of the North-Eastern Goldfields."/>
          <p:cNvSpPr txBox="1">
            <a:spLocks noGrp="1"/>
          </p:cNvSpPr>
          <p:nvPr>
            <p:ph type="body" idx="1"/>
          </p:nvPr>
        </p:nvSpPr>
        <p:spPr>
          <a:xfrm>
            <a:off x="446448" y="2028825"/>
            <a:ext cx="8251104" cy="2800350"/>
          </a:xfrm>
          <a:prstGeom prst="rect">
            <a:avLst/>
          </a:prstGeom>
        </p:spPr>
        <p:txBody>
          <a:bodyPr>
            <a:noAutofit/>
          </a:bodyPr>
          <a:lstStyle>
            <a:lvl1pPr marL="0" indent="0">
              <a:buClrTx/>
              <a:buSzTx/>
              <a:buNone/>
            </a:lvl1pPr>
          </a:lstStyle>
          <a:p>
            <a:pPr algn="ctr"/>
            <a:r>
              <a:rPr lang="en-AU" sz="3200" dirty="0"/>
              <a:t>Is this algorithm, turning the pages, step by step, looking for the definition of “Programming” correct?</a:t>
            </a:r>
          </a:p>
        </p:txBody>
      </p:sp>
    </p:spTree>
    <p:extLst>
      <p:ext uri="{BB962C8B-B14F-4D97-AF65-F5344CB8AC3E}">
        <p14:creationId xmlns:p14="http://schemas.microsoft.com/office/powerpoint/2010/main" val="2600846435"/>
      </p:ext>
    </p:extLst>
  </p:cSld>
  <p:clrMapOvr>
    <a:masterClrMapping/>
  </p:clrMapOvr>
  <p:transition spd="me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7" name="Curtin University would like to pay our respect to the Aboriginal and Torres Strait Islander members of our community by acknowledging the traditional owners of the land on which the Bentley Campus is located, the Wadjuk people of the Nyungar NNation; and on our Kalgoorlie Campus, the Wongutha people of the North-Eastern Goldfields."/>
          <p:cNvSpPr txBox="1">
            <a:spLocks noGrp="1"/>
          </p:cNvSpPr>
          <p:nvPr>
            <p:ph type="body" idx="1"/>
          </p:nvPr>
        </p:nvSpPr>
        <p:spPr>
          <a:xfrm>
            <a:off x="446448" y="2028825"/>
            <a:ext cx="8251104" cy="2800350"/>
          </a:xfrm>
          <a:prstGeom prst="rect">
            <a:avLst/>
          </a:prstGeom>
        </p:spPr>
        <p:txBody>
          <a:bodyPr>
            <a:noAutofit/>
          </a:bodyPr>
          <a:lstStyle>
            <a:lvl1pPr marL="0" indent="0">
              <a:buClrTx/>
              <a:buSzTx/>
              <a:buNone/>
            </a:lvl1pPr>
          </a:lstStyle>
          <a:p>
            <a:pPr algn="ctr"/>
            <a:r>
              <a:rPr lang="en-AU" sz="3200" dirty="0"/>
              <a:t>Instead of looking for the definition one page at a time, lets do two, four, six, eight, pages at a time. It it is faster. Is this algorithm correct? </a:t>
            </a:r>
          </a:p>
        </p:txBody>
      </p:sp>
    </p:spTree>
    <p:extLst>
      <p:ext uri="{BB962C8B-B14F-4D97-AF65-F5344CB8AC3E}">
        <p14:creationId xmlns:p14="http://schemas.microsoft.com/office/powerpoint/2010/main" val="900260785"/>
      </p:ext>
    </p:extLst>
  </p:cSld>
  <p:clrMapOvr>
    <a:masterClrMapping/>
  </p:clrMapOvr>
  <p:transition spd="me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7" name="Curtin University would like to pay our respect to the Aboriginal and Torres Strait Islander members of our community by acknowledging the traditional owners of the land on which the Bentley Campus is located, the Wadjuk people of the Nyungar NNation; and on our Kalgoorlie Campus, the Wongutha people of the North-Eastern Goldfields."/>
          <p:cNvSpPr txBox="1">
            <a:spLocks noGrp="1"/>
          </p:cNvSpPr>
          <p:nvPr>
            <p:ph type="body" idx="1"/>
          </p:nvPr>
        </p:nvSpPr>
        <p:spPr>
          <a:xfrm>
            <a:off x="446448" y="2028825"/>
            <a:ext cx="8251104" cy="2800350"/>
          </a:xfrm>
          <a:prstGeom prst="rect">
            <a:avLst/>
          </a:prstGeom>
        </p:spPr>
        <p:txBody>
          <a:bodyPr>
            <a:noAutofit/>
          </a:bodyPr>
          <a:lstStyle>
            <a:lvl1pPr marL="0" indent="0">
              <a:buClrTx/>
              <a:buSzTx/>
              <a:buNone/>
            </a:lvl1pPr>
          </a:lstStyle>
          <a:p>
            <a:pPr algn="ctr"/>
            <a:r>
              <a:rPr lang="en-AU" sz="4000" dirty="0"/>
              <a:t>Pseudocode</a:t>
            </a:r>
          </a:p>
          <a:p>
            <a:pPr algn="ctr"/>
            <a:endParaRPr lang="en-AU" sz="4000" dirty="0"/>
          </a:p>
          <a:p>
            <a:pPr algn="ctr"/>
            <a:r>
              <a:rPr lang="en-AU" sz="1600" dirty="0"/>
              <a:t>The following example is inspired from Harvard’s CS50x </a:t>
            </a:r>
            <a:r>
              <a:rPr lang="en-AU" sz="1600" dirty="0" err="1"/>
              <a:t>OpenCourseWare</a:t>
            </a:r>
            <a:r>
              <a:rPr lang="en-AU" sz="1600" dirty="0"/>
              <a:t>, see https://cs50.harvard.edu/x/2021/weeks/0/</a:t>
            </a:r>
          </a:p>
        </p:txBody>
      </p:sp>
    </p:spTree>
    <p:extLst>
      <p:ext uri="{BB962C8B-B14F-4D97-AF65-F5344CB8AC3E}">
        <p14:creationId xmlns:p14="http://schemas.microsoft.com/office/powerpoint/2010/main" val="2749844301"/>
      </p:ext>
    </p:extLst>
  </p:cSld>
  <p:clrMapOvr>
    <a:masterClrMapping/>
  </p:clrMapOvr>
  <p:transition spd="me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7" name="Curtin University would like to pay our respect to the Aboriginal and Torres Strait Islander members of our community by acknowledging the traditional owners of the land on which the Bentley Campus is located, the Wadjuk people of the Nyungar NNation; and on our Kalgoorlie Campus, the Wongutha people of the North-Eastern Goldfields."/>
          <p:cNvSpPr txBox="1">
            <a:spLocks noGrp="1"/>
          </p:cNvSpPr>
          <p:nvPr>
            <p:ph type="body" idx="1"/>
          </p:nvPr>
        </p:nvSpPr>
        <p:spPr>
          <a:xfrm>
            <a:off x="4453453" y="560387"/>
            <a:ext cx="4690547" cy="5211336"/>
          </a:xfrm>
          <a:prstGeom prst="rect">
            <a:avLst/>
          </a:prstGeom>
        </p:spPr>
        <p:txBody>
          <a:bodyPr>
            <a:noAutofit/>
          </a:bodyPr>
          <a:lstStyle>
            <a:lvl1pPr marL="0" indent="0">
              <a:buClrTx/>
              <a:buSzTx/>
              <a:buNone/>
            </a:lvl1pPr>
          </a:lstStyle>
          <a:p>
            <a:r>
              <a:rPr lang="en-AU" sz="1800" dirty="0"/>
              <a:t>Pick up dictionary</a:t>
            </a:r>
          </a:p>
          <a:p>
            <a:r>
              <a:rPr lang="en-AU" sz="1800" dirty="0"/>
              <a:t>Open to middle of dictionary</a:t>
            </a:r>
          </a:p>
          <a:p>
            <a:r>
              <a:rPr lang="en-AU" sz="1800" dirty="0"/>
              <a:t>Look at page</a:t>
            </a:r>
          </a:p>
          <a:p>
            <a:r>
              <a:rPr lang="en-AU" sz="1800" dirty="0"/>
              <a:t>If word is on page</a:t>
            </a:r>
          </a:p>
          <a:p>
            <a:r>
              <a:rPr lang="en-AU" sz="1800" dirty="0"/>
              <a:t>    Read definition</a:t>
            </a:r>
          </a:p>
          <a:p>
            <a:r>
              <a:rPr lang="en-AU" sz="1800" dirty="0"/>
              <a:t>Else if word is earlier in book</a:t>
            </a:r>
          </a:p>
          <a:p>
            <a:r>
              <a:rPr lang="en-AU" sz="1800" dirty="0"/>
              <a:t>    Open to middle of left half of book</a:t>
            </a:r>
          </a:p>
          <a:p>
            <a:r>
              <a:rPr lang="en-AU" sz="1800" dirty="0"/>
              <a:t>    Go back to line 3</a:t>
            </a:r>
          </a:p>
          <a:p>
            <a:r>
              <a:rPr lang="en-AU" sz="1800" dirty="0"/>
              <a:t>Else if word is later in book</a:t>
            </a:r>
          </a:p>
          <a:p>
            <a:r>
              <a:rPr lang="en-AU" sz="1800" dirty="0"/>
              <a:t>    Open to middle of right half of book</a:t>
            </a:r>
          </a:p>
          <a:p>
            <a:r>
              <a:rPr lang="en-AU" sz="1800" dirty="0"/>
              <a:t>    Go back to line 3</a:t>
            </a:r>
          </a:p>
          <a:p>
            <a:r>
              <a:rPr lang="en-AU" sz="1800" dirty="0"/>
              <a:t>Else</a:t>
            </a:r>
          </a:p>
          <a:p>
            <a:r>
              <a:rPr lang="en-AU" sz="1800" dirty="0"/>
              <a:t>    Quit</a:t>
            </a:r>
          </a:p>
        </p:txBody>
      </p:sp>
      <p:sp>
        <p:nvSpPr>
          <p:cNvPr id="3" name="Title 1">
            <a:extLst>
              <a:ext uri="{FF2B5EF4-FFF2-40B4-BE49-F238E27FC236}">
                <a16:creationId xmlns:a16="http://schemas.microsoft.com/office/drawing/2014/main" id="{E79D1453-5A12-2644-8A35-370C9F2F6E55}"/>
              </a:ext>
            </a:extLst>
          </p:cNvPr>
          <p:cNvSpPr>
            <a:spLocks noGrp="1"/>
          </p:cNvSpPr>
          <p:nvPr>
            <p:ph type="title"/>
          </p:nvPr>
        </p:nvSpPr>
        <p:spPr>
          <a:xfrm>
            <a:off x="468312" y="560387"/>
            <a:ext cx="8207376" cy="996951"/>
          </a:xfrm>
        </p:spPr>
        <p:txBody>
          <a:bodyPr/>
          <a:lstStyle/>
          <a:p>
            <a:r>
              <a:rPr lang="en-AU" dirty="0"/>
              <a:t>Pseudocode</a:t>
            </a:r>
          </a:p>
        </p:txBody>
      </p:sp>
    </p:spTree>
    <p:extLst>
      <p:ext uri="{BB962C8B-B14F-4D97-AF65-F5344CB8AC3E}">
        <p14:creationId xmlns:p14="http://schemas.microsoft.com/office/powerpoint/2010/main" val="3106622395"/>
      </p:ext>
    </p:extLst>
  </p:cSld>
  <p:clrMapOvr>
    <a:masterClrMapping/>
  </p:clrMapOvr>
  <p:transition spd="me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7" name="Curtin University would like to pay our respect to the Aboriginal and Torres Strait Islander members of our community by acknowledging the traditional owners of the land on which the Bentley Campus is located, the Wadjuk people of the Nyungar NNation; and on our Kalgoorlie Campus, the Wongutha people of the North-Eastern Goldfields."/>
          <p:cNvSpPr txBox="1">
            <a:spLocks noGrp="1"/>
          </p:cNvSpPr>
          <p:nvPr>
            <p:ph type="body" idx="1"/>
          </p:nvPr>
        </p:nvSpPr>
        <p:spPr>
          <a:xfrm>
            <a:off x="4453453" y="560387"/>
            <a:ext cx="4690547" cy="5211336"/>
          </a:xfrm>
          <a:prstGeom prst="rect">
            <a:avLst/>
          </a:prstGeom>
        </p:spPr>
        <p:txBody>
          <a:bodyPr>
            <a:noAutofit/>
          </a:bodyPr>
          <a:lstStyle>
            <a:lvl1pPr marL="0" indent="0">
              <a:buClrTx/>
              <a:buSzTx/>
              <a:buNone/>
            </a:lvl1pPr>
          </a:lstStyle>
          <a:p>
            <a:r>
              <a:rPr lang="en-AU" sz="1800" b="1" dirty="0">
                <a:highlight>
                  <a:srgbClr val="FFFF00"/>
                </a:highlight>
              </a:rPr>
              <a:t>Pick up </a:t>
            </a:r>
            <a:r>
              <a:rPr lang="en-AU" sz="1800" dirty="0"/>
              <a:t>dictionary</a:t>
            </a:r>
          </a:p>
          <a:p>
            <a:r>
              <a:rPr lang="en-AU" sz="1800" b="1" dirty="0">
                <a:highlight>
                  <a:srgbClr val="FFFF00"/>
                </a:highlight>
              </a:rPr>
              <a:t>Open to </a:t>
            </a:r>
            <a:r>
              <a:rPr lang="en-AU" sz="1800" dirty="0"/>
              <a:t>middle of dictionary</a:t>
            </a:r>
          </a:p>
          <a:p>
            <a:r>
              <a:rPr lang="en-AU" sz="1800" b="1" dirty="0">
                <a:highlight>
                  <a:srgbClr val="FFFF00"/>
                </a:highlight>
              </a:rPr>
              <a:t>Look at</a:t>
            </a:r>
            <a:r>
              <a:rPr lang="en-AU" sz="1800" dirty="0">
                <a:highlight>
                  <a:srgbClr val="FFFF00"/>
                </a:highlight>
              </a:rPr>
              <a:t> </a:t>
            </a:r>
            <a:r>
              <a:rPr lang="en-AU" sz="1800" dirty="0"/>
              <a:t>page</a:t>
            </a:r>
          </a:p>
          <a:p>
            <a:r>
              <a:rPr lang="en-AU" sz="1800" dirty="0"/>
              <a:t>If word is on page</a:t>
            </a:r>
          </a:p>
          <a:p>
            <a:r>
              <a:rPr lang="en-AU" sz="1800" dirty="0"/>
              <a:t>    </a:t>
            </a:r>
            <a:r>
              <a:rPr lang="en-AU" sz="1800" b="1" dirty="0">
                <a:highlight>
                  <a:srgbClr val="FFFF00"/>
                </a:highlight>
              </a:rPr>
              <a:t>Read</a:t>
            </a:r>
            <a:r>
              <a:rPr lang="en-AU" sz="1800" dirty="0"/>
              <a:t> definition</a:t>
            </a:r>
          </a:p>
          <a:p>
            <a:r>
              <a:rPr lang="en-AU" sz="1800" dirty="0"/>
              <a:t>Else if word is earlier in book</a:t>
            </a:r>
          </a:p>
          <a:p>
            <a:r>
              <a:rPr lang="en-AU" sz="1800" dirty="0"/>
              <a:t>    </a:t>
            </a:r>
            <a:r>
              <a:rPr lang="en-AU" sz="1800" b="1" dirty="0">
                <a:highlight>
                  <a:srgbClr val="FFFF00"/>
                </a:highlight>
              </a:rPr>
              <a:t>Open to </a:t>
            </a:r>
            <a:r>
              <a:rPr lang="en-AU" sz="1800" dirty="0"/>
              <a:t>middle of left half of book</a:t>
            </a:r>
          </a:p>
          <a:p>
            <a:r>
              <a:rPr lang="en-AU" sz="1800" dirty="0"/>
              <a:t>    Go back to line 3</a:t>
            </a:r>
          </a:p>
          <a:p>
            <a:r>
              <a:rPr lang="en-AU" sz="1800" dirty="0"/>
              <a:t>Else if word is later in book</a:t>
            </a:r>
          </a:p>
          <a:p>
            <a:r>
              <a:rPr lang="en-AU" sz="1800" dirty="0"/>
              <a:t>    </a:t>
            </a:r>
            <a:r>
              <a:rPr lang="en-AU" sz="1800" b="1" dirty="0">
                <a:highlight>
                  <a:srgbClr val="FFFF00"/>
                </a:highlight>
              </a:rPr>
              <a:t>Open to </a:t>
            </a:r>
            <a:r>
              <a:rPr lang="en-AU" sz="1800" dirty="0"/>
              <a:t>middle of right half of book</a:t>
            </a:r>
          </a:p>
          <a:p>
            <a:r>
              <a:rPr lang="en-AU" sz="1800" dirty="0"/>
              <a:t>    Go back to line 3</a:t>
            </a:r>
          </a:p>
          <a:p>
            <a:r>
              <a:rPr lang="en-AU" sz="1800" dirty="0"/>
              <a:t>Else</a:t>
            </a:r>
          </a:p>
          <a:p>
            <a:r>
              <a:rPr lang="en-AU" sz="1800" dirty="0"/>
              <a:t>    </a:t>
            </a:r>
            <a:r>
              <a:rPr lang="en-AU" sz="1800" b="1" dirty="0">
                <a:highlight>
                  <a:srgbClr val="FFFF00"/>
                </a:highlight>
              </a:rPr>
              <a:t>Quit</a:t>
            </a:r>
          </a:p>
        </p:txBody>
      </p:sp>
      <p:sp>
        <p:nvSpPr>
          <p:cNvPr id="3" name="Title 1">
            <a:extLst>
              <a:ext uri="{FF2B5EF4-FFF2-40B4-BE49-F238E27FC236}">
                <a16:creationId xmlns:a16="http://schemas.microsoft.com/office/drawing/2014/main" id="{89D84871-998D-5F4E-B0EF-D572F78E551A}"/>
              </a:ext>
            </a:extLst>
          </p:cNvPr>
          <p:cNvSpPr>
            <a:spLocks noGrp="1"/>
          </p:cNvSpPr>
          <p:nvPr>
            <p:ph type="title"/>
          </p:nvPr>
        </p:nvSpPr>
        <p:spPr>
          <a:xfrm>
            <a:off x="468312" y="560387"/>
            <a:ext cx="8207376" cy="996951"/>
          </a:xfrm>
        </p:spPr>
        <p:txBody>
          <a:bodyPr/>
          <a:lstStyle/>
          <a:p>
            <a:r>
              <a:rPr lang="en-AU" dirty="0"/>
              <a:t>Functions</a:t>
            </a:r>
          </a:p>
        </p:txBody>
      </p:sp>
    </p:spTree>
    <p:extLst>
      <p:ext uri="{BB962C8B-B14F-4D97-AF65-F5344CB8AC3E}">
        <p14:creationId xmlns:p14="http://schemas.microsoft.com/office/powerpoint/2010/main" val="1424687585"/>
      </p:ext>
    </p:extLst>
  </p:cSld>
  <p:clrMapOvr>
    <a:masterClrMapping/>
  </p:clrMapOvr>
  <p:transition spd="me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7" name="Curtin University would like to pay our respect to the Aboriginal and Torres Strait Islander members of our community by acknowledging the traditional owners of the land on which the Bentley Campus is located, the Wadjuk people of the Nyungar NNation; and on our Kalgoorlie Campus, the Wongutha people of the North-Eastern Goldfields."/>
          <p:cNvSpPr txBox="1">
            <a:spLocks noGrp="1"/>
          </p:cNvSpPr>
          <p:nvPr>
            <p:ph type="body" idx="1"/>
          </p:nvPr>
        </p:nvSpPr>
        <p:spPr>
          <a:xfrm>
            <a:off x="4453453" y="560387"/>
            <a:ext cx="4690547" cy="5263375"/>
          </a:xfrm>
          <a:prstGeom prst="rect">
            <a:avLst/>
          </a:prstGeom>
        </p:spPr>
        <p:txBody>
          <a:bodyPr>
            <a:noAutofit/>
          </a:bodyPr>
          <a:lstStyle>
            <a:lvl1pPr marL="0" indent="0">
              <a:buClrTx/>
              <a:buSzTx/>
              <a:buNone/>
            </a:lvl1pPr>
          </a:lstStyle>
          <a:p>
            <a:r>
              <a:rPr lang="en-AU" sz="1800" dirty="0"/>
              <a:t>Pick up dictionary</a:t>
            </a:r>
          </a:p>
          <a:p>
            <a:r>
              <a:rPr lang="en-AU" sz="1800" dirty="0"/>
              <a:t>Open to middle of dictionary</a:t>
            </a:r>
          </a:p>
          <a:p>
            <a:r>
              <a:rPr lang="en-AU" sz="1800" dirty="0"/>
              <a:t>Look at page</a:t>
            </a:r>
          </a:p>
          <a:p>
            <a:r>
              <a:rPr lang="en-AU" sz="1800" b="1" dirty="0">
                <a:highlight>
                  <a:srgbClr val="FFFF00"/>
                </a:highlight>
              </a:rPr>
              <a:t>If</a:t>
            </a:r>
            <a:r>
              <a:rPr lang="en-AU" sz="1800" dirty="0"/>
              <a:t> word is on page</a:t>
            </a:r>
          </a:p>
          <a:p>
            <a:r>
              <a:rPr lang="en-AU" sz="1800" dirty="0"/>
              <a:t>    read definition</a:t>
            </a:r>
          </a:p>
          <a:p>
            <a:r>
              <a:rPr lang="en-AU" sz="1800" b="1" dirty="0">
                <a:highlight>
                  <a:srgbClr val="FFFF00"/>
                </a:highlight>
              </a:rPr>
              <a:t>Else if</a:t>
            </a:r>
            <a:r>
              <a:rPr lang="en-AU" sz="1800" dirty="0">
                <a:highlight>
                  <a:srgbClr val="FFFF00"/>
                </a:highlight>
              </a:rPr>
              <a:t> </a:t>
            </a:r>
            <a:r>
              <a:rPr lang="en-AU" sz="1800" dirty="0"/>
              <a:t>word is earlier in book</a:t>
            </a:r>
          </a:p>
          <a:p>
            <a:r>
              <a:rPr lang="en-AU" sz="1800" dirty="0"/>
              <a:t>    Open to middle of left half of book</a:t>
            </a:r>
          </a:p>
          <a:p>
            <a:r>
              <a:rPr lang="en-AU" sz="1800" dirty="0"/>
              <a:t>    Go back to line 3</a:t>
            </a:r>
          </a:p>
          <a:p>
            <a:r>
              <a:rPr lang="en-AU" sz="1800" b="1" dirty="0">
                <a:highlight>
                  <a:srgbClr val="FFFF00"/>
                </a:highlight>
              </a:rPr>
              <a:t>Else if</a:t>
            </a:r>
            <a:r>
              <a:rPr lang="en-AU" sz="1800" dirty="0">
                <a:highlight>
                  <a:srgbClr val="FFFF00"/>
                </a:highlight>
              </a:rPr>
              <a:t> </a:t>
            </a:r>
            <a:r>
              <a:rPr lang="en-AU" sz="1800" dirty="0"/>
              <a:t>word is later in book</a:t>
            </a:r>
          </a:p>
          <a:p>
            <a:r>
              <a:rPr lang="en-AU" sz="1800" dirty="0"/>
              <a:t>    Open to middle of right half of book</a:t>
            </a:r>
          </a:p>
          <a:p>
            <a:r>
              <a:rPr lang="en-AU" sz="1800" dirty="0"/>
              <a:t>    Go back to line 3</a:t>
            </a:r>
          </a:p>
          <a:p>
            <a:r>
              <a:rPr lang="en-AU" sz="1800" b="1" dirty="0">
                <a:highlight>
                  <a:srgbClr val="FFFF00"/>
                </a:highlight>
              </a:rPr>
              <a:t>Else</a:t>
            </a:r>
          </a:p>
          <a:p>
            <a:r>
              <a:rPr lang="en-AU" sz="1800" dirty="0"/>
              <a:t>    Quit</a:t>
            </a:r>
          </a:p>
        </p:txBody>
      </p:sp>
      <p:sp>
        <p:nvSpPr>
          <p:cNvPr id="3" name="Title 1">
            <a:extLst>
              <a:ext uri="{FF2B5EF4-FFF2-40B4-BE49-F238E27FC236}">
                <a16:creationId xmlns:a16="http://schemas.microsoft.com/office/drawing/2014/main" id="{59D2C80A-40FD-D243-BC28-D760EA730074}"/>
              </a:ext>
            </a:extLst>
          </p:cNvPr>
          <p:cNvSpPr>
            <a:spLocks noGrp="1"/>
          </p:cNvSpPr>
          <p:nvPr>
            <p:ph type="title"/>
          </p:nvPr>
        </p:nvSpPr>
        <p:spPr>
          <a:xfrm>
            <a:off x="468312" y="560387"/>
            <a:ext cx="8207376" cy="996951"/>
          </a:xfrm>
        </p:spPr>
        <p:txBody>
          <a:bodyPr/>
          <a:lstStyle/>
          <a:p>
            <a:r>
              <a:rPr lang="en-AU" dirty="0"/>
              <a:t>Selection</a:t>
            </a:r>
          </a:p>
        </p:txBody>
      </p:sp>
    </p:spTree>
    <p:extLst>
      <p:ext uri="{BB962C8B-B14F-4D97-AF65-F5344CB8AC3E}">
        <p14:creationId xmlns:p14="http://schemas.microsoft.com/office/powerpoint/2010/main" val="1736334609"/>
      </p:ext>
    </p:extLst>
  </p:cSld>
  <p:clrMapOvr>
    <a:masterClrMapping/>
  </p:clrMapOvr>
  <p:transition spd="me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7" name="Curtin University would like to pay our respect to the Aboriginal and Torres Strait Islander members of our community by acknowledging the traditional owners of the land on which the Bentley Campus is located, the Wadjuk people of the Nyungar NNation; and on our Kalgoorlie Campus, the Wongutha people of the North-Eastern Goldfields."/>
          <p:cNvSpPr txBox="1">
            <a:spLocks noGrp="1"/>
          </p:cNvSpPr>
          <p:nvPr>
            <p:ph type="body" idx="1"/>
          </p:nvPr>
        </p:nvSpPr>
        <p:spPr>
          <a:xfrm>
            <a:off x="4453453" y="560387"/>
            <a:ext cx="4690547" cy="5263375"/>
          </a:xfrm>
          <a:prstGeom prst="rect">
            <a:avLst/>
          </a:prstGeom>
        </p:spPr>
        <p:txBody>
          <a:bodyPr>
            <a:noAutofit/>
          </a:bodyPr>
          <a:lstStyle>
            <a:lvl1pPr marL="0" indent="0">
              <a:buClrTx/>
              <a:buSzTx/>
              <a:buNone/>
            </a:lvl1pPr>
          </a:lstStyle>
          <a:p>
            <a:r>
              <a:rPr lang="en-AU" sz="1800" dirty="0"/>
              <a:t>Pick up dictionary</a:t>
            </a:r>
          </a:p>
          <a:p>
            <a:r>
              <a:rPr lang="en-AU" sz="1800" dirty="0"/>
              <a:t>Open to middle of dictionary</a:t>
            </a:r>
          </a:p>
          <a:p>
            <a:r>
              <a:rPr lang="en-AU" sz="1800" dirty="0"/>
              <a:t>Look at page</a:t>
            </a:r>
          </a:p>
          <a:p>
            <a:r>
              <a:rPr lang="en-AU" sz="1800" dirty="0"/>
              <a:t>If </a:t>
            </a:r>
            <a:r>
              <a:rPr lang="en-AU" sz="1800" b="1" dirty="0">
                <a:highlight>
                  <a:srgbClr val="FFFF00"/>
                </a:highlight>
              </a:rPr>
              <a:t>word is on page</a:t>
            </a:r>
          </a:p>
          <a:p>
            <a:r>
              <a:rPr lang="en-AU" sz="1800" dirty="0"/>
              <a:t>    read definition</a:t>
            </a:r>
          </a:p>
          <a:p>
            <a:r>
              <a:rPr lang="en-AU" sz="1800" dirty="0"/>
              <a:t>Else if </a:t>
            </a:r>
            <a:r>
              <a:rPr lang="en-AU" sz="1800" b="1" dirty="0">
                <a:highlight>
                  <a:srgbClr val="FFFF00"/>
                </a:highlight>
              </a:rPr>
              <a:t>word is earlier in book</a:t>
            </a:r>
          </a:p>
          <a:p>
            <a:r>
              <a:rPr lang="en-AU" sz="1800" dirty="0"/>
              <a:t>    Open to middle of left half of book</a:t>
            </a:r>
          </a:p>
          <a:p>
            <a:r>
              <a:rPr lang="en-AU" sz="1800" dirty="0"/>
              <a:t>    Go back to line 3</a:t>
            </a:r>
          </a:p>
          <a:p>
            <a:r>
              <a:rPr lang="en-AU" sz="1800" dirty="0"/>
              <a:t>Else if </a:t>
            </a:r>
            <a:r>
              <a:rPr lang="en-AU" sz="1800" b="1" dirty="0">
                <a:highlight>
                  <a:srgbClr val="FFFF00"/>
                </a:highlight>
              </a:rPr>
              <a:t>word is later in book</a:t>
            </a:r>
            <a:endParaRPr lang="en-AU" sz="1800" dirty="0">
              <a:highlight>
                <a:srgbClr val="FFFF00"/>
              </a:highlight>
            </a:endParaRPr>
          </a:p>
          <a:p>
            <a:r>
              <a:rPr lang="en-AU" sz="1800" dirty="0"/>
              <a:t>    Open to middle of right half of book</a:t>
            </a:r>
          </a:p>
          <a:p>
            <a:r>
              <a:rPr lang="en-AU" sz="1800" dirty="0"/>
              <a:t>    Go back to line 3</a:t>
            </a:r>
          </a:p>
          <a:p>
            <a:r>
              <a:rPr lang="en-AU" sz="1800" dirty="0"/>
              <a:t>Else</a:t>
            </a:r>
          </a:p>
          <a:p>
            <a:r>
              <a:rPr lang="en-AU" sz="1800" dirty="0"/>
              <a:t>    Quit</a:t>
            </a:r>
          </a:p>
        </p:txBody>
      </p:sp>
      <p:sp>
        <p:nvSpPr>
          <p:cNvPr id="3" name="Title 1">
            <a:extLst>
              <a:ext uri="{FF2B5EF4-FFF2-40B4-BE49-F238E27FC236}">
                <a16:creationId xmlns:a16="http://schemas.microsoft.com/office/drawing/2014/main" id="{DC261B20-CD18-374A-910C-46F23C0C87F2}"/>
              </a:ext>
            </a:extLst>
          </p:cNvPr>
          <p:cNvSpPr>
            <a:spLocks noGrp="1"/>
          </p:cNvSpPr>
          <p:nvPr>
            <p:ph type="title"/>
          </p:nvPr>
        </p:nvSpPr>
        <p:spPr>
          <a:xfrm>
            <a:off x="468312" y="560387"/>
            <a:ext cx="8207376" cy="996951"/>
          </a:xfrm>
        </p:spPr>
        <p:txBody>
          <a:bodyPr/>
          <a:lstStyle/>
          <a:p>
            <a:r>
              <a:rPr lang="en-AU" dirty="0"/>
              <a:t>Boolean Expressions</a:t>
            </a:r>
          </a:p>
        </p:txBody>
      </p:sp>
    </p:spTree>
    <p:extLst>
      <p:ext uri="{BB962C8B-B14F-4D97-AF65-F5344CB8AC3E}">
        <p14:creationId xmlns:p14="http://schemas.microsoft.com/office/powerpoint/2010/main" val="3796652117"/>
      </p:ext>
    </p:extLst>
  </p:cSld>
  <p:clrMapOvr>
    <a:masterClrMapping/>
  </p:clrMapOvr>
  <p:transition spd="me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7" name="Curtin University would like to pay our respect to the Aboriginal and Torres Strait Islander members of our community by acknowledging the traditional owners of the land on which the Bentley Campus is located, the Wadjuk people of the Nyungar NNation; and on our Kalgoorlie Campus, the Wongutha people of the North-Eastern Goldfields."/>
          <p:cNvSpPr txBox="1">
            <a:spLocks noGrp="1"/>
          </p:cNvSpPr>
          <p:nvPr>
            <p:ph type="body" idx="1"/>
          </p:nvPr>
        </p:nvSpPr>
        <p:spPr>
          <a:xfrm>
            <a:off x="4453453" y="560387"/>
            <a:ext cx="4690547" cy="5263375"/>
          </a:xfrm>
          <a:prstGeom prst="rect">
            <a:avLst/>
          </a:prstGeom>
        </p:spPr>
        <p:txBody>
          <a:bodyPr>
            <a:noAutofit/>
          </a:bodyPr>
          <a:lstStyle>
            <a:lvl1pPr marL="0" indent="0">
              <a:buClrTx/>
              <a:buSzTx/>
              <a:buNone/>
            </a:lvl1pPr>
          </a:lstStyle>
          <a:p>
            <a:r>
              <a:rPr lang="en-AU" sz="1800" dirty="0"/>
              <a:t>Pick up dictionary</a:t>
            </a:r>
          </a:p>
          <a:p>
            <a:r>
              <a:rPr lang="en-AU" sz="1800" dirty="0"/>
              <a:t>Open to middle of dictionary</a:t>
            </a:r>
          </a:p>
          <a:p>
            <a:r>
              <a:rPr lang="en-AU" sz="1800" dirty="0"/>
              <a:t>Look at page</a:t>
            </a:r>
          </a:p>
          <a:p>
            <a:r>
              <a:rPr lang="en-AU" sz="1800" dirty="0"/>
              <a:t>If word is on page</a:t>
            </a:r>
          </a:p>
          <a:p>
            <a:r>
              <a:rPr lang="en-AU" sz="1800" dirty="0"/>
              <a:t>    read definition</a:t>
            </a:r>
          </a:p>
          <a:p>
            <a:r>
              <a:rPr lang="en-AU" sz="1800" dirty="0"/>
              <a:t>Else if word is earlier in book</a:t>
            </a:r>
          </a:p>
          <a:p>
            <a:r>
              <a:rPr lang="en-AU" sz="1800" dirty="0"/>
              <a:t>    Open to middle of left half of book</a:t>
            </a:r>
          </a:p>
          <a:p>
            <a:r>
              <a:rPr lang="en-AU" sz="1800" dirty="0"/>
              <a:t>    </a:t>
            </a:r>
            <a:r>
              <a:rPr lang="en-AU" sz="1800" b="1" dirty="0">
                <a:highlight>
                  <a:srgbClr val="FFFF00"/>
                </a:highlight>
              </a:rPr>
              <a:t>Go back to line 3</a:t>
            </a:r>
          </a:p>
          <a:p>
            <a:r>
              <a:rPr lang="en-AU" sz="1800" dirty="0"/>
              <a:t>Else if word is later in book</a:t>
            </a:r>
          </a:p>
          <a:p>
            <a:r>
              <a:rPr lang="en-AU" sz="1800" dirty="0"/>
              <a:t>    Open to middle of right half of book</a:t>
            </a:r>
          </a:p>
          <a:p>
            <a:r>
              <a:rPr lang="en-AU" sz="1800" dirty="0"/>
              <a:t>    </a:t>
            </a:r>
            <a:r>
              <a:rPr lang="en-AU" sz="1800" b="1" dirty="0">
                <a:highlight>
                  <a:srgbClr val="FFFF00"/>
                </a:highlight>
              </a:rPr>
              <a:t>Go back to line 3</a:t>
            </a:r>
          </a:p>
          <a:p>
            <a:r>
              <a:rPr lang="en-AU" sz="1800" dirty="0"/>
              <a:t>Else</a:t>
            </a:r>
          </a:p>
          <a:p>
            <a:r>
              <a:rPr lang="en-AU" sz="1800" dirty="0"/>
              <a:t>    Quit</a:t>
            </a:r>
          </a:p>
        </p:txBody>
      </p:sp>
      <p:sp>
        <p:nvSpPr>
          <p:cNvPr id="3" name="Title 1">
            <a:extLst>
              <a:ext uri="{FF2B5EF4-FFF2-40B4-BE49-F238E27FC236}">
                <a16:creationId xmlns:a16="http://schemas.microsoft.com/office/drawing/2014/main" id="{33F5EC90-6857-E649-92C1-6E6507B4095C}"/>
              </a:ext>
            </a:extLst>
          </p:cNvPr>
          <p:cNvSpPr>
            <a:spLocks noGrp="1"/>
          </p:cNvSpPr>
          <p:nvPr>
            <p:ph type="title"/>
          </p:nvPr>
        </p:nvSpPr>
        <p:spPr>
          <a:xfrm>
            <a:off x="468312" y="560387"/>
            <a:ext cx="8207376" cy="996951"/>
          </a:xfrm>
        </p:spPr>
        <p:txBody>
          <a:bodyPr/>
          <a:lstStyle/>
          <a:p>
            <a:r>
              <a:rPr lang="en-AU" dirty="0"/>
              <a:t>Loops</a:t>
            </a:r>
          </a:p>
        </p:txBody>
      </p:sp>
    </p:spTree>
    <p:extLst>
      <p:ext uri="{BB962C8B-B14F-4D97-AF65-F5344CB8AC3E}">
        <p14:creationId xmlns:p14="http://schemas.microsoft.com/office/powerpoint/2010/main" val="532603127"/>
      </p:ext>
    </p:extLst>
  </p:cSld>
  <p:clrMapOvr>
    <a:masterClrMapping/>
  </p:clrMapOvr>
  <p:transition spd="me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8FB6F2-5A6F-D344-ACAF-29E770D4138B}"/>
              </a:ext>
            </a:extLst>
          </p:cNvPr>
          <p:cNvSpPr>
            <a:spLocks noGrp="1"/>
          </p:cNvSpPr>
          <p:nvPr>
            <p:ph type="title"/>
          </p:nvPr>
        </p:nvSpPr>
        <p:spPr/>
        <p:txBody>
          <a:bodyPr/>
          <a:lstStyle/>
          <a:p>
            <a:r>
              <a:rPr lang="en-AU" dirty="0"/>
              <a:t>Programming</a:t>
            </a:r>
          </a:p>
        </p:txBody>
      </p:sp>
      <p:sp>
        <p:nvSpPr>
          <p:cNvPr id="3" name="Text Placeholder 2">
            <a:extLst>
              <a:ext uri="{FF2B5EF4-FFF2-40B4-BE49-F238E27FC236}">
                <a16:creationId xmlns:a16="http://schemas.microsoft.com/office/drawing/2014/main" id="{47DB1332-E7BE-BC49-865D-7B7D259DCF80}"/>
              </a:ext>
            </a:extLst>
          </p:cNvPr>
          <p:cNvSpPr>
            <a:spLocks noGrp="1"/>
          </p:cNvSpPr>
          <p:nvPr>
            <p:ph type="body" idx="1"/>
          </p:nvPr>
        </p:nvSpPr>
        <p:spPr/>
        <p:txBody>
          <a:bodyPr/>
          <a:lstStyle/>
          <a:p>
            <a:r>
              <a:rPr lang="en-AU" dirty="0"/>
              <a:t>Input/Output</a:t>
            </a:r>
          </a:p>
          <a:p>
            <a:r>
              <a:rPr lang="en-AU" dirty="0"/>
              <a:t>Algorithms</a:t>
            </a:r>
          </a:p>
          <a:p>
            <a:r>
              <a:rPr lang="en-AU" dirty="0"/>
              <a:t>Pseudocode</a:t>
            </a:r>
          </a:p>
          <a:p>
            <a:r>
              <a:rPr lang="en-AU" dirty="0"/>
              <a:t>Functions</a:t>
            </a:r>
          </a:p>
          <a:p>
            <a:r>
              <a:rPr lang="en-AU" dirty="0"/>
              <a:t>Conditions</a:t>
            </a:r>
          </a:p>
          <a:p>
            <a:r>
              <a:rPr lang="en-AU" dirty="0"/>
              <a:t>Boolean expressions</a:t>
            </a:r>
          </a:p>
          <a:p>
            <a:r>
              <a:rPr lang="en-AU" dirty="0"/>
              <a:t>Loops</a:t>
            </a:r>
          </a:p>
        </p:txBody>
      </p:sp>
    </p:spTree>
    <p:extLst>
      <p:ext uri="{BB962C8B-B14F-4D97-AF65-F5344CB8AC3E}">
        <p14:creationId xmlns:p14="http://schemas.microsoft.com/office/powerpoint/2010/main" val="1400238840"/>
      </p:ext>
    </p:extLst>
  </p:cSld>
  <p:clrMapOvr>
    <a:masterClrMapping/>
  </p:clrMapOvr>
  <p:transition spd="me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 name="Group 11">
            <a:extLst>
              <a:ext uri="{FF2B5EF4-FFF2-40B4-BE49-F238E27FC236}">
                <a16:creationId xmlns:a16="http://schemas.microsoft.com/office/drawing/2014/main" id="{7F41C2DF-8BEC-DF45-B469-F764832E5932}"/>
              </a:ext>
            </a:extLst>
          </p:cNvPr>
          <p:cNvGrpSpPr/>
          <p:nvPr/>
        </p:nvGrpSpPr>
        <p:grpSpPr>
          <a:xfrm>
            <a:off x="302785" y="1985686"/>
            <a:ext cx="8340967" cy="2886628"/>
            <a:chOff x="470191" y="1852647"/>
            <a:chExt cx="8340967" cy="2886628"/>
          </a:xfrm>
        </p:grpSpPr>
        <p:sp>
          <p:nvSpPr>
            <p:cNvPr id="6" name="TextBox 5">
              <a:extLst>
                <a:ext uri="{FF2B5EF4-FFF2-40B4-BE49-F238E27FC236}">
                  <a16:creationId xmlns:a16="http://schemas.microsoft.com/office/drawing/2014/main" id="{AF9D8992-6E0B-8441-8410-D9B95F644C4E}"/>
                </a:ext>
              </a:extLst>
            </p:cNvPr>
            <p:cNvSpPr txBox="1"/>
            <p:nvPr/>
          </p:nvSpPr>
          <p:spPr>
            <a:xfrm>
              <a:off x="470191" y="2972796"/>
              <a:ext cx="1092603" cy="64632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45718" tIns="45718" rIns="45718" bIns="45718"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AU" sz="3600" b="0" i="0" u="none" strike="noStrike" cap="none" spc="0" normalizeH="0" baseline="0" dirty="0">
                  <a:ln>
                    <a:noFill/>
                  </a:ln>
                  <a:solidFill>
                    <a:srgbClr val="333333"/>
                  </a:solidFill>
                  <a:effectLst/>
                  <a:uFillTx/>
                  <a:latin typeface="+mn-lt"/>
                  <a:ea typeface="+mn-ea"/>
                  <a:cs typeface="+mn-cs"/>
                  <a:sym typeface="Helvetica"/>
                </a:rPr>
                <a:t>input</a:t>
              </a:r>
            </a:p>
          </p:txBody>
        </p:sp>
        <p:sp>
          <p:nvSpPr>
            <p:cNvPr id="7" name="TextBox 6">
              <a:extLst>
                <a:ext uri="{FF2B5EF4-FFF2-40B4-BE49-F238E27FC236}">
                  <a16:creationId xmlns:a16="http://schemas.microsoft.com/office/drawing/2014/main" id="{A7BB4654-21AA-9840-AF90-DB8AE0C160B4}"/>
                </a:ext>
              </a:extLst>
            </p:cNvPr>
            <p:cNvSpPr txBox="1"/>
            <p:nvPr/>
          </p:nvSpPr>
          <p:spPr>
            <a:xfrm>
              <a:off x="7436427" y="2972797"/>
              <a:ext cx="1374731" cy="64632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45718" tIns="45718" rIns="45718" bIns="45718"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lang="en-AU" sz="3600" dirty="0"/>
                <a:t>output</a:t>
              </a:r>
              <a:endParaRPr kumimoji="0" lang="en-AU" sz="3600" b="0" i="0" u="none" strike="noStrike" cap="none" spc="0" normalizeH="0" baseline="0" dirty="0">
                <a:ln>
                  <a:noFill/>
                </a:ln>
                <a:solidFill>
                  <a:srgbClr val="333333"/>
                </a:solidFill>
                <a:effectLst/>
                <a:uFillTx/>
                <a:latin typeface="+mn-lt"/>
                <a:ea typeface="+mn-ea"/>
                <a:cs typeface="+mn-cs"/>
                <a:sym typeface="Helvetica"/>
              </a:endParaRPr>
            </a:p>
          </p:txBody>
        </p:sp>
        <p:cxnSp>
          <p:nvCxnSpPr>
            <p:cNvPr id="9" name="Straight Arrow Connector 8">
              <a:extLst>
                <a:ext uri="{FF2B5EF4-FFF2-40B4-BE49-F238E27FC236}">
                  <a16:creationId xmlns:a16="http://schemas.microsoft.com/office/drawing/2014/main" id="{5BFAEA43-727E-644C-91BA-F3F9418C167D}"/>
                </a:ext>
              </a:extLst>
            </p:cNvPr>
            <p:cNvCxnSpPr/>
            <p:nvPr/>
          </p:nvCxnSpPr>
          <p:spPr>
            <a:xfrm>
              <a:off x="1643237" y="3295961"/>
              <a:ext cx="1215736" cy="0"/>
            </a:xfrm>
            <a:prstGeom prst="straightConnector1">
              <a:avLst/>
            </a:prstGeom>
            <a:noFill/>
            <a:ln w="50800" cap="flat">
              <a:solidFill>
                <a:schemeClr val="accent1"/>
              </a:solidFill>
              <a:prstDash val="solid"/>
              <a:round/>
              <a:tailEnd type="triangle"/>
            </a:ln>
            <a:effectLst>
              <a:outerShdw blurRad="38100" dist="23000" dir="5400000" rotWithShape="0">
                <a:srgbClr val="000000">
                  <a:alpha val="35000"/>
                </a:srgbClr>
              </a:outerShdw>
            </a:effectLst>
            <a:sp3d/>
          </p:spPr>
          <p:style>
            <a:lnRef idx="0">
              <a:scrgbClr r="0" g="0" b="0"/>
            </a:lnRef>
            <a:fillRef idx="0">
              <a:scrgbClr r="0" g="0" b="0"/>
            </a:fillRef>
            <a:effectRef idx="0">
              <a:scrgbClr r="0" g="0" b="0"/>
            </a:effectRef>
            <a:fontRef idx="none"/>
          </p:style>
        </p:cxnSp>
        <p:cxnSp>
          <p:nvCxnSpPr>
            <p:cNvPr id="10" name="Straight Arrow Connector 9">
              <a:extLst>
                <a:ext uri="{FF2B5EF4-FFF2-40B4-BE49-F238E27FC236}">
                  <a16:creationId xmlns:a16="http://schemas.microsoft.com/office/drawing/2014/main" id="{8155FAEE-524A-CE42-BF52-8988A924287B}"/>
                </a:ext>
              </a:extLst>
            </p:cNvPr>
            <p:cNvCxnSpPr/>
            <p:nvPr/>
          </p:nvCxnSpPr>
          <p:spPr>
            <a:xfrm>
              <a:off x="6220691" y="3295961"/>
              <a:ext cx="1215736" cy="0"/>
            </a:xfrm>
            <a:prstGeom prst="straightConnector1">
              <a:avLst/>
            </a:prstGeom>
            <a:noFill/>
            <a:ln w="50800" cap="flat">
              <a:solidFill>
                <a:schemeClr val="accent1"/>
              </a:solidFill>
              <a:prstDash val="solid"/>
              <a:round/>
              <a:tailEnd type="triangle"/>
            </a:ln>
            <a:effectLst>
              <a:outerShdw blurRad="38100" dist="23000" dir="5400000" rotWithShape="0">
                <a:srgbClr val="000000">
                  <a:alpha val="35000"/>
                </a:srgbClr>
              </a:outerShdw>
            </a:effectLst>
            <a:sp3d/>
          </p:spPr>
          <p:style>
            <a:lnRef idx="0">
              <a:scrgbClr r="0" g="0" b="0"/>
            </a:lnRef>
            <a:fillRef idx="0">
              <a:scrgbClr r="0" g="0" b="0"/>
            </a:fillRef>
            <a:effectRef idx="0">
              <a:scrgbClr r="0" g="0" b="0"/>
            </a:effectRef>
            <a:fontRef idx="none"/>
          </p:style>
        </p:cxnSp>
        <p:sp>
          <p:nvSpPr>
            <p:cNvPr id="11" name="Rectangle 10">
              <a:extLst>
                <a:ext uri="{FF2B5EF4-FFF2-40B4-BE49-F238E27FC236}">
                  <a16:creationId xmlns:a16="http://schemas.microsoft.com/office/drawing/2014/main" id="{0B14C5E8-B907-E142-8B7E-7D5F4BD443FF}"/>
                </a:ext>
              </a:extLst>
            </p:cNvPr>
            <p:cNvSpPr/>
            <p:nvPr/>
          </p:nvSpPr>
          <p:spPr>
            <a:xfrm>
              <a:off x="3019858" y="1852647"/>
              <a:ext cx="3104283" cy="2886628"/>
            </a:xfrm>
            <a:prstGeom prst="rect">
              <a:avLst/>
            </a:prstGeom>
            <a:solidFill>
              <a:srgbClr val="FFFFFF"/>
            </a:solidFill>
            <a:ln w="79375" cap="flat">
              <a:solidFill>
                <a:schemeClr val="accent1"/>
              </a:solidFill>
              <a:prstDash val="solid"/>
              <a:round/>
            </a:ln>
            <a:effectLst>
              <a:outerShdw blurRad="38100" dist="23000" dir="5400000" rotWithShape="0">
                <a:srgbClr val="000000">
                  <a:alpha val="35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endParaRPr kumimoji="0" lang="en-AU" sz="1800" b="0" i="0" u="none" strike="noStrike" cap="none" spc="0" normalizeH="0" baseline="0">
                <a:ln>
                  <a:noFill/>
                </a:ln>
                <a:solidFill>
                  <a:srgbClr val="333333"/>
                </a:solidFill>
                <a:effectLst/>
                <a:uFillTx/>
                <a:latin typeface="+mn-lt"/>
                <a:ea typeface="+mn-ea"/>
                <a:cs typeface="+mn-cs"/>
                <a:sym typeface="Helvetica"/>
              </a:endParaRPr>
            </a:p>
          </p:txBody>
        </p:sp>
      </p:grpSp>
      <p:sp>
        <p:nvSpPr>
          <p:cNvPr id="22" name="Freeform 21">
            <a:extLst>
              <a:ext uri="{FF2B5EF4-FFF2-40B4-BE49-F238E27FC236}">
                <a16:creationId xmlns:a16="http://schemas.microsoft.com/office/drawing/2014/main" id="{5FD0865D-6D0C-E248-9187-CC7AB8634E7A}"/>
              </a:ext>
            </a:extLst>
          </p:cNvPr>
          <p:cNvSpPr/>
          <p:nvPr/>
        </p:nvSpPr>
        <p:spPr>
          <a:xfrm>
            <a:off x="0" y="0"/>
            <a:ext cx="9144000" cy="6858000"/>
          </a:xfrm>
          <a:custGeom>
            <a:avLst/>
            <a:gdLst>
              <a:gd name="connsiteX0" fmla="*/ 1426227 w 9144000"/>
              <a:gd name="connsiteY0" fmla="*/ 2268107 h 6858000"/>
              <a:gd name="connsiteX1" fmla="*/ 62578 w 9144000"/>
              <a:gd name="connsiteY1" fmla="*/ 3428998 h 6858000"/>
              <a:gd name="connsiteX2" fmla="*/ 1426227 w 9144000"/>
              <a:gd name="connsiteY2" fmla="*/ 4589889 h 6858000"/>
              <a:gd name="connsiteX3" fmla="*/ 2789876 w 9144000"/>
              <a:gd name="connsiteY3" fmla="*/ 3428998 h 6858000"/>
              <a:gd name="connsiteX4" fmla="*/ 1426227 w 9144000"/>
              <a:gd name="connsiteY4" fmla="*/ 2268107 h 6858000"/>
              <a:gd name="connsiteX5" fmla="*/ 0 w 9144000"/>
              <a:gd name="connsiteY5" fmla="*/ 0 h 6858000"/>
              <a:gd name="connsiteX6" fmla="*/ 9144000 w 9144000"/>
              <a:gd name="connsiteY6" fmla="*/ 0 h 6858000"/>
              <a:gd name="connsiteX7" fmla="*/ 9144000 w 9144000"/>
              <a:gd name="connsiteY7" fmla="*/ 6858000 h 6858000"/>
              <a:gd name="connsiteX8" fmla="*/ 0 w 9144000"/>
              <a:gd name="connsiteY8"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144000" h="6858000">
                <a:moveTo>
                  <a:pt x="1426227" y="2268107"/>
                </a:moveTo>
                <a:cubicBezTo>
                  <a:pt x="673104" y="2268107"/>
                  <a:pt x="62578" y="2787856"/>
                  <a:pt x="62578" y="3428998"/>
                </a:cubicBezTo>
                <a:cubicBezTo>
                  <a:pt x="62578" y="4070140"/>
                  <a:pt x="673104" y="4589889"/>
                  <a:pt x="1426227" y="4589889"/>
                </a:cubicBezTo>
                <a:cubicBezTo>
                  <a:pt x="2179350" y="4589889"/>
                  <a:pt x="2789876" y="4070140"/>
                  <a:pt x="2789876" y="3428998"/>
                </a:cubicBezTo>
                <a:cubicBezTo>
                  <a:pt x="2789876" y="2787856"/>
                  <a:pt x="2179350" y="2268107"/>
                  <a:pt x="1426227" y="2268107"/>
                </a:cubicBezTo>
                <a:close/>
                <a:moveTo>
                  <a:pt x="0" y="0"/>
                </a:moveTo>
                <a:lnTo>
                  <a:pt x="9144000" y="0"/>
                </a:lnTo>
                <a:lnTo>
                  <a:pt x="9144000" y="6858000"/>
                </a:lnTo>
                <a:lnTo>
                  <a:pt x="0" y="6858000"/>
                </a:lnTo>
                <a:close/>
              </a:path>
            </a:pathLst>
          </a:custGeom>
          <a:solidFill>
            <a:schemeClr val="tx1">
              <a:alpha val="70000"/>
            </a:schemeClr>
          </a:solidFill>
          <a:ln w="25400" cap="flat">
            <a:noFill/>
            <a:prstDash val="solid"/>
            <a:round/>
          </a:ln>
          <a:effectLst>
            <a:outerShdw blurRad="38100" dist="23000" dir="5400000" rotWithShape="0">
              <a:srgbClr val="000000">
                <a:alpha val="35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ctr">
            <a:noAutofit/>
          </a:bodyPr>
          <a:lstStyle/>
          <a:p>
            <a:pPr marL="0" marR="0" indent="0" algn="l" defTabSz="914400" rtl="0" fontAlgn="auto" latinLnBrk="0" hangingPunct="0">
              <a:lnSpc>
                <a:spcPct val="100000"/>
              </a:lnSpc>
              <a:spcBef>
                <a:spcPts val="0"/>
              </a:spcBef>
              <a:spcAft>
                <a:spcPts val="0"/>
              </a:spcAft>
              <a:buClrTx/>
              <a:buSzTx/>
              <a:buFontTx/>
              <a:buNone/>
              <a:tabLst/>
            </a:pPr>
            <a:endParaRPr kumimoji="0" lang="en-AU" sz="1800" b="0" i="0" u="none" strike="noStrike" cap="none" spc="0" normalizeH="0" baseline="0">
              <a:ln>
                <a:noFill/>
              </a:ln>
              <a:solidFill>
                <a:srgbClr val="333333"/>
              </a:solidFill>
              <a:effectLst/>
              <a:uFillTx/>
              <a:latin typeface="+mn-lt"/>
              <a:ea typeface="+mn-ea"/>
              <a:cs typeface="+mn-cs"/>
              <a:sym typeface="Helvetica"/>
            </a:endParaRPr>
          </a:p>
        </p:txBody>
      </p:sp>
    </p:spTree>
    <p:extLst>
      <p:ext uri="{BB962C8B-B14F-4D97-AF65-F5344CB8AC3E}">
        <p14:creationId xmlns:p14="http://schemas.microsoft.com/office/powerpoint/2010/main" val="4041897030"/>
      </p:ext>
    </p:extLst>
  </p:cSld>
  <p:clrMapOvr>
    <a:masterClrMapping/>
  </p:clrMapOvr>
  <p:transition spd="me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E21220CA-A5B1-A34F-BE29-A62CB3A42928}"/>
              </a:ext>
            </a:extLst>
          </p:cNvPr>
          <p:cNvSpPr>
            <a:spLocks noGrp="1"/>
          </p:cNvSpPr>
          <p:nvPr>
            <p:ph type="body" idx="1"/>
          </p:nvPr>
        </p:nvSpPr>
        <p:spPr>
          <a:xfrm>
            <a:off x="2101132" y="2940988"/>
            <a:ext cx="4941736" cy="976023"/>
          </a:xfrm>
        </p:spPr>
        <p:txBody>
          <a:bodyPr>
            <a:normAutofit/>
          </a:bodyPr>
          <a:lstStyle/>
          <a:p>
            <a:pPr marL="0" indent="0">
              <a:buNone/>
            </a:pPr>
            <a:r>
              <a:rPr lang="en-AU" sz="4800" dirty="0"/>
              <a:t>0 1 2 3 4 5 6 7 8 9</a:t>
            </a:r>
          </a:p>
        </p:txBody>
      </p:sp>
      <p:sp>
        <p:nvSpPr>
          <p:cNvPr id="4" name="Title 1">
            <a:extLst>
              <a:ext uri="{FF2B5EF4-FFF2-40B4-BE49-F238E27FC236}">
                <a16:creationId xmlns:a16="http://schemas.microsoft.com/office/drawing/2014/main" id="{EDE58039-17D8-EF45-AC9E-372A30B69D0D}"/>
              </a:ext>
            </a:extLst>
          </p:cNvPr>
          <p:cNvSpPr>
            <a:spLocks noGrp="1"/>
          </p:cNvSpPr>
          <p:nvPr>
            <p:ph type="title"/>
          </p:nvPr>
        </p:nvSpPr>
        <p:spPr>
          <a:xfrm>
            <a:off x="468312" y="560387"/>
            <a:ext cx="8207376" cy="996951"/>
          </a:xfrm>
        </p:spPr>
        <p:txBody>
          <a:bodyPr/>
          <a:lstStyle/>
          <a:p>
            <a:r>
              <a:rPr lang="en-AU" dirty="0"/>
              <a:t>Decimal (base-10) Digits</a:t>
            </a:r>
          </a:p>
        </p:txBody>
      </p:sp>
    </p:spTree>
    <p:extLst>
      <p:ext uri="{BB962C8B-B14F-4D97-AF65-F5344CB8AC3E}">
        <p14:creationId xmlns:p14="http://schemas.microsoft.com/office/powerpoint/2010/main" val="3665107109"/>
      </p:ext>
    </p:extLst>
  </p:cSld>
  <p:clrMapOvr>
    <a:masterClrMapping/>
  </p:clrMapOvr>
  <p:transition spd="me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E21220CA-A5B1-A34F-BE29-A62CB3A42928}"/>
              </a:ext>
            </a:extLst>
          </p:cNvPr>
          <p:cNvSpPr>
            <a:spLocks noGrp="1"/>
          </p:cNvSpPr>
          <p:nvPr>
            <p:ph type="body" idx="1"/>
          </p:nvPr>
        </p:nvSpPr>
        <p:spPr>
          <a:xfrm>
            <a:off x="2101132" y="2940988"/>
            <a:ext cx="4941736" cy="976023"/>
          </a:xfrm>
        </p:spPr>
        <p:txBody>
          <a:bodyPr>
            <a:normAutofit/>
          </a:bodyPr>
          <a:lstStyle/>
          <a:p>
            <a:pPr marL="0" indent="0">
              <a:buNone/>
            </a:pPr>
            <a:r>
              <a:rPr lang="en-AU" sz="4800" dirty="0"/>
              <a:t>0 1</a:t>
            </a:r>
          </a:p>
        </p:txBody>
      </p:sp>
      <p:sp>
        <p:nvSpPr>
          <p:cNvPr id="4" name="Title 1">
            <a:extLst>
              <a:ext uri="{FF2B5EF4-FFF2-40B4-BE49-F238E27FC236}">
                <a16:creationId xmlns:a16="http://schemas.microsoft.com/office/drawing/2014/main" id="{EDE58039-17D8-EF45-AC9E-372A30B69D0D}"/>
              </a:ext>
            </a:extLst>
          </p:cNvPr>
          <p:cNvSpPr>
            <a:spLocks noGrp="1"/>
          </p:cNvSpPr>
          <p:nvPr>
            <p:ph type="title"/>
          </p:nvPr>
        </p:nvSpPr>
        <p:spPr>
          <a:xfrm>
            <a:off x="468312" y="560387"/>
            <a:ext cx="8207376" cy="996951"/>
          </a:xfrm>
        </p:spPr>
        <p:txBody>
          <a:bodyPr/>
          <a:lstStyle/>
          <a:p>
            <a:r>
              <a:rPr lang="en-AU" dirty="0"/>
              <a:t>Binary (base-2) Digits</a:t>
            </a:r>
          </a:p>
        </p:txBody>
      </p:sp>
    </p:spTree>
    <p:extLst>
      <p:ext uri="{BB962C8B-B14F-4D97-AF65-F5344CB8AC3E}">
        <p14:creationId xmlns:p14="http://schemas.microsoft.com/office/powerpoint/2010/main" val="2174772119"/>
      </p:ext>
    </p:extLst>
  </p:cSld>
  <p:clrMapOvr>
    <a:masterClrMapping/>
  </p:clrMapOvr>
  <p:transition spd="me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E21220CA-A5B1-A34F-BE29-A62CB3A42928}"/>
              </a:ext>
            </a:extLst>
          </p:cNvPr>
          <p:cNvSpPr>
            <a:spLocks noGrp="1"/>
          </p:cNvSpPr>
          <p:nvPr>
            <p:ph type="body" idx="1"/>
          </p:nvPr>
        </p:nvSpPr>
        <p:spPr>
          <a:xfrm>
            <a:off x="2713383" y="2452977"/>
            <a:ext cx="3218290" cy="1379552"/>
          </a:xfrm>
        </p:spPr>
        <p:txBody>
          <a:bodyPr>
            <a:noAutofit/>
          </a:bodyPr>
          <a:lstStyle/>
          <a:p>
            <a:pPr marL="0" indent="0">
              <a:buNone/>
            </a:pPr>
            <a:r>
              <a:rPr lang="en-AU" sz="9600" dirty="0"/>
              <a:t>1 2 3 </a:t>
            </a:r>
          </a:p>
        </p:txBody>
      </p:sp>
      <p:sp>
        <p:nvSpPr>
          <p:cNvPr id="4" name="Title 1">
            <a:extLst>
              <a:ext uri="{FF2B5EF4-FFF2-40B4-BE49-F238E27FC236}">
                <a16:creationId xmlns:a16="http://schemas.microsoft.com/office/drawing/2014/main" id="{591CC931-F713-6B44-827D-A431380179F8}"/>
              </a:ext>
            </a:extLst>
          </p:cNvPr>
          <p:cNvSpPr>
            <a:spLocks noGrp="1"/>
          </p:cNvSpPr>
          <p:nvPr>
            <p:ph type="title"/>
          </p:nvPr>
        </p:nvSpPr>
        <p:spPr>
          <a:xfrm>
            <a:off x="468312" y="560387"/>
            <a:ext cx="8207376" cy="996951"/>
          </a:xfrm>
        </p:spPr>
        <p:txBody>
          <a:bodyPr/>
          <a:lstStyle/>
          <a:p>
            <a:r>
              <a:rPr lang="en-AU" dirty="0"/>
              <a:t>Decimal (base-10)</a:t>
            </a:r>
          </a:p>
        </p:txBody>
      </p:sp>
    </p:spTree>
    <p:extLst>
      <p:ext uri="{BB962C8B-B14F-4D97-AF65-F5344CB8AC3E}">
        <p14:creationId xmlns:p14="http://schemas.microsoft.com/office/powerpoint/2010/main" val="3135533304"/>
      </p:ext>
    </p:extLst>
  </p:cSld>
  <p:clrMapOvr>
    <a:masterClrMapping/>
  </p:clrMapOvr>
  <p:transition spd="med"/>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E21220CA-A5B1-A34F-BE29-A62CB3A42928}"/>
              </a:ext>
            </a:extLst>
          </p:cNvPr>
          <p:cNvSpPr>
            <a:spLocks noGrp="1"/>
          </p:cNvSpPr>
          <p:nvPr>
            <p:ph type="body" idx="1"/>
          </p:nvPr>
        </p:nvSpPr>
        <p:spPr>
          <a:xfrm>
            <a:off x="2713383" y="2452977"/>
            <a:ext cx="3218290" cy="1379552"/>
          </a:xfrm>
        </p:spPr>
        <p:txBody>
          <a:bodyPr>
            <a:noAutofit/>
          </a:bodyPr>
          <a:lstStyle/>
          <a:p>
            <a:pPr marL="0" indent="0">
              <a:buNone/>
            </a:pPr>
            <a:r>
              <a:rPr lang="en-AU" sz="9600" dirty="0"/>
              <a:t>1 2 3 </a:t>
            </a:r>
          </a:p>
        </p:txBody>
      </p:sp>
      <p:sp>
        <p:nvSpPr>
          <p:cNvPr id="4" name="Title 1">
            <a:extLst>
              <a:ext uri="{FF2B5EF4-FFF2-40B4-BE49-F238E27FC236}">
                <a16:creationId xmlns:a16="http://schemas.microsoft.com/office/drawing/2014/main" id="{591CC931-F713-6B44-827D-A431380179F8}"/>
              </a:ext>
            </a:extLst>
          </p:cNvPr>
          <p:cNvSpPr>
            <a:spLocks noGrp="1"/>
          </p:cNvSpPr>
          <p:nvPr>
            <p:ph type="title"/>
          </p:nvPr>
        </p:nvSpPr>
        <p:spPr>
          <a:xfrm>
            <a:off x="468312" y="560387"/>
            <a:ext cx="8207376" cy="996951"/>
          </a:xfrm>
        </p:spPr>
        <p:txBody>
          <a:bodyPr/>
          <a:lstStyle/>
          <a:p>
            <a:r>
              <a:rPr lang="en-AU" dirty="0"/>
              <a:t>Decimal (base-10)</a:t>
            </a:r>
          </a:p>
        </p:txBody>
      </p:sp>
      <p:sp>
        <p:nvSpPr>
          <p:cNvPr id="5" name="TextBox 4">
            <a:extLst>
              <a:ext uri="{FF2B5EF4-FFF2-40B4-BE49-F238E27FC236}">
                <a16:creationId xmlns:a16="http://schemas.microsoft.com/office/drawing/2014/main" id="{7ADE80E3-B942-1642-85B5-7296EA712FD6}"/>
              </a:ext>
            </a:extLst>
          </p:cNvPr>
          <p:cNvSpPr txBox="1"/>
          <p:nvPr/>
        </p:nvSpPr>
        <p:spPr>
          <a:xfrm>
            <a:off x="2870421" y="2377440"/>
            <a:ext cx="2400653" cy="36932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45718" tIns="45718" rIns="45718" bIns="45718"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AU" sz="1800" b="0" i="0" u="none" strike="noStrike" cap="none" spc="0" normalizeH="0" baseline="0" dirty="0">
                <a:ln>
                  <a:noFill/>
                </a:ln>
                <a:solidFill>
                  <a:srgbClr val="333333"/>
                </a:solidFill>
                <a:effectLst/>
                <a:uFillTx/>
                <a:latin typeface="+mn-lt"/>
                <a:ea typeface="+mn-ea"/>
                <a:cs typeface="+mn-cs"/>
                <a:sym typeface="Helvetica"/>
              </a:rPr>
              <a:t>100          10             1</a:t>
            </a:r>
          </a:p>
        </p:txBody>
      </p:sp>
    </p:spTree>
    <p:extLst>
      <p:ext uri="{BB962C8B-B14F-4D97-AF65-F5344CB8AC3E}">
        <p14:creationId xmlns:p14="http://schemas.microsoft.com/office/powerpoint/2010/main" val="3088649725"/>
      </p:ext>
    </p:extLst>
  </p:cSld>
  <p:clrMapOvr>
    <a:masterClrMapping/>
  </p:clrMapOvr>
  <p:transition spd="med"/>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E21220CA-A5B1-A34F-BE29-A62CB3A42928}"/>
              </a:ext>
            </a:extLst>
          </p:cNvPr>
          <p:cNvSpPr>
            <a:spLocks noGrp="1"/>
          </p:cNvSpPr>
          <p:nvPr>
            <p:ph type="body" idx="1"/>
          </p:nvPr>
        </p:nvSpPr>
        <p:spPr>
          <a:xfrm>
            <a:off x="2713383" y="2452977"/>
            <a:ext cx="3218290" cy="1379552"/>
          </a:xfrm>
        </p:spPr>
        <p:txBody>
          <a:bodyPr>
            <a:noAutofit/>
          </a:bodyPr>
          <a:lstStyle/>
          <a:p>
            <a:pPr marL="0" indent="0">
              <a:buNone/>
            </a:pPr>
            <a:r>
              <a:rPr lang="en-AU" sz="9600" dirty="0"/>
              <a:t>1 2 3 </a:t>
            </a:r>
          </a:p>
        </p:txBody>
      </p:sp>
      <p:sp>
        <p:nvSpPr>
          <p:cNvPr id="4" name="Title 1">
            <a:extLst>
              <a:ext uri="{FF2B5EF4-FFF2-40B4-BE49-F238E27FC236}">
                <a16:creationId xmlns:a16="http://schemas.microsoft.com/office/drawing/2014/main" id="{591CC931-F713-6B44-827D-A431380179F8}"/>
              </a:ext>
            </a:extLst>
          </p:cNvPr>
          <p:cNvSpPr>
            <a:spLocks noGrp="1"/>
          </p:cNvSpPr>
          <p:nvPr>
            <p:ph type="title"/>
          </p:nvPr>
        </p:nvSpPr>
        <p:spPr>
          <a:xfrm>
            <a:off x="468312" y="560387"/>
            <a:ext cx="8207376" cy="996951"/>
          </a:xfrm>
        </p:spPr>
        <p:txBody>
          <a:bodyPr/>
          <a:lstStyle/>
          <a:p>
            <a:r>
              <a:rPr lang="en-AU" dirty="0"/>
              <a:t>Decimal (base-10)</a:t>
            </a:r>
          </a:p>
        </p:txBody>
      </p:sp>
      <p:sp>
        <p:nvSpPr>
          <p:cNvPr id="5" name="TextBox 4">
            <a:extLst>
              <a:ext uri="{FF2B5EF4-FFF2-40B4-BE49-F238E27FC236}">
                <a16:creationId xmlns:a16="http://schemas.microsoft.com/office/drawing/2014/main" id="{7ADE80E3-B942-1642-85B5-7296EA712FD6}"/>
              </a:ext>
            </a:extLst>
          </p:cNvPr>
          <p:cNvSpPr txBox="1"/>
          <p:nvPr/>
        </p:nvSpPr>
        <p:spPr>
          <a:xfrm>
            <a:off x="2870421" y="2377440"/>
            <a:ext cx="2400653" cy="36932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45718" tIns="45718" rIns="45718" bIns="45718"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AU" sz="1800" b="0" i="0" u="none" strike="noStrike" cap="none" spc="0" normalizeH="0" baseline="0" dirty="0">
                <a:ln>
                  <a:noFill/>
                </a:ln>
                <a:solidFill>
                  <a:srgbClr val="333333"/>
                </a:solidFill>
                <a:effectLst/>
                <a:uFillTx/>
                <a:latin typeface="+mn-lt"/>
                <a:ea typeface="+mn-ea"/>
                <a:cs typeface="+mn-cs"/>
                <a:sym typeface="Helvetica"/>
              </a:rPr>
              <a:t>100          10             1</a:t>
            </a:r>
          </a:p>
        </p:txBody>
      </p:sp>
      <p:sp>
        <p:nvSpPr>
          <p:cNvPr id="2" name="TextBox 1">
            <a:extLst>
              <a:ext uri="{FF2B5EF4-FFF2-40B4-BE49-F238E27FC236}">
                <a16:creationId xmlns:a16="http://schemas.microsoft.com/office/drawing/2014/main" id="{81438405-91A3-C842-A216-7F033A376A2E}"/>
              </a:ext>
            </a:extLst>
          </p:cNvPr>
          <p:cNvSpPr txBox="1"/>
          <p:nvPr/>
        </p:nvSpPr>
        <p:spPr>
          <a:xfrm>
            <a:off x="2445948" y="4047214"/>
            <a:ext cx="848946" cy="36932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45718" tIns="45718" rIns="45718" bIns="45718"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AU" sz="1800" b="0" i="0" u="none" strike="noStrike" cap="none" spc="0" normalizeH="0" baseline="0" dirty="0">
                <a:ln>
                  <a:noFill/>
                </a:ln>
                <a:solidFill>
                  <a:srgbClr val="333333"/>
                </a:solidFill>
                <a:effectLst/>
                <a:uFillTx/>
                <a:latin typeface="+mn-lt"/>
                <a:ea typeface="+mn-ea"/>
                <a:cs typeface="+mn-cs"/>
                <a:sym typeface="Helvetica"/>
              </a:rPr>
              <a:t>100 x 1</a:t>
            </a:r>
          </a:p>
        </p:txBody>
      </p:sp>
    </p:spTree>
    <p:extLst>
      <p:ext uri="{BB962C8B-B14F-4D97-AF65-F5344CB8AC3E}">
        <p14:creationId xmlns:p14="http://schemas.microsoft.com/office/powerpoint/2010/main" val="296408979"/>
      </p:ext>
    </p:extLst>
  </p:cSld>
  <p:clrMapOvr>
    <a:masterClrMapping/>
  </p:clrMapOvr>
  <p:transition spd="med"/>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E21220CA-A5B1-A34F-BE29-A62CB3A42928}"/>
              </a:ext>
            </a:extLst>
          </p:cNvPr>
          <p:cNvSpPr>
            <a:spLocks noGrp="1"/>
          </p:cNvSpPr>
          <p:nvPr>
            <p:ph type="body" idx="1"/>
          </p:nvPr>
        </p:nvSpPr>
        <p:spPr>
          <a:xfrm>
            <a:off x="2713383" y="2452977"/>
            <a:ext cx="3218290" cy="1379552"/>
          </a:xfrm>
        </p:spPr>
        <p:txBody>
          <a:bodyPr>
            <a:noAutofit/>
          </a:bodyPr>
          <a:lstStyle/>
          <a:p>
            <a:pPr marL="0" indent="0">
              <a:buNone/>
            </a:pPr>
            <a:r>
              <a:rPr lang="en-AU" sz="9600" dirty="0"/>
              <a:t>1 2 3 </a:t>
            </a:r>
          </a:p>
        </p:txBody>
      </p:sp>
      <p:sp>
        <p:nvSpPr>
          <p:cNvPr id="4" name="Title 1">
            <a:extLst>
              <a:ext uri="{FF2B5EF4-FFF2-40B4-BE49-F238E27FC236}">
                <a16:creationId xmlns:a16="http://schemas.microsoft.com/office/drawing/2014/main" id="{591CC931-F713-6B44-827D-A431380179F8}"/>
              </a:ext>
            </a:extLst>
          </p:cNvPr>
          <p:cNvSpPr>
            <a:spLocks noGrp="1"/>
          </p:cNvSpPr>
          <p:nvPr>
            <p:ph type="title"/>
          </p:nvPr>
        </p:nvSpPr>
        <p:spPr>
          <a:xfrm>
            <a:off x="468312" y="560387"/>
            <a:ext cx="8207376" cy="996951"/>
          </a:xfrm>
        </p:spPr>
        <p:txBody>
          <a:bodyPr/>
          <a:lstStyle/>
          <a:p>
            <a:r>
              <a:rPr lang="en-AU" dirty="0"/>
              <a:t>Decimal (base-10)</a:t>
            </a:r>
          </a:p>
        </p:txBody>
      </p:sp>
      <p:sp>
        <p:nvSpPr>
          <p:cNvPr id="5" name="TextBox 4">
            <a:extLst>
              <a:ext uri="{FF2B5EF4-FFF2-40B4-BE49-F238E27FC236}">
                <a16:creationId xmlns:a16="http://schemas.microsoft.com/office/drawing/2014/main" id="{7ADE80E3-B942-1642-85B5-7296EA712FD6}"/>
              </a:ext>
            </a:extLst>
          </p:cNvPr>
          <p:cNvSpPr txBox="1"/>
          <p:nvPr/>
        </p:nvSpPr>
        <p:spPr>
          <a:xfrm>
            <a:off x="2870421" y="2377440"/>
            <a:ext cx="2400653" cy="36932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45718" tIns="45718" rIns="45718" bIns="45718"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AU" sz="1800" b="0" i="0" u="none" strike="noStrike" cap="none" spc="0" normalizeH="0" baseline="0" dirty="0">
                <a:ln>
                  <a:noFill/>
                </a:ln>
                <a:solidFill>
                  <a:srgbClr val="333333"/>
                </a:solidFill>
                <a:effectLst/>
                <a:uFillTx/>
                <a:latin typeface="+mn-lt"/>
                <a:ea typeface="+mn-ea"/>
                <a:cs typeface="+mn-cs"/>
                <a:sym typeface="Helvetica"/>
              </a:rPr>
              <a:t>100          10             1</a:t>
            </a:r>
          </a:p>
        </p:txBody>
      </p:sp>
      <p:sp>
        <p:nvSpPr>
          <p:cNvPr id="2" name="TextBox 1">
            <a:extLst>
              <a:ext uri="{FF2B5EF4-FFF2-40B4-BE49-F238E27FC236}">
                <a16:creationId xmlns:a16="http://schemas.microsoft.com/office/drawing/2014/main" id="{81438405-91A3-C842-A216-7F033A376A2E}"/>
              </a:ext>
            </a:extLst>
          </p:cNvPr>
          <p:cNvSpPr txBox="1"/>
          <p:nvPr/>
        </p:nvSpPr>
        <p:spPr>
          <a:xfrm>
            <a:off x="2445948" y="4047214"/>
            <a:ext cx="2060817" cy="36932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45718" tIns="45718" rIns="45718" bIns="45718"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AU" sz="1800" b="0" i="0" u="none" strike="noStrike" cap="none" spc="0" normalizeH="0" baseline="0" dirty="0">
                <a:ln>
                  <a:noFill/>
                </a:ln>
                <a:solidFill>
                  <a:srgbClr val="333333"/>
                </a:solidFill>
                <a:effectLst/>
                <a:uFillTx/>
                <a:latin typeface="+mn-lt"/>
                <a:ea typeface="+mn-ea"/>
                <a:cs typeface="+mn-cs"/>
                <a:sym typeface="Helvetica"/>
              </a:rPr>
              <a:t>100 x 1   +    10 x 2</a:t>
            </a:r>
          </a:p>
        </p:txBody>
      </p:sp>
    </p:spTree>
    <p:extLst>
      <p:ext uri="{BB962C8B-B14F-4D97-AF65-F5344CB8AC3E}">
        <p14:creationId xmlns:p14="http://schemas.microsoft.com/office/powerpoint/2010/main" val="1297834857"/>
      </p:ext>
    </p:extLst>
  </p:cSld>
  <p:clrMapOvr>
    <a:masterClrMapping/>
  </p:clrMapOvr>
  <p:transition spd="med"/>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E21220CA-A5B1-A34F-BE29-A62CB3A42928}"/>
              </a:ext>
            </a:extLst>
          </p:cNvPr>
          <p:cNvSpPr>
            <a:spLocks noGrp="1"/>
          </p:cNvSpPr>
          <p:nvPr>
            <p:ph type="body" idx="1"/>
          </p:nvPr>
        </p:nvSpPr>
        <p:spPr>
          <a:xfrm>
            <a:off x="2713383" y="2452977"/>
            <a:ext cx="3218290" cy="1379552"/>
          </a:xfrm>
        </p:spPr>
        <p:txBody>
          <a:bodyPr>
            <a:noAutofit/>
          </a:bodyPr>
          <a:lstStyle/>
          <a:p>
            <a:pPr marL="0" indent="0">
              <a:buNone/>
            </a:pPr>
            <a:r>
              <a:rPr lang="en-AU" sz="9600" dirty="0"/>
              <a:t>1 2 3 </a:t>
            </a:r>
          </a:p>
        </p:txBody>
      </p:sp>
      <p:sp>
        <p:nvSpPr>
          <p:cNvPr id="4" name="Title 1">
            <a:extLst>
              <a:ext uri="{FF2B5EF4-FFF2-40B4-BE49-F238E27FC236}">
                <a16:creationId xmlns:a16="http://schemas.microsoft.com/office/drawing/2014/main" id="{591CC931-F713-6B44-827D-A431380179F8}"/>
              </a:ext>
            </a:extLst>
          </p:cNvPr>
          <p:cNvSpPr>
            <a:spLocks noGrp="1"/>
          </p:cNvSpPr>
          <p:nvPr>
            <p:ph type="title"/>
          </p:nvPr>
        </p:nvSpPr>
        <p:spPr>
          <a:xfrm>
            <a:off x="468312" y="560387"/>
            <a:ext cx="8207376" cy="996951"/>
          </a:xfrm>
        </p:spPr>
        <p:txBody>
          <a:bodyPr/>
          <a:lstStyle/>
          <a:p>
            <a:r>
              <a:rPr lang="en-AU" dirty="0"/>
              <a:t>Decimal (base-10)</a:t>
            </a:r>
          </a:p>
        </p:txBody>
      </p:sp>
      <p:sp>
        <p:nvSpPr>
          <p:cNvPr id="5" name="TextBox 4">
            <a:extLst>
              <a:ext uri="{FF2B5EF4-FFF2-40B4-BE49-F238E27FC236}">
                <a16:creationId xmlns:a16="http://schemas.microsoft.com/office/drawing/2014/main" id="{7ADE80E3-B942-1642-85B5-7296EA712FD6}"/>
              </a:ext>
            </a:extLst>
          </p:cNvPr>
          <p:cNvSpPr txBox="1"/>
          <p:nvPr/>
        </p:nvSpPr>
        <p:spPr>
          <a:xfrm>
            <a:off x="2870421" y="2377440"/>
            <a:ext cx="2400653" cy="36932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45718" tIns="45718" rIns="45718" bIns="45718"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AU" sz="1800" b="0" i="0" u="none" strike="noStrike" cap="none" spc="0" normalizeH="0" baseline="0" dirty="0">
                <a:ln>
                  <a:noFill/>
                </a:ln>
                <a:solidFill>
                  <a:srgbClr val="333333"/>
                </a:solidFill>
                <a:effectLst/>
                <a:uFillTx/>
                <a:latin typeface="+mn-lt"/>
                <a:ea typeface="+mn-ea"/>
                <a:cs typeface="+mn-cs"/>
                <a:sym typeface="Helvetica"/>
              </a:rPr>
              <a:t>100          10             1</a:t>
            </a:r>
          </a:p>
        </p:txBody>
      </p:sp>
      <p:sp>
        <p:nvSpPr>
          <p:cNvPr id="2" name="TextBox 1">
            <a:extLst>
              <a:ext uri="{FF2B5EF4-FFF2-40B4-BE49-F238E27FC236}">
                <a16:creationId xmlns:a16="http://schemas.microsoft.com/office/drawing/2014/main" id="{81438405-91A3-C842-A216-7F033A376A2E}"/>
              </a:ext>
            </a:extLst>
          </p:cNvPr>
          <p:cNvSpPr txBox="1"/>
          <p:nvPr/>
        </p:nvSpPr>
        <p:spPr>
          <a:xfrm>
            <a:off x="2445948" y="4047214"/>
            <a:ext cx="3016206" cy="36932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45718" tIns="45718" rIns="45718" bIns="45718"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AU" sz="1800" b="0" i="0" u="none" strike="noStrike" cap="none" spc="0" normalizeH="0" baseline="0" dirty="0">
                <a:ln>
                  <a:noFill/>
                </a:ln>
                <a:solidFill>
                  <a:srgbClr val="333333"/>
                </a:solidFill>
                <a:effectLst/>
                <a:uFillTx/>
                <a:latin typeface="+mn-lt"/>
                <a:ea typeface="+mn-ea"/>
                <a:cs typeface="+mn-cs"/>
                <a:sym typeface="Helvetica"/>
              </a:rPr>
              <a:t>100 x 1   +    10 x 2  +   3 x 1</a:t>
            </a:r>
          </a:p>
        </p:txBody>
      </p:sp>
    </p:spTree>
    <p:extLst>
      <p:ext uri="{BB962C8B-B14F-4D97-AF65-F5344CB8AC3E}">
        <p14:creationId xmlns:p14="http://schemas.microsoft.com/office/powerpoint/2010/main" val="695193465"/>
      </p:ext>
    </p:extLst>
  </p:cSld>
  <p:clrMapOvr>
    <a:masterClrMapping/>
  </p:clrMapOvr>
  <p:transition spd="med"/>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E21220CA-A5B1-A34F-BE29-A62CB3A42928}"/>
              </a:ext>
            </a:extLst>
          </p:cNvPr>
          <p:cNvSpPr>
            <a:spLocks noGrp="1"/>
          </p:cNvSpPr>
          <p:nvPr>
            <p:ph type="body" idx="1"/>
          </p:nvPr>
        </p:nvSpPr>
        <p:spPr>
          <a:xfrm>
            <a:off x="2713383" y="2452977"/>
            <a:ext cx="3218290" cy="1379552"/>
          </a:xfrm>
        </p:spPr>
        <p:txBody>
          <a:bodyPr>
            <a:noAutofit/>
          </a:bodyPr>
          <a:lstStyle/>
          <a:p>
            <a:pPr marL="0" indent="0">
              <a:buNone/>
            </a:pPr>
            <a:r>
              <a:rPr lang="en-AU" sz="9600" dirty="0"/>
              <a:t>1 2 3 </a:t>
            </a:r>
          </a:p>
        </p:txBody>
      </p:sp>
      <p:sp>
        <p:nvSpPr>
          <p:cNvPr id="4" name="Title 1">
            <a:extLst>
              <a:ext uri="{FF2B5EF4-FFF2-40B4-BE49-F238E27FC236}">
                <a16:creationId xmlns:a16="http://schemas.microsoft.com/office/drawing/2014/main" id="{591CC931-F713-6B44-827D-A431380179F8}"/>
              </a:ext>
            </a:extLst>
          </p:cNvPr>
          <p:cNvSpPr>
            <a:spLocks noGrp="1"/>
          </p:cNvSpPr>
          <p:nvPr>
            <p:ph type="title"/>
          </p:nvPr>
        </p:nvSpPr>
        <p:spPr>
          <a:xfrm>
            <a:off x="468312" y="560387"/>
            <a:ext cx="8207376" cy="996951"/>
          </a:xfrm>
        </p:spPr>
        <p:txBody>
          <a:bodyPr/>
          <a:lstStyle/>
          <a:p>
            <a:r>
              <a:rPr lang="en-AU" dirty="0"/>
              <a:t>Decimal (base-10)</a:t>
            </a:r>
          </a:p>
        </p:txBody>
      </p:sp>
      <p:sp>
        <p:nvSpPr>
          <p:cNvPr id="5" name="TextBox 4">
            <a:extLst>
              <a:ext uri="{FF2B5EF4-FFF2-40B4-BE49-F238E27FC236}">
                <a16:creationId xmlns:a16="http://schemas.microsoft.com/office/drawing/2014/main" id="{7ADE80E3-B942-1642-85B5-7296EA712FD6}"/>
              </a:ext>
            </a:extLst>
          </p:cNvPr>
          <p:cNvSpPr txBox="1"/>
          <p:nvPr/>
        </p:nvSpPr>
        <p:spPr>
          <a:xfrm>
            <a:off x="2870421" y="2377440"/>
            <a:ext cx="2400653" cy="36932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45718" tIns="45718" rIns="45718" bIns="45718"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AU" sz="1800" b="0" i="0" u="none" strike="noStrike" cap="none" spc="0" normalizeH="0" baseline="0" dirty="0">
                <a:ln>
                  <a:noFill/>
                </a:ln>
                <a:solidFill>
                  <a:srgbClr val="333333"/>
                </a:solidFill>
                <a:effectLst/>
                <a:uFillTx/>
                <a:latin typeface="+mn-lt"/>
                <a:ea typeface="+mn-ea"/>
                <a:cs typeface="+mn-cs"/>
                <a:sym typeface="Helvetica"/>
              </a:rPr>
              <a:t>100          10             1</a:t>
            </a:r>
          </a:p>
        </p:txBody>
      </p:sp>
      <p:sp>
        <p:nvSpPr>
          <p:cNvPr id="2" name="TextBox 1">
            <a:extLst>
              <a:ext uri="{FF2B5EF4-FFF2-40B4-BE49-F238E27FC236}">
                <a16:creationId xmlns:a16="http://schemas.microsoft.com/office/drawing/2014/main" id="{81438405-91A3-C842-A216-7F033A376A2E}"/>
              </a:ext>
            </a:extLst>
          </p:cNvPr>
          <p:cNvSpPr txBox="1"/>
          <p:nvPr/>
        </p:nvSpPr>
        <p:spPr>
          <a:xfrm>
            <a:off x="2445948" y="4047214"/>
            <a:ext cx="2862318" cy="36932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45718" tIns="45718" rIns="45718" bIns="45718"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AU" sz="1800" b="0" i="0" u="none" strike="noStrike" cap="none" spc="0" normalizeH="0" baseline="0" dirty="0">
                <a:ln>
                  <a:noFill/>
                </a:ln>
                <a:solidFill>
                  <a:srgbClr val="333333"/>
                </a:solidFill>
                <a:effectLst/>
                <a:uFillTx/>
                <a:latin typeface="+mn-lt"/>
                <a:ea typeface="+mn-ea"/>
                <a:cs typeface="+mn-cs"/>
                <a:sym typeface="Helvetica"/>
              </a:rPr>
              <a:t>     100   +      20     +       3 </a:t>
            </a:r>
          </a:p>
        </p:txBody>
      </p:sp>
    </p:spTree>
    <p:extLst>
      <p:ext uri="{BB962C8B-B14F-4D97-AF65-F5344CB8AC3E}">
        <p14:creationId xmlns:p14="http://schemas.microsoft.com/office/powerpoint/2010/main" val="3972378041"/>
      </p:ext>
    </p:extLst>
  </p:cSld>
  <p:clrMapOvr>
    <a:masterClrMapping/>
  </p:clrMapOvr>
  <p:transition spd="med"/>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E21220CA-A5B1-A34F-BE29-A62CB3A42928}"/>
              </a:ext>
            </a:extLst>
          </p:cNvPr>
          <p:cNvSpPr>
            <a:spLocks noGrp="1"/>
          </p:cNvSpPr>
          <p:nvPr>
            <p:ph type="body" idx="1"/>
          </p:nvPr>
        </p:nvSpPr>
        <p:spPr>
          <a:xfrm>
            <a:off x="2713383" y="2452977"/>
            <a:ext cx="3218290" cy="1379552"/>
          </a:xfrm>
        </p:spPr>
        <p:txBody>
          <a:bodyPr>
            <a:noAutofit/>
          </a:bodyPr>
          <a:lstStyle/>
          <a:p>
            <a:pPr marL="0" indent="0">
              <a:buNone/>
            </a:pPr>
            <a:r>
              <a:rPr lang="en-AU" sz="9600" dirty="0"/>
              <a:t>1 2 3 </a:t>
            </a:r>
          </a:p>
        </p:txBody>
      </p:sp>
      <p:sp>
        <p:nvSpPr>
          <p:cNvPr id="4" name="Title 1">
            <a:extLst>
              <a:ext uri="{FF2B5EF4-FFF2-40B4-BE49-F238E27FC236}">
                <a16:creationId xmlns:a16="http://schemas.microsoft.com/office/drawing/2014/main" id="{591CC931-F713-6B44-827D-A431380179F8}"/>
              </a:ext>
            </a:extLst>
          </p:cNvPr>
          <p:cNvSpPr>
            <a:spLocks noGrp="1"/>
          </p:cNvSpPr>
          <p:nvPr>
            <p:ph type="title"/>
          </p:nvPr>
        </p:nvSpPr>
        <p:spPr>
          <a:xfrm>
            <a:off x="468312" y="560387"/>
            <a:ext cx="8207376" cy="996951"/>
          </a:xfrm>
        </p:spPr>
        <p:txBody>
          <a:bodyPr/>
          <a:lstStyle/>
          <a:p>
            <a:r>
              <a:rPr lang="en-AU" dirty="0"/>
              <a:t>Decimal (base-10)</a:t>
            </a:r>
          </a:p>
        </p:txBody>
      </p:sp>
    </p:spTree>
    <p:extLst>
      <p:ext uri="{BB962C8B-B14F-4D97-AF65-F5344CB8AC3E}">
        <p14:creationId xmlns:p14="http://schemas.microsoft.com/office/powerpoint/2010/main" val="3245403925"/>
      </p:ext>
    </p:extLst>
  </p:cSld>
  <p:clrMapOvr>
    <a:masterClrMapping/>
  </p:clrMapOvr>
  <p:transition spd="med"/>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E21220CA-A5B1-A34F-BE29-A62CB3A42928}"/>
              </a:ext>
            </a:extLst>
          </p:cNvPr>
          <p:cNvSpPr>
            <a:spLocks noGrp="1"/>
          </p:cNvSpPr>
          <p:nvPr>
            <p:ph type="body" idx="1"/>
          </p:nvPr>
        </p:nvSpPr>
        <p:spPr>
          <a:xfrm>
            <a:off x="2713383" y="2452977"/>
            <a:ext cx="3218290" cy="1379552"/>
          </a:xfrm>
        </p:spPr>
        <p:txBody>
          <a:bodyPr>
            <a:noAutofit/>
          </a:bodyPr>
          <a:lstStyle/>
          <a:p>
            <a:pPr marL="0" indent="0">
              <a:buNone/>
            </a:pPr>
            <a:r>
              <a:rPr lang="en-AU" sz="9600" dirty="0"/>
              <a:t># # # </a:t>
            </a:r>
          </a:p>
        </p:txBody>
      </p:sp>
      <p:sp>
        <p:nvSpPr>
          <p:cNvPr id="4" name="Title 1">
            <a:extLst>
              <a:ext uri="{FF2B5EF4-FFF2-40B4-BE49-F238E27FC236}">
                <a16:creationId xmlns:a16="http://schemas.microsoft.com/office/drawing/2014/main" id="{591CC931-F713-6B44-827D-A431380179F8}"/>
              </a:ext>
            </a:extLst>
          </p:cNvPr>
          <p:cNvSpPr>
            <a:spLocks noGrp="1"/>
          </p:cNvSpPr>
          <p:nvPr>
            <p:ph type="title"/>
          </p:nvPr>
        </p:nvSpPr>
        <p:spPr>
          <a:xfrm>
            <a:off x="468312" y="560387"/>
            <a:ext cx="8207376" cy="996951"/>
          </a:xfrm>
        </p:spPr>
        <p:txBody>
          <a:bodyPr/>
          <a:lstStyle/>
          <a:p>
            <a:r>
              <a:rPr lang="en-AU" dirty="0"/>
              <a:t>Decimal (base-10)</a:t>
            </a:r>
          </a:p>
        </p:txBody>
      </p:sp>
      <p:sp>
        <p:nvSpPr>
          <p:cNvPr id="5" name="TextBox 4">
            <a:extLst>
              <a:ext uri="{FF2B5EF4-FFF2-40B4-BE49-F238E27FC236}">
                <a16:creationId xmlns:a16="http://schemas.microsoft.com/office/drawing/2014/main" id="{7ADE80E3-B942-1642-85B5-7296EA712FD6}"/>
              </a:ext>
            </a:extLst>
          </p:cNvPr>
          <p:cNvSpPr txBox="1"/>
          <p:nvPr/>
        </p:nvSpPr>
        <p:spPr>
          <a:xfrm>
            <a:off x="2870421" y="2377440"/>
            <a:ext cx="2400653" cy="36932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45718" tIns="45718" rIns="45718" bIns="45718"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AU" sz="1800" b="0" i="0" u="none" strike="noStrike" cap="none" spc="0" normalizeH="0" baseline="0" dirty="0">
                <a:ln>
                  <a:noFill/>
                </a:ln>
                <a:solidFill>
                  <a:srgbClr val="333333"/>
                </a:solidFill>
                <a:effectLst/>
                <a:uFillTx/>
                <a:latin typeface="+mn-lt"/>
                <a:ea typeface="+mn-ea"/>
                <a:cs typeface="+mn-cs"/>
                <a:sym typeface="Helvetica"/>
              </a:rPr>
              <a:t>100          10             1</a:t>
            </a:r>
          </a:p>
        </p:txBody>
      </p:sp>
    </p:spTree>
    <p:extLst>
      <p:ext uri="{BB962C8B-B14F-4D97-AF65-F5344CB8AC3E}">
        <p14:creationId xmlns:p14="http://schemas.microsoft.com/office/powerpoint/2010/main" val="808551612"/>
      </p:ext>
    </p:extLst>
  </p:cSld>
  <p:clrMapOvr>
    <a:masterClrMapping/>
  </p:clrMapOvr>
  <p:transition spd="med"/>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E21220CA-A5B1-A34F-BE29-A62CB3A42928}"/>
              </a:ext>
            </a:extLst>
          </p:cNvPr>
          <p:cNvSpPr>
            <a:spLocks noGrp="1"/>
          </p:cNvSpPr>
          <p:nvPr>
            <p:ph type="body" idx="1"/>
          </p:nvPr>
        </p:nvSpPr>
        <p:spPr>
          <a:xfrm>
            <a:off x="2713383" y="2452977"/>
            <a:ext cx="3218290" cy="1379552"/>
          </a:xfrm>
        </p:spPr>
        <p:txBody>
          <a:bodyPr>
            <a:noAutofit/>
          </a:bodyPr>
          <a:lstStyle/>
          <a:p>
            <a:pPr marL="0" indent="0">
              <a:buNone/>
            </a:pPr>
            <a:r>
              <a:rPr lang="en-AU" sz="9600" dirty="0"/>
              <a:t># # # </a:t>
            </a:r>
          </a:p>
        </p:txBody>
      </p:sp>
      <p:sp>
        <p:nvSpPr>
          <p:cNvPr id="4" name="Title 1">
            <a:extLst>
              <a:ext uri="{FF2B5EF4-FFF2-40B4-BE49-F238E27FC236}">
                <a16:creationId xmlns:a16="http://schemas.microsoft.com/office/drawing/2014/main" id="{591CC931-F713-6B44-827D-A431380179F8}"/>
              </a:ext>
            </a:extLst>
          </p:cNvPr>
          <p:cNvSpPr>
            <a:spLocks noGrp="1"/>
          </p:cNvSpPr>
          <p:nvPr>
            <p:ph type="title"/>
          </p:nvPr>
        </p:nvSpPr>
        <p:spPr>
          <a:xfrm>
            <a:off x="468312" y="560387"/>
            <a:ext cx="8207376" cy="996951"/>
          </a:xfrm>
        </p:spPr>
        <p:txBody>
          <a:bodyPr/>
          <a:lstStyle/>
          <a:p>
            <a:r>
              <a:rPr lang="en-AU" dirty="0"/>
              <a:t>Decimal (base-10)</a:t>
            </a:r>
          </a:p>
        </p:txBody>
      </p:sp>
      <p:sp>
        <p:nvSpPr>
          <p:cNvPr id="5" name="TextBox 4">
            <a:extLst>
              <a:ext uri="{FF2B5EF4-FFF2-40B4-BE49-F238E27FC236}">
                <a16:creationId xmlns:a16="http://schemas.microsoft.com/office/drawing/2014/main" id="{7ADE80E3-B942-1642-85B5-7296EA712FD6}"/>
              </a:ext>
            </a:extLst>
          </p:cNvPr>
          <p:cNvSpPr txBox="1"/>
          <p:nvPr/>
        </p:nvSpPr>
        <p:spPr>
          <a:xfrm>
            <a:off x="2870421" y="2377440"/>
            <a:ext cx="2634692" cy="36932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45718" tIns="45718" rIns="45718" bIns="45718"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AU" sz="1800" b="0" i="0" u="none" strike="noStrike" cap="none" spc="0" normalizeH="0" baseline="0" dirty="0">
                <a:ln>
                  <a:noFill/>
                </a:ln>
                <a:solidFill>
                  <a:srgbClr val="333333"/>
                </a:solidFill>
                <a:effectLst/>
                <a:uFillTx/>
                <a:latin typeface="+mn-lt"/>
                <a:ea typeface="+mn-ea"/>
                <a:cs typeface="+mn-cs"/>
                <a:sym typeface="Helvetica"/>
              </a:rPr>
              <a:t>10</a:t>
            </a:r>
            <a:r>
              <a:rPr kumimoji="0" lang="en-AU" sz="1800" b="0" i="0" u="none" strike="noStrike" cap="none" spc="0" normalizeH="0" baseline="30000" dirty="0">
                <a:ln>
                  <a:noFill/>
                </a:ln>
                <a:solidFill>
                  <a:srgbClr val="333333"/>
                </a:solidFill>
                <a:effectLst/>
                <a:uFillTx/>
                <a:latin typeface="+mn-lt"/>
                <a:ea typeface="+mn-ea"/>
                <a:cs typeface="+mn-cs"/>
                <a:sym typeface="Helvetica"/>
              </a:rPr>
              <a:t>2</a:t>
            </a:r>
            <a:r>
              <a:rPr kumimoji="0" lang="en-AU" sz="1800" b="0" i="0" u="none" strike="noStrike" cap="none" spc="0" normalizeH="0" baseline="0" dirty="0">
                <a:ln>
                  <a:noFill/>
                </a:ln>
                <a:solidFill>
                  <a:srgbClr val="333333"/>
                </a:solidFill>
                <a:effectLst/>
                <a:uFillTx/>
                <a:latin typeface="+mn-lt"/>
                <a:ea typeface="+mn-ea"/>
                <a:cs typeface="+mn-cs"/>
                <a:sym typeface="Helvetica"/>
              </a:rPr>
              <a:t>          10</a:t>
            </a:r>
            <a:r>
              <a:rPr kumimoji="0" lang="en-AU" sz="1800" b="0" i="0" u="none" strike="noStrike" cap="none" spc="0" normalizeH="0" baseline="30000" dirty="0">
                <a:ln>
                  <a:noFill/>
                </a:ln>
                <a:solidFill>
                  <a:srgbClr val="333333"/>
                </a:solidFill>
                <a:effectLst/>
                <a:uFillTx/>
                <a:latin typeface="+mn-lt"/>
                <a:ea typeface="+mn-ea"/>
                <a:cs typeface="+mn-cs"/>
                <a:sym typeface="Helvetica"/>
              </a:rPr>
              <a:t>1</a:t>
            </a:r>
            <a:r>
              <a:rPr kumimoji="0" lang="en-AU" sz="1800" b="0" i="0" u="none" strike="noStrike" cap="none" spc="0" normalizeH="0" baseline="0" dirty="0">
                <a:ln>
                  <a:noFill/>
                </a:ln>
                <a:solidFill>
                  <a:srgbClr val="333333"/>
                </a:solidFill>
                <a:effectLst/>
                <a:uFillTx/>
                <a:latin typeface="+mn-lt"/>
                <a:ea typeface="+mn-ea"/>
                <a:cs typeface="+mn-cs"/>
                <a:sym typeface="Helvetica"/>
              </a:rPr>
              <a:t>             10</a:t>
            </a:r>
            <a:r>
              <a:rPr kumimoji="0" lang="en-AU" sz="1800" b="0" i="0" u="none" strike="noStrike" cap="none" spc="0" normalizeH="0" baseline="30000" dirty="0">
                <a:ln>
                  <a:noFill/>
                </a:ln>
                <a:solidFill>
                  <a:srgbClr val="333333"/>
                </a:solidFill>
                <a:effectLst/>
                <a:uFillTx/>
                <a:latin typeface="+mn-lt"/>
                <a:ea typeface="+mn-ea"/>
                <a:cs typeface="+mn-cs"/>
                <a:sym typeface="Helvetica"/>
              </a:rPr>
              <a:t>0</a:t>
            </a:r>
          </a:p>
        </p:txBody>
      </p:sp>
    </p:spTree>
    <p:extLst>
      <p:ext uri="{BB962C8B-B14F-4D97-AF65-F5344CB8AC3E}">
        <p14:creationId xmlns:p14="http://schemas.microsoft.com/office/powerpoint/2010/main" val="1148972288"/>
      </p:ext>
    </p:extLst>
  </p:cSld>
  <p:clrMapOvr>
    <a:masterClrMapping/>
  </p:clrMapOvr>
  <p:transition spd="med"/>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E21220CA-A5B1-A34F-BE29-A62CB3A42928}"/>
              </a:ext>
            </a:extLst>
          </p:cNvPr>
          <p:cNvSpPr>
            <a:spLocks noGrp="1"/>
          </p:cNvSpPr>
          <p:nvPr>
            <p:ph type="body" idx="1"/>
          </p:nvPr>
        </p:nvSpPr>
        <p:spPr>
          <a:xfrm>
            <a:off x="2713383" y="2452977"/>
            <a:ext cx="3218290" cy="1379552"/>
          </a:xfrm>
        </p:spPr>
        <p:txBody>
          <a:bodyPr>
            <a:noAutofit/>
          </a:bodyPr>
          <a:lstStyle/>
          <a:p>
            <a:pPr marL="0" indent="0">
              <a:buNone/>
            </a:pPr>
            <a:r>
              <a:rPr lang="en-AU" sz="9600" dirty="0"/>
              <a:t># # # </a:t>
            </a:r>
          </a:p>
        </p:txBody>
      </p:sp>
      <p:sp>
        <p:nvSpPr>
          <p:cNvPr id="4" name="Title 1">
            <a:extLst>
              <a:ext uri="{FF2B5EF4-FFF2-40B4-BE49-F238E27FC236}">
                <a16:creationId xmlns:a16="http://schemas.microsoft.com/office/drawing/2014/main" id="{591CC931-F713-6B44-827D-A431380179F8}"/>
              </a:ext>
            </a:extLst>
          </p:cNvPr>
          <p:cNvSpPr>
            <a:spLocks noGrp="1"/>
          </p:cNvSpPr>
          <p:nvPr>
            <p:ph type="title"/>
          </p:nvPr>
        </p:nvSpPr>
        <p:spPr>
          <a:xfrm>
            <a:off x="468312" y="560387"/>
            <a:ext cx="8207376" cy="996951"/>
          </a:xfrm>
        </p:spPr>
        <p:txBody>
          <a:bodyPr/>
          <a:lstStyle/>
          <a:p>
            <a:r>
              <a:rPr lang="en-AU" dirty="0"/>
              <a:t>Binary (base-2)</a:t>
            </a:r>
          </a:p>
        </p:txBody>
      </p:sp>
      <p:sp>
        <p:nvSpPr>
          <p:cNvPr id="5" name="TextBox 4">
            <a:extLst>
              <a:ext uri="{FF2B5EF4-FFF2-40B4-BE49-F238E27FC236}">
                <a16:creationId xmlns:a16="http://schemas.microsoft.com/office/drawing/2014/main" id="{7ADE80E3-B942-1642-85B5-7296EA712FD6}"/>
              </a:ext>
            </a:extLst>
          </p:cNvPr>
          <p:cNvSpPr txBox="1"/>
          <p:nvPr/>
        </p:nvSpPr>
        <p:spPr>
          <a:xfrm>
            <a:off x="2870421" y="2377440"/>
            <a:ext cx="2463171" cy="36932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45718" tIns="45718" rIns="45718" bIns="45718"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lang="en-AU" dirty="0"/>
              <a:t>  2</a:t>
            </a:r>
            <a:r>
              <a:rPr kumimoji="0" lang="en-AU" sz="1800" b="0" i="0" u="none" strike="noStrike" cap="none" spc="0" normalizeH="0" baseline="30000" dirty="0">
                <a:ln>
                  <a:noFill/>
                </a:ln>
                <a:solidFill>
                  <a:srgbClr val="333333"/>
                </a:solidFill>
                <a:effectLst/>
                <a:uFillTx/>
                <a:latin typeface="+mn-lt"/>
                <a:ea typeface="+mn-ea"/>
                <a:cs typeface="+mn-cs"/>
                <a:sym typeface="Helvetica"/>
              </a:rPr>
              <a:t>2</a:t>
            </a:r>
            <a:r>
              <a:rPr kumimoji="0" lang="en-AU" sz="1800" b="0" i="0" u="none" strike="noStrike" cap="none" spc="0" normalizeH="0" baseline="0" dirty="0">
                <a:ln>
                  <a:noFill/>
                </a:ln>
                <a:solidFill>
                  <a:srgbClr val="333333"/>
                </a:solidFill>
                <a:effectLst/>
                <a:uFillTx/>
                <a:latin typeface="+mn-lt"/>
                <a:ea typeface="+mn-ea"/>
                <a:cs typeface="+mn-cs"/>
                <a:sym typeface="Helvetica"/>
              </a:rPr>
              <a:t>            2</a:t>
            </a:r>
            <a:r>
              <a:rPr kumimoji="0" lang="en-AU" sz="1800" b="0" i="0" u="none" strike="noStrike" cap="none" spc="0" normalizeH="0" baseline="30000" dirty="0">
                <a:ln>
                  <a:noFill/>
                </a:ln>
                <a:solidFill>
                  <a:srgbClr val="333333"/>
                </a:solidFill>
                <a:effectLst/>
                <a:uFillTx/>
                <a:latin typeface="+mn-lt"/>
                <a:ea typeface="+mn-ea"/>
                <a:cs typeface="+mn-cs"/>
                <a:sym typeface="Helvetica"/>
              </a:rPr>
              <a:t>1</a:t>
            </a:r>
            <a:r>
              <a:rPr kumimoji="0" lang="en-AU" sz="1800" b="0" i="0" u="none" strike="noStrike" cap="none" spc="0" normalizeH="0" baseline="0" dirty="0">
                <a:ln>
                  <a:noFill/>
                </a:ln>
                <a:solidFill>
                  <a:srgbClr val="333333"/>
                </a:solidFill>
                <a:effectLst/>
                <a:uFillTx/>
                <a:latin typeface="+mn-lt"/>
                <a:ea typeface="+mn-ea"/>
                <a:cs typeface="+mn-cs"/>
                <a:sym typeface="Helvetica"/>
              </a:rPr>
              <a:t>             2</a:t>
            </a:r>
            <a:r>
              <a:rPr kumimoji="0" lang="en-AU" sz="1800" b="0" i="0" u="none" strike="noStrike" cap="none" spc="0" normalizeH="0" baseline="30000" dirty="0">
                <a:ln>
                  <a:noFill/>
                </a:ln>
                <a:solidFill>
                  <a:srgbClr val="333333"/>
                </a:solidFill>
                <a:effectLst/>
                <a:uFillTx/>
                <a:latin typeface="+mn-lt"/>
                <a:ea typeface="+mn-ea"/>
                <a:cs typeface="+mn-cs"/>
                <a:sym typeface="Helvetica"/>
              </a:rPr>
              <a:t>0</a:t>
            </a:r>
          </a:p>
        </p:txBody>
      </p:sp>
    </p:spTree>
    <p:extLst>
      <p:ext uri="{BB962C8B-B14F-4D97-AF65-F5344CB8AC3E}">
        <p14:creationId xmlns:p14="http://schemas.microsoft.com/office/powerpoint/2010/main" val="3071558054"/>
      </p:ext>
    </p:extLst>
  </p:cSld>
  <p:clrMapOvr>
    <a:masterClrMapping/>
  </p:clrMapOvr>
  <p:transition spd="med"/>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E21220CA-A5B1-A34F-BE29-A62CB3A42928}"/>
              </a:ext>
            </a:extLst>
          </p:cNvPr>
          <p:cNvSpPr>
            <a:spLocks noGrp="1"/>
          </p:cNvSpPr>
          <p:nvPr>
            <p:ph type="body" idx="1"/>
          </p:nvPr>
        </p:nvSpPr>
        <p:spPr>
          <a:xfrm>
            <a:off x="2713383" y="2452977"/>
            <a:ext cx="3218290" cy="1379552"/>
          </a:xfrm>
        </p:spPr>
        <p:txBody>
          <a:bodyPr>
            <a:noAutofit/>
          </a:bodyPr>
          <a:lstStyle/>
          <a:p>
            <a:pPr marL="0" indent="0">
              <a:buNone/>
            </a:pPr>
            <a:r>
              <a:rPr lang="en-AU" sz="9600" dirty="0"/>
              <a:t># # # </a:t>
            </a:r>
          </a:p>
        </p:txBody>
      </p:sp>
      <p:sp>
        <p:nvSpPr>
          <p:cNvPr id="4" name="Title 1">
            <a:extLst>
              <a:ext uri="{FF2B5EF4-FFF2-40B4-BE49-F238E27FC236}">
                <a16:creationId xmlns:a16="http://schemas.microsoft.com/office/drawing/2014/main" id="{591CC931-F713-6B44-827D-A431380179F8}"/>
              </a:ext>
            </a:extLst>
          </p:cNvPr>
          <p:cNvSpPr>
            <a:spLocks noGrp="1"/>
          </p:cNvSpPr>
          <p:nvPr>
            <p:ph type="title"/>
          </p:nvPr>
        </p:nvSpPr>
        <p:spPr>
          <a:xfrm>
            <a:off x="468312" y="560387"/>
            <a:ext cx="8207376" cy="996951"/>
          </a:xfrm>
        </p:spPr>
        <p:txBody>
          <a:bodyPr/>
          <a:lstStyle/>
          <a:p>
            <a:r>
              <a:rPr lang="en-AU" dirty="0"/>
              <a:t>Binary (base-2)</a:t>
            </a:r>
          </a:p>
        </p:txBody>
      </p:sp>
      <p:sp>
        <p:nvSpPr>
          <p:cNvPr id="5" name="TextBox 4">
            <a:extLst>
              <a:ext uri="{FF2B5EF4-FFF2-40B4-BE49-F238E27FC236}">
                <a16:creationId xmlns:a16="http://schemas.microsoft.com/office/drawing/2014/main" id="{7ADE80E3-B942-1642-85B5-7296EA712FD6}"/>
              </a:ext>
            </a:extLst>
          </p:cNvPr>
          <p:cNvSpPr txBox="1"/>
          <p:nvPr/>
        </p:nvSpPr>
        <p:spPr>
          <a:xfrm>
            <a:off x="2870421" y="2377440"/>
            <a:ext cx="2400653" cy="36932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45718" tIns="45718" rIns="45718" bIns="45718"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lang="en-AU" dirty="0"/>
              <a:t>  4</a:t>
            </a:r>
            <a:r>
              <a:rPr kumimoji="0" lang="en-AU" sz="1800" b="0" i="0" u="none" strike="noStrike" cap="none" spc="0" normalizeH="0" baseline="0" dirty="0">
                <a:ln>
                  <a:noFill/>
                </a:ln>
                <a:solidFill>
                  <a:srgbClr val="333333"/>
                </a:solidFill>
                <a:effectLst/>
                <a:uFillTx/>
                <a:latin typeface="+mn-lt"/>
                <a:ea typeface="+mn-ea"/>
                <a:cs typeface="+mn-cs"/>
                <a:sym typeface="Helvetica"/>
              </a:rPr>
              <a:t>               2             1</a:t>
            </a:r>
            <a:endParaRPr kumimoji="0" lang="en-AU" sz="1800" b="0" i="0" u="none" strike="noStrike" cap="none" spc="0" normalizeH="0" baseline="30000" dirty="0">
              <a:ln>
                <a:noFill/>
              </a:ln>
              <a:solidFill>
                <a:srgbClr val="333333"/>
              </a:solidFill>
              <a:effectLst/>
              <a:uFillTx/>
              <a:latin typeface="+mn-lt"/>
              <a:ea typeface="+mn-ea"/>
              <a:cs typeface="+mn-cs"/>
              <a:sym typeface="Helvetica"/>
            </a:endParaRPr>
          </a:p>
        </p:txBody>
      </p:sp>
    </p:spTree>
    <p:extLst>
      <p:ext uri="{BB962C8B-B14F-4D97-AF65-F5344CB8AC3E}">
        <p14:creationId xmlns:p14="http://schemas.microsoft.com/office/powerpoint/2010/main" val="1917317539"/>
      </p:ext>
    </p:extLst>
  </p:cSld>
  <p:clrMapOvr>
    <a:masterClrMapping/>
  </p:clrMapOvr>
  <p:transition spd="med"/>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E21220CA-A5B1-A34F-BE29-A62CB3A42928}"/>
              </a:ext>
            </a:extLst>
          </p:cNvPr>
          <p:cNvSpPr>
            <a:spLocks noGrp="1"/>
          </p:cNvSpPr>
          <p:nvPr>
            <p:ph type="body" idx="1"/>
          </p:nvPr>
        </p:nvSpPr>
        <p:spPr>
          <a:xfrm>
            <a:off x="2713383" y="2452977"/>
            <a:ext cx="3218290" cy="1379552"/>
          </a:xfrm>
        </p:spPr>
        <p:txBody>
          <a:bodyPr>
            <a:noAutofit/>
          </a:bodyPr>
          <a:lstStyle/>
          <a:p>
            <a:pPr marL="0" indent="0">
              <a:buNone/>
            </a:pPr>
            <a:r>
              <a:rPr lang="en-AU" sz="9600" dirty="0"/>
              <a:t>0 0 0 </a:t>
            </a:r>
          </a:p>
        </p:txBody>
      </p:sp>
      <p:sp>
        <p:nvSpPr>
          <p:cNvPr id="4" name="Title 1">
            <a:extLst>
              <a:ext uri="{FF2B5EF4-FFF2-40B4-BE49-F238E27FC236}">
                <a16:creationId xmlns:a16="http://schemas.microsoft.com/office/drawing/2014/main" id="{591CC931-F713-6B44-827D-A431380179F8}"/>
              </a:ext>
            </a:extLst>
          </p:cNvPr>
          <p:cNvSpPr>
            <a:spLocks noGrp="1"/>
          </p:cNvSpPr>
          <p:nvPr>
            <p:ph type="title"/>
          </p:nvPr>
        </p:nvSpPr>
        <p:spPr>
          <a:xfrm>
            <a:off x="468312" y="560387"/>
            <a:ext cx="8207376" cy="996951"/>
          </a:xfrm>
        </p:spPr>
        <p:txBody>
          <a:bodyPr/>
          <a:lstStyle/>
          <a:p>
            <a:r>
              <a:rPr lang="en-AU" dirty="0"/>
              <a:t>Binary (base-2)</a:t>
            </a:r>
          </a:p>
        </p:txBody>
      </p:sp>
      <p:sp>
        <p:nvSpPr>
          <p:cNvPr id="5" name="TextBox 4">
            <a:extLst>
              <a:ext uri="{FF2B5EF4-FFF2-40B4-BE49-F238E27FC236}">
                <a16:creationId xmlns:a16="http://schemas.microsoft.com/office/drawing/2014/main" id="{7ADE80E3-B942-1642-85B5-7296EA712FD6}"/>
              </a:ext>
            </a:extLst>
          </p:cNvPr>
          <p:cNvSpPr txBox="1"/>
          <p:nvPr/>
        </p:nvSpPr>
        <p:spPr>
          <a:xfrm>
            <a:off x="2870421" y="2377440"/>
            <a:ext cx="2400653" cy="36932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45718" tIns="45718" rIns="45718" bIns="45718"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lang="en-AU" dirty="0"/>
              <a:t>  4</a:t>
            </a:r>
            <a:r>
              <a:rPr kumimoji="0" lang="en-AU" sz="1800" b="0" i="0" u="none" strike="noStrike" cap="none" spc="0" normalizeH="0" baseline="0" dirty="0">
                <a:ln>
                  <a:noFill/>
                </a:ln>
                <a:solidFill>
                  <a:srgbClr val="333333"/>
                </a:solidFill>
                <a:effectLst/>
                <a:uFillTx/>
                <a:latin typeface="+mn-lt"/>
                <a:ea typeface="+mn-ea"/>
                <a:cs typeface="+mn-cs"/>
                <a:sym typeface="Helvetica"/>
              </a:rPr>
              <a:t>               2             1</a:t>
            </a:r>
            <a:endParaRPr kumimoji="0" lang="en-AU" sz="1800" b="0" i="0" u="none" strike="noStrike" cap="none" spc="0" normalizeH="0" baseline="30000" dirty="0">
              <a:ln>
                <a:noFill/>
              </a:ln>
              <a:solidFill>
                <a:srgbClr val="333333"/>
              </a:solidFill>
              <a:effectLst/>
              <a:uFillTx/>
              <a:latin typeface="+mn-lt"/>
              <a:ea typeface="+mn-ea"/>
              <a:cs typeface="+mn-cs"/>
              <a:sym typeface="Helvetica"/>
            </a:endParaRPr>
          </a:p>
        </p:txBody>
      </p:sp>
    </p:spTree>
    <p:extLst>
      <p:ext uri="{BB962C8B-B14F-4D97-AF65-F5344CB8AC3E}">
        <p14:creationId xmlns:p14="http://schemas.microsoft.com/office/powerpoint/2010/main" val="910888414"/>
      </p:ext>
    </p:extLst>
  </p:cSld>
  <p:clrMapOvr>
    <a:masterClrMapping/>
  </p:clrMapOvr>
  <p:transition spd="med"/>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E21220CA-A5B1-A34F-BE29-A62CB3A42928}"/>
              </a:ext>
            </a:extLst>
          </p:cNvPr>
          <p:cNvSpPr>
            <a:spLocks noGrp="1"/>
          </p:cNvSpPr>
          <p:nvPr>
            <p:ph type="body" idx="1"/>
          </p:nvPr>
        </p:nvSpPr>
        <p:spPr>
          <a:xfrm>
            <a:off x="2713383" y="2452977"/>
            <a:ext cx="3218290" cy="1379552"/>
          </a:xfrm>
        </p:spPr>
        <p:txBody>
          <a:bodyPr>
            <a:noAutofit/>
          </a:bodyPr>
          <a:lstStyle/>
          <a:p>
            <a:pPr marL="0" indent="0">
              <a:buNone/>
            </a:pPr>
            <a:r>
              <a:rPr lang="en-AU" sz="9600" dirty="0"/>
              <a:t>0 0 0 </a:t>
            </a:r>
          </a:p>
        </p:txBody>
      </p:sp>
      <p:sp>
        <p:nvSpPr>
          <p:cNvPr id="4" name="Title 1">
            <a:extLst>
              <a:ext uri="{FF2B5EF4-FFF2-40B4-BE49-F238E27FC236}">
                <a16:creationId xmlns:a16="http://schemas.microsoft.com/office/drawing/2014/main" id="{591CC931-F713-6B44-827D-A431380179F8}"/>
              </a:ext>
            </a:extLst>
          </p:cNvPr>
          <p:cNvSpPr>
            <a:spLocks noGrp="1"/>
          </p:cNvSpPr>
          <p:nvPr>
            <p:ph type="title"/>
          </p:nvPr>
        </p:nvSpPr>
        <p:spPr>
          <a:xfrm>
            <a:off x="468312" y="560387"/>
            <a:ext cx="8207376" cy="996951"/>
          </a:xfrm>
        </p:spPr>
        <p:txBody>
          <a:bodyPr/>
          <a:lstStyle/>
          <a:p>
            <a:r>
              <a:rPr lang="en-AU" dirty="0"/>
              <a:t>Binary (base-2)</a:t>
            </a:r>
          </a:p>
        </p:txBody>
      </p:sp>
      <p:sp>
        <p:nvSpPr>
          <p:cNvPr id="5" name="TextBox 4">
            <a:extLst>
              <a:ext uri="{FF2B5EF4-FFF2-40B4-BE49-F238E27FC236}">
                <a16:creationId xmlns:a16="http://schemas.microsoft.com/office/drawing/2014/main" id="{7ADE80E3-B942-1642-85B5-7296EA712FD6}"/>
              </a:ext>
            </a:extLst>
          </p:cNvPr>
          <p:cNvSpPr txBox="1"/>
          <p:nvPr/>
        </p:nvSpPr>
        <p:spPr>
          <a:xfrm>
            <a:off x="2870421" y="2377440"/>
            <a:ext cx="2400653" cy="36932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45718" tIns="45718" rIns="45718" bIns="45718"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lang="en-AU" dirty="0"/>
              <a:t>  4</a:t>
            </a:r>
            <a:r>
              <a:rPr kumimoji="0" lang="en-AU" sz="1800" b="0" i="0" u="none" strike="noStrike" cap="none" spc="0" normalizeH="0" baseline="0" dirty="0">
                <a:ln>
                  <a:noFill/>
                </a:ln>
                <a:solidFill>
                  <a:srgbClr val="333333"/>
                </a:solidFill>
                <a:effectLst/>
                <a:uFillTx/>
                <a:latin typeface="+mn-lt"/>
                <a:ea typeface="+mn-ea"/>
                <a:cs typeface="+mn-cs"/>
                <a:sym typeface="Helvetica"/>
              </a:rPr>
              <a:t>               2             1</a:t>
            </a:r>
            <a:endParaRPr kumimoji="0" lang="en-AU" sz="1800" b="0" i="0" u="none" strike="noStrike" cap="none" spc="0" normalizeH="0" baseline="30000" dirty="0">
              <a:ln>
                <a:noFill/>
              </a:ln>
              <a:solidFill>
                <a:srgbClr val="333333"/>
              </a:solidFill>
              <a:effectLst/>
              <a:uFillTx/>
              <a:latin typeface="+mn-lt"/>
              <a:ea typeface="+mn-ea"/>
              <a:cs typeface="+mn-cs"/>
              <a:sym typeface="Helvetica"/>
            </a:endParaRPr>
          </a:p>
        </p:txBody>
      </p:sp>
      <p:sp>
        <p:nvSpPr>
          <p:cNvPr id="2" name="TextBox 1">
            <a:extLst>
              <a:ext uri="{FF2B5EF4-FFF2-40B4-BE49-F238E27FC236}">
                <a16:creationId xmlns:a16="http://schemas.microsoft.com/office/drawing/2014/main" id="{F16D0878-A9BC-424C-BE3E-3532C2D13153}"/>
              </a:ext>
            </a:extLst>
          </p:cNvPr>
          <p:cNvSpPr txBox="1"/>
          <p:nvPr/>
        </p:nvSpPr>
        <p:spPr>
          <a:xfrm>
            <a:off x="2870421" y="3967701"/>
            <a:ext cx="2503245" cy="36932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45718" tIns="45718" rIns="45718" bIns="45718"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AU" sz="1800" b="0" i="0" u="none" strike="noStrike" cap="none" spc="0" normalizeH="0" baseline="0" dirty="0">
                <a:ln>
                  <a:noFill/>
                </a:ln>
                <a:solidFill>
                  <a:srgbClr val="333333"/>
                </a:solidFill>
                <a:effectLst/>
                <a:uFillTx/>
                <a:latin typeface="+mn-lt"/>
                <a:ea typeface="+mn-ea"/>
                <a:cs typeface="+mn-cs"/>
                <a:sym typeface="Helvetica"/>
              </a:rPr>
              <a:t>4 x 0    + 2 x 0   +  1 x 0</a:t>
            </a:r>
          </a:p>
        </p:txBody>
      </p:sp>
    </p:spTree>
    <p:extLst>
      <p:ext uri="{BB962C8B-B14F-4D97-AF65-F5344CB8AC3E}">
        <p14:creationId xmlns:p14="http://schemas.microsoft.com/office/powerpoint/2010/main" val="2644559170"/>
      </p:ext>
    </p:extLst>
  </p:cSld>
  <p:clrMapOvr>
    <a:masterClrMapping/>
  </p:clrMapOvr>
  <p:transition spd="med"/>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E21220CA-A5B1-A34F-BE29-A62CB3A42928}"/>
              </a:ext>
            </a:extLst>
          </p:cNvPr>
          <p:cNvSpPr>
            <a:spLocks noGrp="1"/>
          </p:cNvSpPr>
          <p:nvPr>
            <p:ph type="body" idx="1"/>
          </p:nvPr>
        </p:nvSpPr>
        <p:spPr>
          <a:xfrm>
            <a:off x="2713383" y="2452977"/>
            <a:ext cx="3218290" cy="1379552"/>
          </a:xfrm>
        </p:spPr>
        <p:txBody>
          <a:bodyPr>
            <a:noAutofit/>
          </a:bodyPr>
          <a:lstStyle/>
          <a:p>
            <a:pPr marL="0" indent="0">
              <a:buNone/>
            </a:pPr>
            <a:r>
              <a:rPr lang="en-AU" sz="9600" dirty="0"/>
              <a:t>0 0 1 </a:t>
            </a:r>
          </a:p>
        </p:txBody>
      </p:sp>
      <p:sp>
        <p:nvSpPr>
          <p:cNvPr id="4" name="Title 1">
            <a:extLst>
              <a:ext uri="{FF2B5EF4-FFF2-40B4-BE49-F238E27FC236}">
                <a16:creationId xmlns:a16="http://schemas.microsoft.com/office/drawing/2014/main" id="{591CC931-F713-6B44-827D-A431380179F8}"/>
              </a:ext>
            </a:extLst>
          </p:cNvPr>
          <p:cNvSpPr>
            <a:spLocks noGrp="1"/>
          </p:cNvSpPr>
          <p:nvPr>
            <p:ph type="title"/>
          </p:nvPr>
        </p:nvSpPr>
        <p:spPr>
          <a:xfrm>
            <a:off x="468312" y="560387"/>
            <a:ext cx="8207376" cy="996951"/>
          </a:xfrm>
        </p:spPr>
        <p:txBody>
          <a:bodyPr/>
          <a:lstStyle/>
          <a:p>
            <a:r>
              <a:rPr lang="en-AU" dirty="0"/>
              <a:t>Binary (base-2)</a:t>
            </a:r>
          </a:p>
        </p:txBody>
      </p:sp>
      <p:sp>
        <p:nvSpPr>
          <p:cNvPr id="5" name="TextBox 4">
            <a:extLst>
              <a:ext uri="{FF2B5EF4-FFF2-40B4-BE49-F238E27FC236}">
                <a16:creationId xmlns:a16="http://schemas.microsoft.com/office/drawing/2014/main" id="{7ADE80E3-B942-1642-85B5-7296EA712FD6}"/>
              </a:ext>
            </a:extLst>
          </p:cNvPr>
          <p:cNvSpPr txBox="1"/>
          <p:nvPr/>
        </p:nvSpPr>
        <p:spPr>
          <a:xfrm>
            <a:off x="2870421" y="2377440"/>
            <a:ext cx="2400653" cy="36932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45718" tIns="45718" rIns="45718" bIns="45718"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lang="en-AU" dirty="0"/>
              <a:t>  4</a:t>
            </a:r>
            <a:r>
              <a:rPr kumimoji="0" lang="en-AU" sz="1800" b="0" i="0" u="none" strike="noStrike" cap="none" spc="0" normalizeH="0" baseline="0" dirty="0">
                <a:ln>
                  <a:noFill/>
                </a:ln>
                <a:solidFill>
                  <a:srgbClr val="333333"/>
                </a:solidFill>
                <a:effectLst/>
                <a:uFillTx/>
                <a:latin typeface="+mn-lt"/>
                <a:ea typeface="+mn-ea"/>
                <a:cs typeface="+mn-cs"/>
                <a:sym typeface="Helvetica"/>
              </a:rPr>
              <a:t>               2             1</a:t>
            </a:r>
            <a:endParaRPr kumimoji="0" lang="en-AU" sz="1800" b="0" i="0" u="none" strike="noStrike" cap="none" spc="0" normalizeH="0" baseline="30000" dirty="0">
              <a:ln>
                <a:noFill/>
              </a:ln>
              <a:solidFill>
                <a:srgbClr val="333333"/>
              </a:solidFill>
              <a:effectLst/>
              <a:uFillTx/>
              <a:latin typeface="+mn-lt"/>
              <a:ea typeface="+mn-ea"/>
              <a:cs typeface="+mn-cs"/>
              <a:sym typeface="Helvetica"/>
            </a:endParaRPr>
          </a:p>
        </p:txBody>
      </p:sp>
      <p:sp>
        <p:nvSpPr>
          <p:cNvPr id="2" name="TextBox 1">
            <a:extLst>
              <a:ext uri="{FF2B5EF4-FFF2-40B4-BE49-F238E27FC236}">
                <a16:creationId xmlns:a16="http://schemas.microsoft.com/office/drawing/2014/main" id="{F16D0878-A9BC-424C-BE3E-3532C2D13153}"/>
              </a:ext>
            </a:extLst>
          </p:cNvPr>
          <p:cNvSpPr txBox="1"/>
          <p:nvPr/>
        </p:nvSpPr>
        <p:spPr>
          <a:xfrm>
            <a:off x="2870421" y="3967701"/>
            <a:ext cx="2503245" cy="36932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45718" tIns="45718" rIns="45718" bIns="45718"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AU" sz="1800" b="0" i="0" u="none" strike="noStrike" cap="none" spc="0" normalizeH="0" baseline="0" dirty="0">
                <a:ln>
                  <a:noFill/>
                </a:ln>
                <a:solidFill>
                  <a:srgbClr val="333333"/>
                </a:solidFill>
                <a:effectLst/>
                <a:uFillTx/>
                <a:latin typeface="+mn-lt"/>
                <a:ea typeface="+mn-ea"/>
                <a:cs typeface="+mn-cs"/>
                <a:sym typeface="Helvetica"/>
              </a:rPr>
              <a:t>4 x 0    + 2 x 0   +  1 x 1</a:t>
            </a:r>
          </a:p>
        </p:txBody>
      </p:sp>
    </p:spTree>
    <p:extLst>
      <p:ext uri="{BB962C8B-B14F-4D97-AF65-F5344CB8AC3E}">
        <p14:creationId xmlns:p14="http://schemas.microsoft.com/office/powerpoint/2010/main" val="2442374976"/>
      </p:ext>
    </p:extLst>
  </p:cSld>
  <p:clrMapOvr>
    <a:masterClrMapping/>
  </p:clrMapOvr>
  <p:transition spd="med"/>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E21220CA-A5B1-A34F-BE29-A62CB3A42928}"/>
              </a:ext>
            </a:extLst>
          </p:cNvPr>
          <p:cNvSpPr>
            <a:spLocks noGrp="1"/>
          </p:cNvSpPr>
          <p:nvPr>
            <p:ph type="body" idx="1"/>
          </p:nvPr>
        </p:nvSpPr>
        <p:spPr>
          <a:xfrm>
            <a:off x="2713383" y="2452977"/>
            <a:ext cx="3218290" cy="1379552"/>
          </a:xfrm>
        </p:spPr>
        <p:txBody>
          <a:bodyPr>
            <a:noAutofit/>
          </a:bodyPr>
          <a:lstStyle/>
          <a:p>
            <a:pPr marL="0" indent="0">
              <a:buNone/>
            </a:pPr>
            <a:r>
              <a:rPr lang="en-AU" sz="9600" dirty="0"/>
              <a:t>0 1 0 </a:t>
            </a:r>
          </a:p>
        </p:txBody>
      </p:sp>
      <p:sp>
        <p:nvSpPr>
          <p:cNvPr id="4" name="Title 1">
            <a:extLst>
              <a:ext uri="{FF2B5EF4-FFF2-40B4-BE49-F238E27FC236}">
                <a16:creationId xmlns:a16="http://schemas.microsoft.com/office/drawing/2014/main" id="{591CC931-F713-6B44-827D-A431380179F8}"/>
              </a:ext>
            </a:extLst>
          </p:cNvPr>
          <p:cNvSpPr>
            <a:spLocks noGrp="1"/>
          </p:cNvSpPr>
          <p:nvPr>
            <p:ph type="title"/>
          </p:nvPr>
        </p:nvSpPr>
        <p:spPr>
          <a:xfrm>
            <a:off x="468312" y="560387"/>
            <a:ext cx="8207376" cy="996951"/>
          </a:xfrm>
        </p:spPr>
        <p:txBody>
          <a:bodyPr/>
          <a:lstStyle/>
          <a:p>
            <a:r>
              <a:rPr lang="en-AU" dirty="0"/>
              <a:t>Binary (base-2)</a:t>
            </a:r>
          </a:p>
        </p:txBody>
      </p:sp>
      <p:sp>
        <p:nvSpPr>
          <p:cNvPr id="5" name="TextBox 4">
            <a:extLst>
              <a:ext uri="{FF2B5EF4-FFF2-40B4-BE49-F238E27FC236}">
                <a16:creationId xmlns:a16="http://schemas.microsoft.com/office/drawing/2014/main" id="{7ADE80E3-B942-1642-85B5-7296EA712FD6}"/>
              </a:ext>
            </a:extLst>
          </p:cNvPr>
          <p:cNvSpPr txBox="1"/>
          <p:nvPr/>
        </p:nvSpPr>
        <p:spPr>
          <a:xfrm>
            <a:off x="2870421" y="2377440"/>
            <a:ext cx="2400653" cy="36932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45718" tIns="45718" rIns="45718" bIns="45718"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lang="en-AU" dirty="0"/>
              <a:t>  4</a:t>
            </a:r>
            <a:r>
              <a:rPr kumimoji="0" lang="en-AU" sz="1800" b="0" i="0" u="none" strike="noStrike" cap="none" spc="0" normalizeH="0" baseline="0" dirty="0">
                <a:ln>
                  <a:noFill/>
                </a:ln>
                <a:solidFill>
                  <a:srgbClr val="333333"/>
                </a:solidFill>
                <a:effectLst/>
                <a:uFillTx/>
                <a:latin typeface="+mn-lt"/>
                <a:ea typeface="+mn-ea"/>
                <a:cs typeface="+mn-cs"/>
                <a:sym typeface="Helvetica"/>
              </a:rPr>
              <a:t>               2             1</a:t>
            </a:r>
            <a:endParaRPr kumimoji="0" lang="en-AU" sz="1800" b="0" i="0" u="none" strike="noStrike" cap="none" spc="0" normalizeH="0" baseline="30000" dirty="0">
              <a:ln>
                <a:noFill/>
              </a:ln>
              <a:solidFill>
                <a:srgbClr val="333333"/>
              </a:solidFill>
              <a:effectLst/>
              <a:uFillTx/>
              <a:latin typeface="+mn-lt"/>
              <a:ea typeface="+mn-ea"/>
              <a:cs typeface="+mn-cs"/>
              <a:sym typeface="Helvetica"/>
            </a:endParaRPr>
          </a:p>
        </p:txBody>
      </p:sp>
      <p:sp>
        <p:nvSpPr>
          <p:cNvPr id="2" name="TextBox 1">
            <a:extLst>
              <a:ext uri="{FF2B5EF4-FFF2-40B4-BE49-F238E27FC236}">
                <a16:creationId xmlns:a16="http://schemas.microsoft.com/office/drawing/2014/main" id="{F16D0878-A9BC-424C-BE3E-3532C2D13153}"/>
              </a:ext>
            </a:extLst>
          </p:cNvPr>
          <p:cNvSpPr txBox="1"/>
          <p:nvPr/>
        </p:nvSpPr>
        <p:spPr>
          <a:xfrm>
            <a:off x="2870421" y="3967701"/>
            <a:ext cx="2503245" cy="36932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45718" tIns="45718" rIns="45718" bIns="45718"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AU" sz="1800" b="0" i="0" u="none" strike="noStrike" cap="none" spc="0" normalizeH="0" baseline="0" dirty="0">
                <a:ln>
                  <a:noFill/>
                </a:ln>
                <a:solidFill>
                  <a:srgbClr val="333333"/>
                </a:solidFill>
                <a:effectLst/>
                <a:uFillTx/>
                <a:latin typeface="+mn-lt"/>
                <a:ea typeface="+mn-ea"/>
                <a:cs typeface="+mn-cs"/>
                <a:sym typeface="Helvetica"/>
              </a:rPr>
              <a:t>4 x 0    + 2 x 1   +  1 x 0</a:t>
            </a:r>
          </a:p>
        </p:txBody>
      </p:sp>
    </p:spTree>
    <p:extLst>
      <p:ext uri="{BB962C8B-B14F-4D97-AF65-F5344CB8AC3E}">
        <p14:creationId xmlns:p14="http://schemas.microsoft.com/office/powerpoint/2010/main" val="1045930212"/>
      </p:ext>
    </p:extLst>
  </p:cSld>
  <p:clrMapOvr>
    <a:masterClrMapping/>
  </p:clrMapOvr>
  <p:transition spd="med"/>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E21220CA-A5B1-A34F-BE29-A62CB3A42928}"/>
              </a:ext>
            </a:extLst>
          </p:cNvPr>
          <p:cNvSpPr>
            <a:spLocks noGrp="1"/>
          </p:cNvSpPr>
          <p:nvPr>
            <p:ph type="body" idx="1"/>
          </p:nvPr>
        </p:nvSpPr>
        <p:spPr>
          <a:xfrm>
            <a:off x="2713383" y="2452977"/>
            <a:ext cx="3218290" cy="1379552"/>
          </a:xfrm>
        </p:spPr>
        <p:txBody>
          <a:bodyPr>
            <a:noAutofit/>
          </a:bodyPr>
          <a:lstStyle/>
          <a:p>
            <a:pPr marL="0" indent="0">
              <a:buNone/>
            </a:pPr>
            <a:r>
              <a:rPr lang="en-AU" sz="9600" dirty="0"/>
              <a:t>0 1 1 </a:t>
            </a:r>
          </a:p>
        </p:txBody>
      </p:sp>
      <p:sp>
        <p:nvSpPr>
          <p:cNvPr id="4" name="Title 1">
            <a:extLst>
              <a:ext uri="{FF2B5EF4-FFF2-40B4-BE49-F238E27FC236}">
                <a16:creationId xmlns:a16="http://schemas.microsoft.com/office/drawing/2014/main" id="{591CC931-F713-6B44-827D-A431380179F8}"/>
              </a:ext>
            </a:extLst>
          </p:cNvPr>
          <p:cNvSpPr>
            <a:spLocks noGrp="1"/>
          </p:cNvSpPr>
          <p:nvPr>
            <p:ph type="title"/>
          </p:nvPr>
        </p:nvSpPr>
        <p:spPr>
          <a:xfrm>
            <a:off x="468312" y="560387"/>
            <a:ext cx="8207376" cy="996951"/>
          </a:xfrm>
        </p:spPr>
        <p:txBody>
          <a:bodyPr/>
          <a:lstStyle/>
          <a:p>
            <a:r>
              <a:rPr lang="en-AU" dirty="0"/>
              <a:t>Binary (base-2)</a:t>
            </a:r>
          </a:p>
        </p:txBody>
      </p:sp>
      <p:sp>
        <p:nvSpPr>
          <p:cNvPr id="5" name="TextBox 4">
            <a:extLst>
              <a:ext uri="{FF2B5EF4-FFF2-40B4-BE49-F238E27FC236}">
                <a16:creationId xmlns:a16="http://schemas.microsoft.com/office/drawing/2014/main" id="{7ADE80E3-B942-1642-85B5-7296EA712FD6}"/>
              </a:ext>
            </a:extLst>
          </p:cNvPr>
          <p:cNvSpPr txBox="1"/>
          <p:nvPr/>
        </p:nvSpPr>
        <p:spPr>
          <a:xfrm>
            <a:off x="2870421" y="2377440"/>
            <a:ext cx="2400653" cy="36932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45718" tIns="45718" rIns="45718" bIns="45718"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lang="en-AU" dirty="0"/>
              <a:t>  4</a:t>
            </a:r>
            <a:r>
              <a:rPr kumimoji="0" lang="en-AU" sz="1800" b="0" i="0" u="none" strike="noStrike" cap="none" spc="0" normalizeH="0" baseline="0" dirty="0">
                <a:ln>
                  <a:noFill/>
                </a:ln>
                <a:solidFill>
                  <a:srgbClr val="333333"/>
                </a:solidFill>
                <a:effectLst/>
                <a:uFillTx/>
                <a:latin typeface="+mn-lt"/>
                <a:ea typeface="+mn-ea"/>
                <a:cs typeface="+mn-cs"/>
                <a:sym typeface="Helvetica"/>
              </a:rPr>
              <a:t>               2             1</a:t>
            </a:r>
            <a:endParaRPr kumimoji="0" lang="en-AU" sz="1800" b="0" i="0" u="none" strike="noStrike" cap="none" spc="0" normalizeH="0" baseline="30000" dirty="0">
              <a:ln>
                <a:noFill/>
              </a:ln>
              <a:solidFill>
                <a:srgbClr val="333333"/>
              </a:solidFill>
              <a:effectLst/>
              <a:uFillTx/>
              <a:latin typeface="+mn-lt"/>
              <a:ea typeface="+mn-ea"/>
              <a:cs typeface="+mn-cs"/>
              <a:sym typeface="Helvetica"/>
            </a:endParaRPr>
          </a:p>
        </p:txBody>
      </p:sp>
      <p:sp>
        <p:nvSpPr>
          <p:cNvPr id="2" name="TextBox 1">
            <a:extLst>
              <a:ext uri="{FF2B5EF4-FFF2-40B4-BE49-F238E27FC236}">
                <a16:creationId xmlns:a16="http://schemas.microsoft.com/office/drawing/2014/main" id="{F16D0878-A9BC-424C-BE3E-3532C2D13153}"/>
              </a:ext>
            </a:extLst>
          </p:cNvPr>
          <p:cNvSpPr txBox="1"/>
          <p:nvPr/>
        </p:nvSpPr>
        <p:spPr>
          <a:xfrm>
            <a:off x="2870421" y="3967701"/>
            <a:ext cx="2503245" cy="36932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45718" tIns="45718" rIns="45718" bIns="45718"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AU" sz="1800" b="0" i="0" u="none" strike="noStrike" cap="none" spc="0" normalizeH="0" baseline="0" dirty="0">
                <a:ln>
                  <a:noFill/>
                </a:ln>
                <a:solidFill>
                  <a:srgbClr val="333333"/>
                </a:solidFill>
                <a:effectLst/>
                <a:uFillTx/>
                <a:latin typeface="+mn-lt"/>
                <a:ea typeface="+mn-ea"/>
                <a:cs typeface="+mn-cs"/>
                <a:sym typeface="Helvetica"/>
              </a:rPr>
              <a:t>4 x 0    + 2 x 1   +  1 x 1</a:t>
            </a:r>
          </a:p>
        </p:txBody>
      </p:sp>
    </p:spTree>
    <p:extLst>
      <p:ext uri="{BB962C8B-B14F-4D97-AF65-F5344CB8AC3E}">
        <p14:creationId xmlns:p14="http://schemas.microsoft.com/office/powerpoint/2010/main" val="239624734"/>
      </p:ext>
    </p:extLst>
  </p:cSld>
  <p:clrMapOvr>
    <a:masterClrMapping/>
  </p:clrMapOvr>
  <p:transition spd="med"/>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E21220CA-A5B1-A34F-BE29-A62CB3A42928}"/>
              </a:ext>
            </a:extLst>
          </p:cNvPr>
          <p:cNvSpPr>
            <a:spLocks noGrp="1"/>
          </p:cNvSpPr>
          <p:nvPr>
            <p:ph type="body" idx="1"/>
          </p:nvPr>
        </p:nvSpPr>
        <p:spPr>
          <a:xfrm>
            <a:off x="2713383" y="2452977"/>
            <a:ext cx="3218290" cy="1379552"/>
          </a:xfrm>
        </p:spPr>
        <p:txBody>
          <a:bodyPr>
            <a:noAutofit/>
          </a:bodyPr>
          <a:lstStyle/>
          <a:p>
            <a:pPr marL="0" indent="0">
              <a:buNone/>
            </a:pPr>
            <a:r>
              <a:rPr lang="en-AU" sz="9600" dirty="0"/>
              <a:t>1 1 1 </a:t>
            </a:r>
          </a:p>
        </p:txBody>
      </p:sp>
      <p:sp>
        <p:nvSpPr>
          <p:cNvPr id="4" name="Title 1">
            <a:extLst>
              <a:ext uri="{FF2B5EF4-FFF2-40B4-BE49-F238E27FC236}">
                <a16:creationId xmlns:a16="http://schemas.microsoft.com/office/drawing/2014/main" id="{591CC931-F713-6B44-827D-A431380179F8}"/>
              </a:ext>
            </a:extLst>
          </p:cNvPr>
          <p:cNvSpPr>
            <a:spLocks noGrp="1"/>
          </p:cNvSpPr>
          <p:nvPr>
            <p:ph type="title"/>
          </p:nvPr>
        </p:nvSpPr>
        <p:spPr>
          <a:xfrm>
            <a:off x="468312" y="560387"/>
            <a:ext cx="8207376" cy="996951"/>
          </a:xfrm>
        </p:spPr>
        <p:txBody>
          <a:bodyPr/>
          <a:lstStyle/>
          <a:p>
            <a:r>
              <a:rPr lang="en-AU" dirty="0"/>
              <a:t>Binary (base-2)</a:t>
            </a:r>
          </a:p>
        </p:txBody>
      </p:sp>
      <p:sp>
        <p:nvSpPr>
          <p:cNvPr id="5" name="TextBox 4">
            <a:extLst>
              <a:ext uri="{FF2B5EF4-FFF2-40B4-BE49-F238E27FC236}">
                <a16:creationId xmlns:a16="http://schemas.microsoft.com/office/drawing/2014/main" id="{7ADE80E3-B942-1642-85B5-7296EA712FD6}"/>
              </a:ext>
            </a:extLst>
          </p:cNvPr>
          <p:cNvSpPr txBox="1"/>
          <p:nvPr/>
        </p:nvSpPr>
        <p:spPr>
          <a:xfrm>
            <a:off x="2870421" y="2377440"/>
            <a:ext cx="2400653" cy="36932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45718" tIns="45718" rIns="45718" bIns="45718"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lang="en-AU" dirty="0"/>
              <a:t>  4</a:t>
            </a:r>
            <a:r>
              <a:rPr kumimoji="0" lang="en-AU" sz="1800" b="0" i="0" u="none" strike="noStrike" cap="none" spc="0" normalizeH="0" baseline="0" dirty="0">
                <a:ln>
                  <a:noFill/>
                </a:ln>
                <a:solidFill>
                  <a:srgbClr val="333333"/>
                </a:solidFill>
                <a:effectLst/>
                <a:uFillTx/>
                <a:latin typeface="+mn-lt"/>
                <a:ea typeface="+mn-ea"/>
                <a:cs typeface="+mn-cs"/>
                <a:sym typeface="Helvetica"/>
              </a:rPr>
              <a:t>               2             1</a:t>
            </a:r>
            <a:endParaRPr kumimoji="0" lang="en-AU" sz="1800" b="0" i="0" u="none" strike="noStrike" cap="none" spc="0" normalizeH="0" baseline="30000" dirty="0">
              <a:ln>
                <a:noFill/>
              </a:ln>
              <a:solidFill>
                <a:srgbClr val="333333"/>
              </a:solidFill>
              <a:effectLst/>
              <a:uFillTx/>
              <a:latin typeface="+mn-lt"/>
              <a:ea typeface="+mn-ea"/>
              <a:cs typeface="+mn-cs"/>
              <a:sym typeface="Helvetica"/>
            </a:endParaRPr>
          </a:p>
        </p:txBody>
      </p:sp>
    </p:spTree>
    <p:extLst>
      <p:ext uri="{BB962C8B-B14F-4D97-AF65-F5344CB8AC3E}">
        <p14:creationId xmlns:p14="http://schemas.microsoft.com/office/powerpoint/2010/main" val="3979406636"/>
      </p:ext>
    </p:extLst>
  </p:cSld>
  <p:clrMapOvr>
    <a:masterClrMapping/>
  </p:clrMapOvr>
  <p:transition spd="med"/>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E21220CA-A5B1-A34F-BE29-A62CB3A42928}"/>
              </a:ext>
            </a:extLst>
          </p:cNvPr>
          <p:cNvSpPr>
            <a:spLocks noGrp="1"/>
          </p:cNvSpPr>
          <p:nvPr>
            <p:ph type="body" idx="1"/>
          </p:nvPr>
        </p:nvSpPr>
        <p:spPr>
          <a:xfrm>
            <a:off x="3765937" y="2739224"/>
            <a:ext cx="1450120" cy="1379552"/>
          </a:xfrm>
        </p:spPr>
        <p:txBody>
          <a:bodyPr>
            <a:noAutofit/>
          </a:bodyPr>
          <a:lstStyle/>
          <a:p>
            <a:pPr marL="0" indent="0">
              <a:buNone/>
            </a:pPr>
            <a:r>
              <a:rPr lang="en-AU" sz="9600" dirty="0"/>
              <a:t>65 </a:t>
            </a:r>
          </a:p>
        </p:txBody>
      </p:sp>
    </p:spTree>
    <p:extLst>
      <p:ext uri="{BB962C8B-B14F-4D97-AF65-F5344CB8AC3E}">
        <p14:creationId xmlns:p14="http://schemas.microsoft.com/office/powerpoint/2010/main" val="692099415"/>
      </p:ext>
    </p:extLst>
  </p:cSld>
  <p:clrMapOvr>
    <a:masterClrMapping/>
  </p:clrMapOvr>
  <p:transition spd="med"/>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E21220CA-A5B1-A34F-BE29-A62CB3A42928}"/>
              </a:ext>
            </a:extLst>
          </p:cNvPr>
          <p:cNvSpPr>
            <a:spLocks noGrp="1"/>
          </p:cNvSpPr>
          <p:nvPr>
            <p:ph type="body" idx="1"/>
          </p:nvPr>
        </p:nvSpPr>
        <p:spPr>
          <a:xfrm>
            <a:off x="341906" y="2460928"/>
            <a:ext cx="8237551" cy="1936143"/>
          </a:xfrm>
        </p:spPr>
        <p:txBody>
          <a:bodyPr>
            <a:noAutofit/>
          </a:bodyPr>
          <a:lstStyle/>
          <a:p>
            <a:pPr marL="0" indent="0">
              <a:buNone/>
            </a:pPr>
            <a:r>
              <a:rPr lang="en-AU" sz="4400" dirty="0"/>
              <a:t>... A    B   C    D   E    F  G  H... </a:t>
            </a:r>
          </a:p>
          <a:p>
            <a:pPr marL="0" indent="0">
              <a:buNone/>
            </a:pPr>
            <a:r>
              <a:rPr lang="en-AU" sz="4400" dirty="0"/>
              <a:t>... 65  66  67  68  69  70 71 72... </a:t>
            </a:r>
          </a:p>
        </p:txBody>
      </p:sp>
    </p:spTree>
    <p:extLst>
      <p:ext uri="{BB962C8B-B14F-4D97-AF65-F5344CB8AC3E}">
        <p14:creationId xmlns:p14="http://schemas.microsoft.com/office/powerpoint/2010/main" val="251962821"/>
      </p:ext>
    </p:extLst>
  </p:cSld>
  <p:clrMapOvr>
    <a:masterClrMapping/>
  </p:clrMapOvr>
  <p:transition spd="med"/>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E21220CA-A5B1-A34F-BE29-A62CB3A42928}"/>
              </a:ext>
            </a:extLst>
          </p:cNvPr>
          <p:cNvSpPr>
            <a:spLocks noGrp="1"/>
          </p:cNvSpPr>
          <p:nvPr>
            <p:ph type="body" idx="1"/>
          </p:nvPr>
        </p:nvSpPr>
        <p:spPr>
          <a:xfrm>
            <a:off x="1705554" y="2739224"/>
            <a:ext cx="5732892" cy="1379552"/>
          </a:xfrm>
        </p:spPr>
        <p:txBody>
          <a:bodyPr>
            <a:noAutofit/>
          </a:bodyPr>
          <a:lstStyle/>
          <a:p>
            <a:pPr marL="0" indent="0">
              <a:buNone/>
            </a:pPr>
            <a:r>
              <a:rPr lang="en-AU" sz="9600" dirty="0"/>
              <a:t>72  73  33 </a:t>
            </a:r>
          </a:p>
        </p:txBody>
      </p:sp>
      <p:sp>
        <p:nvSpPr>
          <p:cNvPr id="4" name="Title 1">
            <a:extLst>
              <a:ext uri="{FF2B5EF4-FFF2-40B4-BE49-F238E27FC236}">
                <a16:creationId xmlns:a16="http://schemas.microsoft.com/office/drawing/2014/main" id="{77787D49-A0A4-4648-B49A-8C828E33E44D}"/>
              </a:ext>
            </a:extLst>
          </p:cNvPr>
          <p:cNvSpPr>
            <a:spLocks noGrp="1"/>
          </p:cNvSpPr>
          <p:nvPr>
            <p:ph type="title"/>
          </p:nvPr>
        </p:nvSpPr>
        <p:spPr>
          <a:xfrm>
            <a:off x="468312" y="560387"/>
            <a:ext cx="8207376" cy="996951"/>
          </a:xfrm>
        </p:spPr>
        <p:txBody>
          <a:bodyPr/>
          <a:lstStyle/>
          <a:p>
            <a:r>
              <a:rPr lang="en-AU" dirty="0"/>
              <a:t>Text</a:t>
            </a:r>
          </a:p>
        </p:txBody>
      </p:sp>
    </p:spTree>
    <p:extLst>
      <p:ext uri="{BB962C8B-B14F-4D97-AF65-F5344CB8AC3E}">
        <p14:creationId xmlns:p14="http://schemas.microsoft.com/office/powerpoint/2010/main" val="3085841314"/>
      </p:ext>
    </p:extLst>
  </p:cSld>
  <p:clrMapOvr>
    <a:masterClrMapping/>
  </p:clrMapOvr>
  <p:transition spd="med"/>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E21220CA-A5B1-A34F-BE29-A62CB3A42928}"/>
              </a:ext>
            </a:extLst>
          </p:cNvPr>
          <p:cNvSpPr>
            <a:spLocks noGrp="1"/>
          </p:cNvSpPr>
          <p:nvPr>
            <p:ph type="body" idx="1"/>
          </p:nvPr>
        </p:nvSpPr>
        <p:spPr>
          <a:xfrm>
            <a:off x="1705554" y="2739224"/>
            <a:ext cx="5732892" cy="1379552"/>
          </a:xfrm>
        </p:spPr>
        <p:txBody>
          <a:bodyPr>
            <a:noAutofit/>
          </a:bodyPr>
          <a:lstStyle/>
          <a:p>
            <a:pPr marL="0" indent="0">
              <a:buNone/>
            </a:pPr>
            <a:r>
              <a:rPr lang="en-AU" sz="9600" dirty="0"/>
              <a:t>72  73  33 </a:t>
            </a:r>
          </a:p>
        </p:txBody>
      </p:sp>
      <p:sp>
        <p:nvSpPr>
          <p:cNvPr id="2" name="TextBox 1">
            <a:extLst>
              <a:ext uri="{FF2B5EF4-FFF2-40B4-BE49-F238E27FC236}">
                <a16:creationId xmlns:a16="http://schemas.microsoft.com/office/drawing/2014/main" id="{B019E5AB-70A5-F748-889D-2F1488A11887}"/>
              </a:ext>
            </a:extLst>
          </p:cNvPr>
          <p:cNvSpPr txBox="1"/>
          <p:nvPr/>
        </p:nvSpPr>
        <p:spPr>
          <a:xfrm>
            <a:off x="1940118" y="1391478"/>
            <a:ext cx="5287618" cy="156965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AU" sz="9600" b="0" i="0" u="none" strike="noStrike" cap="none" spc="0" normalizeH="0" baseline="0" dirty="0">
                <a:ln>
                  <a:noFill/>
                </a:ln>
                <a:solidFill>
                  <a:srgbClr val="333333"/>
                </a:solidFill>
                <a:effectLst/>
                <a:uFillTx/>
                <a:latin typeface="+mn-lt"/>
                <a:ea typeface="+mn-ea"/>
                <a:cs typeface="+mn-cs"/>
                <a:sym typeface="Helvetica"/>
              </a:rPr>
              <a:t>H    I</a:t>
            </a:r>
          </a:p>
        </p:txBody>
      </p:sp>
    </p:spTree>
    <p:extLst>
      <p:ext uri="{BB962C8B-B14F-4D97-AF65-F5344CB8AC3E}">
        <p14:creationId xmlns:p14="http://schemas.microsoft.com/office/powerpoint/2010/main" val="4044454781"/>
      </p:ext>
    </p:extLst>
  </p:cSld>
  <p:clrMapOvr>
    <a:masterClrMapping/>
  </p:clrMapOvr>
  <p:transition spd="med"/>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Table&#10;&#10;Description automatically generated">
            <a:extLst>
              <a:ext uri="{FF2B5EF4-FFF2-40B4-BE49-F238E27FC236}">
                <a16:creationId xmlns:a16="http://schemas.microsoft.com/office/drawing/2014/main" id="{EAFE3C53-3D18-DA4B-A01A-210C4771390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718063"/>
            <a:ext cx="9144000" cy="4769865"/>
          </a:xfrm>
          <a:prstGeom prst="rect">
            <a:avLst/>
          </a:prstGeom>
        </p:spPr>
      </p:pic>
      <p:sp>
        <p:nvSpPr>
          <p:cNvPr id="6" name="Rectangle 5">
            <a:extLst>
              <a:ext uri="{FF2B5EF4-FFF2-40B4-BE49-F238E27FC236}">
                <a16:creationId xmlns:a16="http://schemas.microsoft.com/office/drawing/2014/main" id="{99B09538-0881-254B-999F-C608EF614C11}"/>
              </a:ext>
            </a:extLst>
          </p:cNvPr>
          <p:cNvSpPr/>
          <p:nvPr/>
        </p:nvSpPr>
        <p:spPr>
          <a:xfrm>
            <a:off x="1296063" y="2234317"/>
            <a:ext cx="763325" cy="294198"/>
          </a:xfrm>
          <a:prstGeom prst="rect">
            <a:avLst/>
          </a:prstGeom>
          <a:solidFill>
            <a:srgbClr val="FFFF00">
              <a:alpha val="26000"/>
            </a:srgbClr>
          </a:solidFill>
          <a:ln w="25400" cap="flat">
            <a:noFill/>
            <a:prstDash val="solid"/>
            <a:round/>
          </a:ln>
          <a:effectLst>
            <a:outerShdw blurRad="38100" dist="23000" dir="5400000" rotWithShape="0">
              <a:srgbClr val="000000">
                <a:alpha val="35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endParaRPr kumimoji="0" lang="en-AU" sz="1800" b="0" i="0" u="none" strike="noStrike" cap="none" spc="0" normalizeH="0" baseline="0">
              <a:ln>
                <a:noFill/>
              </a:ln>
              <a:solidFill>
                <a:srgbClr val="333333"/>
              </a:solidFill>
              <a:effectLst/>
              <a:uFillTx/>
              <a:latin typeface="+mn-lt"/>
              <a:ea typeface="+mn-ea"/>
              <a:cs typeface="+mn-cs"/>
              <a:sym typeface="Helvetica"/>
            </a:endParaRPr>
          </a:p>
        </p:txBody>
      </p:sp>
    </p:spTree>
    <p:extLst>
      <p:ext uri="{BB962C8B-B14F-4D97-AF65-F5344CB8AC3E}">
        <p14:creationId xmlns:p14="http://schemas.microsoft.com/office/powerpoint/2010/main" val="2286613521"/>
      </p:ext>
    </p:extLst>
  </p:cSld>
  <p:clrMapOvr>
    <a:masterClrMapping/>
  </p:clrMapOvr>
  <p:transition spd="med"/>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E21220CA-A5B1-A34F-BE29-A62CB3A42928}"/>
              </a:ext>
            </a:extLst>
          </p:cNvPr>
          <p:cNvSpPr>
            <a:spLocks noGrp="1"/>
          </p:cNvSpPr>
          <p:nvPr>
            <p:ph type="body" idx="1"/>
          </p:nvPr>
        </p:nvSpPr>
        <p:spPr>
          <a:xfrm>
            <a:off x="1705554" y="2739224"/>
            <a:ext cx="5732892" cy="1379552"/>
          </a:xfrm>
        </p:spPr>
        <p:txBody>
          <a:bodyPr>
            <a:noAutofit/>
          </a:bodyPr>
          <a:lstStyle/>
          <a:p>
            <a:pPr marL="0" indent="0">
              <a:buNone/>
            </a:pPr>
            <a:r>
              <a:rPr lang="en-AU" sz="9600" dirty="0"/>
              <a:t>72  73  33 </a:t>
            </a:r>
          </a:p>
        </p:txBody>
      </p:sp>
      <p:sp>
        <p:nvSpPr>
          <p:cNvPr id="2" name="TextBox 1">
            <a:extLst>
              <a:ext uri="{FF2B5EF4-FFF2-40B4-BE49-F238E27FC236}">
                <a16:creationId xmlns:a16="http://schemas.microsoft.com/office/drawing/2014/main" id="{B019E5AB-70A5-F748-889D-2F1488A11887}"/>
              </a:ext>
            </a:extLst>
          </p:cNvPr>
          <p:cNvSpPr txBox="1"/>
          <p:nvPr/>
        </p:nvSpPr>
        <p:spPr>
          <a:xfrm>
            <a:off x="1940118" y="1391478"/>
            <a:ext cx="5287618" cy="156965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AU" sz="9600" b="0" i="0" u="none" strike="noStrike" cap="none" spc="0" normalizeH="0" baseline="0" dirty="0">
                <a:ln>
                  <a:noFill/>
                </a:ln>
                <a:solidFill>
                  <a:srgbClr val="333333"/>
                </a:solidFill>
                <a:effectLst/>
                <a:uFillTx/>
                <a:latin typeface="+mn-lt"/>
                <a:ea typeface="+mn-ea"/>
                <a:cs typeface="+mn-cs"/>
                <a:sym typeface="Helvetica"/>
              </a:rPr>
              <a:t>H    I     !</a:t>
            </a:r>
          </a:p>
        </p:txBody>
      </p:sp>
    </p:spTree>
    <p:extLst>
      <p:ext uri="{BB962C8B-B14F-4D97-AF65-F5344CB8AC3E}">
        <p14:creationId xmlns:p14="http://schemas.microsoft.com/office/powerpoint/2010/main" val="2790449729"/>
      </p:ext>
    </p:extLst>
  </p:cSld>
  <p:clrMapOvr>
    <a:masterClrMapping/>
  </p:clrMapOvr>
  <p:transition spd="med"/>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E21220CA-A5B1-A34F-BE29-A62CB3A42928}"/>
              </a:ext>
            </a:extLst>
          </p:cNvPr>
          <p:cNvSpPr>
            <a:spLocks noGrp="1"/>
          </p:cNvSpPr>
          <p:nvPr>
            <p:ph type="body" idx="1"/>
          </p:nvPr>
        </p:nvSpPr>
        <p:spPr>
          <a:xfrm>
            <a:off x="1192696" y="2739224"/>
            <a:ext cx="6245750" cy="689776"/>
          </a:xfrm>
        </p:spPr>
        <p:txBody>
          <a:bodyPr>
            <a:noAutofit/>
          </a:bodyPr>
          <a:lstStyle/>
          <a:p>
            <a:pPr marL="0" indent="0">
              <a:buNone/>
            </a:pPr>
            <a:r>
              <a:rPr lang="en-AU" sz="3200" dirty="0"/>
              <a:t>  01001000   01001001  00100001</a:t>
            </a:r>
          </a:p>
        </p:txBody>
      </p:sp>
      <p:sp>
        <p:nvSpPr>
          <p:cNvPr id="2" name="TextBox 1">
            <a:extLst>
              <a:ext uri="{FF2B5EF4-FFF2-40B4-BE49-F238E27FC236}">
                <a16:creationId xmlns:a16="http://schemas.microsoft.com/office/drawing/2014/main" id="{B019E5AB-70A5-F748-889D-2F1488A11887}"/>
              </a:ext>
            </a:extLst>
          </p:cNvPr>
          <p:cNvSpPr txBox="1"/>
          <p:nvPr/>
        </p:nvSpPr>
        <p:spPr>
          <a:xfrm>
            <a:off x="1940118" y="1391478"/>
            <a:ext cx="5287618" cy="156965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AU" sz="9600" b="0" i="0" u="none" strike="noStrike" cap="none" spc="0" normalizeH="0" baseline="0" dirty="0">
                <a:ln>
                  <a:noFill/>
                </a:ln>
                <a:solidFill>
                  <a:srgbClr val="333333"/>
                </a:solidFill>
                <a:effectLst/>
                <a:uFillTx/>
                <a:latin typeface="+mn-lt"/>
                <a:ea typeface="+mn-ea"/>
                <a:cs typeface="+mn-cs"/>
                <a:sym typeface="Helvetica"/>
              </a:rPr>
              <a:t>H    I     !</a:t>
            </a:r>
          </a:p>
        </p:txBody>
      </p:sp>
    </p:spTree>
    <p:extLst>
      <p:ext uri="{BB962C8B-B14F-4D97-AF65-F5344CB8AC3E}">
        <p14:creationId xmlns:p14="http://schemas.microsoft.com/office/powerpoint/2010/main" val="2925127892"/>
      </p:ext>
    </p:extLst>
  </p:cSld>
  <p:clrMapOvr>
    <a:masterClrMapping/>
  </p:clrMapOvr>
  <p:transition spd="med"/>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E21220CA-A5B1-A34F-BE29-A62CB3A42928}"/>
              </a:ext>
            </a:extLst>
          </p:cNvPr>
          <p:cNvSpPr>
            <a:spLocks noGrp="1"/>
          </p:cNvSpPr>
          <p:nvPr>
            <p:ph type="body" idx="1"/>
          </p:nvPr>
        </p:nvSpPr>
        <p:spPr>
          <a:xfrm>
            <a:off x="1192696" y="2739224"/>
            <a:ext cx="6245750" cy="689776"/>
          </a:xfrm>
        </p:spPr>
        <p:txBody>
          <a:bodyPr>
            <a:noAutofit/>
          </a:bodyPr>
          <a:lstStyle/>
          <a:p>
            <a:pPr marL="0" indent="0">
              <a:buNone/>
            </a:pPr>
            <a:r>
              <a:rPr lang="en-AU" sz="3200" dirty="0"/>
              <a:t>  </a:t>
            </a:r>
            <a:r>
              <a:rPr lang="en-AU" sz="3200" dirty="0">
                <a:highlight>
                  <a:srgbClr val="FFFF00"/>
                </a:highlight>
              </a:rPr>
              <a:t>01001000</a:t>
            </a:r>
            <a:r>
              <a:rPr lang="en-AU" sz="3200" dirty="0"/>
              <a:t>   01001001  00100001</a:t>
            </a:r>
          </a:p>
        </p:txBody>
      </p:sp>
      <p:sp>
        <p:nvSpPr>
          <p:cNvPr id="2" name="TextBox 1">
            <a:extLst>
              <a:ext uri="{FF2B5EF4-FFF2-40B4-BE49-F238E27FC236}">
                <a16:creationId xmlns:a16="http://schemas.microsoft.com/office/drawing/2014/main" id="{B019E5AB-70A5-F748-889D-2F1488A11887}"/>
              </a:ext>
            </a:extLst>
          </p:cNvPr>
          <p:cNvSpPr txBox="1"/>
          <p:nvPr/>
        </p:nvSpPr>
        <p:spPr>
          <a:xfrm>
            <a:off x="1940118" y="1391478"/>
            <a:ext cx="5287618" cy="156965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AU" sz="9600" b="0" i="0" u="none" strike="noStrike" cap="none" spc="0" normalizeH="0" baseline="0" dirty="0">
                <a:ln>
                  <a:noFill/>
                </a:ln>
                <a:solidFill>
                  <a:srgbClr val="333333"/>
                </a:solidFill>
                <a:effectLst/>
                <a:uFillTx/>
                <a:latin typeface="+mn-lt"/>
                <a:ea typeface="+mn-ea"/>
                <a:cs typeface="+mn-cs"/>
                <a:sym typeface="Helvetica"/>
              </a:rPr>
              <a:t>H    I     !</a:t>
            </a:r>
          </a:p>
        </p:txBody>
      </p:sp>
      <p:sp>
        <p:nvSpPr>
          <p:cNvPr id="4" name="TextBox 3">
            <a:extLst>
              <a:ext uri="{FF2B5EF4-FFF2-40B4-BE49-F238E27FC236}">
                <a16:creationId xmlns:a16="http://schemas.microsoft.com/office/drawing/2014/main" id="{B02815C7-86C6-7C42-B463-B2E3EC43A327}"/>
              </a:ext>
            </a:extLst>
          </p:cNvPr>
          <p:cNvSpPr txBox="1"/>
          <p:nvPr/>
        </p:nvSpPr>
        <p:spPr>
          <a:xfrm>
            <a:off x="985962" y="4285753"/>
            <a:ext cx="643762" cy="36932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45718" tIns="45718" rIns="45718" bIns="45718"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AU" sz="1800" b="0" i="0" u="none" strike="noStrike" cap="none" spc="0" normalizeH="0" baseline="0" dirty="0">
                <a:ln>
                  <a:noFill/>
                </a:ln>
                <a:solidFill>
                  <a:srgbClr val="333333"/>
                </a:solidFill>
                <a:effectLst/>
                <a:uFillTx/>
                <a:latin typeface="+mn-lt"/>
                <a:ea typeface="+mn-ea"/>
                <a:cs typeface="+mn-cs"/>
                <a:sym typeface="Helvetica"/>
              </a:rPr>
              <a:t>bytes</a:t>
            </a:r>
          </a:p>
        </p:txBody>
      </p:sp>
      <p:cxnSp>
        <p:nvCxnSpPr>
          <p:cNvPr id="6" name="Straight Arrow Connector 5">
            <a:extLst>
              <a:ext uri="{FF2B5EF4-FFF2-40B4-BE49-F238E27FC236}">
                <a16:creationId xmlns:a16="http://schemas.microsoft.com/office/drawing/2014/main" id="{09EC2A47-53D6-6E40-A817-05C12F74CDF1}"/>
              </a:ext>
            </a:extLst>
          </p:cNvPr>
          <p:cNvCxnSpPr>
            <a:cxnSpLocks/>
            <a:stCxn id="4" idx="0"/>
            <a:endCxn id="8" idx="1"/>
          </p:cNvCxnSpPr>
          <p:nvPr/>
        </p:nvCxnSpPr>
        <p:spPr>
          <a:xfrm flipV="1">
            <a:off x="1307843" y="3554233"/>
            <a:ext cx="918522" cy="731520"/>
          </a:xfrm>
          <a:prstGeom prst="straightConnector1">
            <a:avLst/>
          </a:prstGeom>
          <a:noFill/>
          <a:ln w="50800" cap="flat">
            <a:solidFill>
              <a:schemeClr val="accent1"/>
            </a:solidFill>
            <a:prstDash val="solid"/>
            <a:round/>
            <a:tailEnd type="triangle"/>
          </a:ln>
          <a:effectLst>
            <a:outerShdw blurRad="38100" dist="23000" dir="5400000" rotWithShape="0">
              <a:srgbClr val="000000">
                <a:alpha val="35000"/>
              </a:srgbClr>
            </a:outerShdw>
          </a:effectLst>
          <a:sp3d/>
        </p:spPr>
        <p:style>
          <a:lnRef idx="0">
            <a:scrgbClr r="0" g="0" b="0"/>
          </a:lnRef>
          <a:fillRef idx="0">
            <a:scrgbClr r="0" g="0" b="0"/>
          </a:fillRef>
          <a:effectRef idx="0">
            <a:scrgbClr r="0" g="0" b="0"/>
          </a:effectRef>
          <a:fontRef idx="none"/>
        </p:style>
      </p:cxnSp>
      <p:sp>
        <p:nvSpPr>
          <p:cNvPr id="8" name="Left Brace 7">
            <a:extLst>
              <a:ext uri="{FF2B5EF4-FFF2-40B4-BE49-F238E27FC236}">
                <a16:creationId xmlns:a16="http://schemas.microsoft.com/office/drawing/2014/main" id="{BC62D06C-1BA5-F149-8124-27A079226B28}"/>
              </a:ext>
            </a:extLst>
          </p:cNvPr>
          <p:cNvSpPr/>
          <p:nvPr/>
        </p:nvSpPr>
        <p:spPr>
          <a:xfrm rot="16200000">
            <a:off x="2027582" y="2321781"/>
            <a:ext cx="397566" cy="2067338"/>
          </a:xfrm>
          <a:prstGeom prst="leftBrace">
            <a:avLst/>
          </a:prstGeom>
          <a:noFill/>
          <a:ln w="25400" cap="flat">
            <a:solidFill>
              <a:schemeClr val="accent1"/>
            </a:solidFill>
            <a:prstDash val="solid"/>
            <a:round/>
          </a:ln>
          <a:effectLst>
            <a:outerShdw blurRad="38100" dist="23000" dir="5400000" rotWithShape="0">
              <a:srgbClr val="000000">
                <a:alpha val="35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45719" rIns="91439" bIns="45719" numCol="1" spcCol="38100" rtlCol="0" anchor="t">
            <a:noAutofit/>
          </a:bodyPr>
          <a:lstStyle/>
          <a:p>
            <a:pPr marL="0" marR="0" indent="0" algn="l" defTabSz="914400" rtl="0" fontAlgn="auto" latinLnBrk="1" hangingPunct="0">
              <a:lnSpc>
                <a:spcPct val="100000"/>
              </a:lnSpc>
              <a:spcBef>
                <a:spcPts val="0"/>
              </a:spcBef>
              <a:spcAft>
                <a:spcPts val="0"/>
              </a:spcAft>
              <a:buClrTx/>
              <a:buSzTx/>
              <a:buFontTx/>
              <a:buNone/>
              <a:tabLst/>
            </a:pPr>
            <a:endParaRPr kumimoji="0" lang="en-AU" sz="1800" b="0" i="0" u="none" strike="noStrike" cap="none" spc="0" normalizeH="0" baseline="0">
              <a:ln>
                <a:noFill/>
              </a:ln>
              <a:solidFill>
                <a:srgbClr val="000000"/>
              </a:solidFill>
              <a:effectLst/>
              <a:uFillTx/>
            </a:endParaRPr>
          </a:p>
        </p:txBody>
      </p:sp>
    </p:spTree>
    <p:extLst>
      <p:ext uri="{BB962C8B-B14F-4D97-AF65-F5344CB8AC3E}">
        <p14:creationId xmlns:p14="http://schemas.microsoft.com/office/powerpoint/2010/main" val="1688594081"/>
      </p:ext>
    </p:extLst>
  </p:cSld>
  <p:clrMapOvr>
    <a:masterClrMapping/>
  </p:clrMapOvr>
  <p:transition spd="med"/>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E21220CA-A5B1-A34F-BE29-A62CB3A42928}"/>
              </a:ext>
            </a:extLst>
          </p:cNvPr>
          <p:cNvSpPr>
            <a:spLocks noGrp="1"/>
          </p:cNvSpPr>
          <p:nvPr>
            <p:ph type="body" idx="1"/>
          </p:nvPr>
        </p:nvSpPr>
        <p:spPr>
          <a:xfrm>
            <a:off x="1705554" y="2739224"/>
            <a:ext cx="5732892" cy="1379552"/>
          </a:xfrm>
        </p:spPr>
        <p:txBody>
          <a:bodyPr>
            <a:noAutofit/>
          </a:bodyPr>
          <a:lstStyle/>
          <a:p>
            <a:pPr marL="0" indent="0">
              <a:buNone/>
            </a:pPr>
            <a:r>
              <a:rPr lang="en-AU" sz="9600" dirty="0"/>
              <a:t>72  73  33 </a:t>
            </a:r>
          </a:p>
        </p:txBody>
      </p:sp>
      <p:sp>
        <p:nvSpPr>
          <p:cNvPr id="4" name="Title 1">
            <a:extLst>
              <a:ext uri="{FF2B5EF4-FFF2-40B4-BE49-F238E27FC236}">
                <a16:creationId xmlns:a16="http://schemas.microsoft.com/office/drawing/2014/main" id="{FC514A07-11E8-7041-92DF-30BDD4DBE28F}"/>
              </a:ext>
            </a:extLst>
          </p:cNvPr>
          <p:cNvSpPr>
            <a:spLocks noGrp="1"/>
          </p:cNvSpPr>
          <p:nvPr>
            <p:ph type="title"/>
          </p:nvPr>
        </p:nvSpPr>
        <p:spPr>
          <a:xfrm>
            <a:off x="468312" y="560387"/>
            <a:ext cx="8207376" cy="996951"/>
          </a:xfrm>
        </p:spPr>
        <p:txBody>
          <a:bodyPr/>
          <a:lstStyle/>
          <a:p>
            <a:r>
              <a:rPr lang="en-AU" dirty="0"/>
              <a:t>Images</a:t>
            </a:r>
          </a:p>
        </p:txBody>
      </p:sp>
    </p:spTree>
    <p:extLst>
      <p:ext uri="{BB962C8B-B14F-4D97-AF65-F5344CB8AC3E}">
        <p14:creationId xmlns:p14="http://schemas.microsoft.com/office/powerpoint/2010/main" val="1090089389"/>
      </p:ext>
    </p:extLst>
  </p:cSld>
  <p:clrMapOvr>
    <a:masterClrMapping/>
  </p:clrMapOvr>
  <p:transition spd="med"/>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Shape, square&#10;&#10;Description automatically generated">
            <a:extLst>
              <a:ext uri="{FF2B5EF4-FFF2-40B4-BE49-F238E27FC236}">
                <a16:creationId xmlns:a16="http://schemas.microsoft.com/office/drawing/2014/main" id="{F675003D-E668-F34D-870B-3FFA1A4B59B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32139" y="2600105"/>
            <a:ext cx="5583669" cy="1657789"/>
          </a:xfrm>
          <a:prstGeom prst="rect">
            <a:avLst/>
          </a:prstGeom>
        </p:spPr>
      </p:pic>
      <p:sp>
        <p:nvSpPr>
          <p:cNvPr id="3" name="Text Placeholder 2">
            <a:extLst>
              <a:ext uri="{FF2B5EF4-FFF2-40B4-BE49-F238E27FC236}">
                <a16:creationId xmlns:a16="http://schemas.microsoft.com/office/drawing/2014/main" id="{E21220CA-A5B1-A34F-BE29-A62CB3A42928}"/>
              </a:ext>
            </a:extLst>
          </p:cNvPr>
          <p:cNvSpPr>
            <a:spLocks noGrp="1"/>
          </p:cNvSpPr>
          <p:nvPr>
            <p:ph type="body" idx="1"/>
          </p:nvPr>
        </p:nvSpPr>
        <p:spPr>
          <a:xfrm>
            <a:off x="1705554" y="2739224"/>
            <a:ext cx="5732892" cy="1379552"/>
          </a:xfrm>
        </p:spPr>
        <p:txBody>
          <a:bodyPr>
            <a:noAutofit/>
          </a:bodyPr>
          <a:lstStyle/>
          <a:p>
            <a:pPr marL="0" indent="0">
              <a:buNone/>
            </a:pPr>
            <a:r>
              <a:rPr lang="en-AU" sz="9600" dirty="0"/>
              <a:t>72  73  33 </a:t>
            </a:r>
          </a:p>
        </p:txBody>
      </p:sp>
      <p:sp>
        <p:nvSpPr>
          <p:cNvPr id="4" name="Title 1">
            <a:extLst>
              <a:ext uri="{FF2B5EF4-FFF2-40B4-BE49-F238E27FC236}">
                <a16:creationId xmlns:a16="http://schemas.microsoft.com/office/drawing/2014/main" id="{FC514A07-11E8-7041-92DF-30BDD4DBE28F}"/>
              </a:ext>
            </a:extLst>
          </p:cNvPr>
          <p:cNvSpPr>
            <a:spLocks noGrp="1"/>
          </p:cNvSpPr>
          <p:nvPr>
            <p:ph type="title"/>
          </p:nvPr>
        </p:nvSpPr>
        <p:spPr>
          <a:xfrm>
            <a:off x="468312" y="560387"/>
            <a:ext cx="8207376" cy="996951"/>
          </a:xfrm>
        </p:spPr>
        <p:txBody>
          <a:bodyPr/>
          <a:lstStyle/>
          <a:p>
            <a:r>
              <a:rPr lang="en-AU" dirty="0"/>
              <a:t>Images</a:t>
            </a:r>
          </a:p>
        </p:txBody>
      </p:sp>
    </p:spTree>
    <p:extLst>
      <p:ext uri="{BB962C8B-B14F-4D97-AF65-F5344CB8AC3E}">
        <p14:creationId xmlns:p14="http://schemas.microsoft.com/office/powerpoint/2010/main" val="3205778841"/>
      </p:ext>
    </p:extLst>
  </p:cSld>
  <p:clrMapOvr>
    <a:masterClrMapping/>
  </p:clrMapOvr>
  <p:transition spd="med"/>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FC514A07-11E8-7041-92DF-30BDD4DBE28F}"/>
              </a:ext>
            </a:extLst>
          </p:cNvPr>
          <p:cNvSpPr>
            <a:spLocks noGrp="1"/>
          </p:cNvSpPr>
          <p:nvPr>
            <p:ph type="title"/>
          </p:nvPr>
        </p:nvSpPr>
        <p:spPr>
          <a:xfrm>
            <a:off x="468312" y="560387"/>
            <a:ext cx="8207376" cy="996951"/>
          </a:xfrm>
        </p:spPr>
        <p:txBody>
          <a:bodyPr/>
          <a:lstStyle/>
          <a:p>
            <a:r>
              <a:rPr lang="en-AU" dirty="0"/>
              <a:t>Images</a:t>
            </a:r>
          </a:p>
        </p:txBody>
      </p:sp>
      <p:pic>
        <p:nvPicPr>
          <p:cNvPr id="8" name="Picture 7" descr="Shape, square&#10;&#10;Description automatically generated">
            <a:extLst>
              <a:ext uri="{FF2B5EF4-FFF2-40B4-BE49-F238E27FC236}">
                <a16:creationId xmlns:a16="http://schemas.microsoft.com/office/drawing/2014/main" id="{DF9FAB4C-3516-1944-8EA2-9123D259180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96468" y="1557338"/>
            <a:ext cx="4351063" cy="3835534"/>
          </a:xfrm>
          <a:prstGeom prst="rect">
            <a:avLst/>
          </a:prstGeom>
        </p:spPr>
      </p:pic>
    </p:spTree>
    <p:extLst>
      <p:ext uri="{BB962C8B-B14F-4D97-AF65-F5344CB8AC3E}">
        <p14:creationId xmlns:p14="http://schemas.microsoft.com/office/powerpoint/2010/main" val="2044801303"/>
      </p:ext>
    </p:extLst>
  </p:cSld>
  <p:clrMapOvr>
    <a:masterClrMapping/>
  </p:clrMapOvr>
  <p:transition spd="med"/>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FC514A07-11E8-7041-92DF-30BDD4DBE28F}"/>
              </a:ext>
            </a:extLst>
          </p:cNvPr>
          <p:cNvSpPr>
            <a:spLocks noGrp="1"/>
          </p:cNvSpPr>
          <p:nvPr>
            <p:ph type="title"/>
          </p:nvPr>
        </p:nvSpPr>
        <p:spPr>
          <a:xfrm>
            <a:off x="468312" y="560387"/>
            <a:ext cx="8207376" cy="996951"/>
          </a:xfrm>
        </p:spPr>
        <p:txBody>
          <a:bodyPr/>
          <a:lstStyle/>
          <a:p>
            <a:r>
              <a:rPr lang="en-AU" dirty="0"/>
              <a:t>Images</a:t>
            </a:r>
          </a:p>
        </p:txBody>
      </p:sp>
      <p:pic>
        <p:nvPicPr>
          <p:cNvPr id="9" name="Picture 8" descr="A picture containing text, clock, outdoor, red&#10;&#10;Description automatically generated">
            <a:extLst>
              <a:ext uri="{FF2B5EF4-FFF2-40B4-BE49-F238E27FC236}">
                <a16:creationId xmlns:a16="http://schemas.microsoft.com/office/drawing/2014/main" id="{D03BC82D-2847-5B47-870A-96186B64EFE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67015" y="1097279"/>
            <a:ext cx="6209969" cy="4663441"/>
          </a:xfrm>
          <a:prstGeom prst="rect">
            <a:avLst/>
          </a:prstGeom>
        </p:spPr>
      </p:pic>
    </p:spTree>
    <p:extLst>
      <p:ext uri="{BB962C8B-B14F-4D97-AF65-F5344CB8AC3E}">
        <p14:creationId xmlns:p14="http://schemas.microsoft.com/office/powerpoint/2010/main" val="3652834246"/>
      </p:ext>
    </p:extLst>
  </p:cSld>
  <p:clrMapOvr>
    <a:masterClrMapping/>
  </p:clrMapOvr>
  <p:transition spd="med"/>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1540DC-6013-1042-82EB-79F1E7AFFB97}"/>
              </a:ext>
            </a:extLst>
          </p:cNvPr>
          <p:cNvSpPr>
            <a:spLocks noGrp="1"/>
          </p:cNvSpPr>
          <p:nvPr>
            <p:ph type="title"/>
          </p:nvPr>
        </p:nvSpPr>
        <p:spPr/>
        <p:txBody>
          <a:bodyPr/>
          <a:lstStyle/>
          <a:p>
            <a:r>
              <a:rPr lang="en-AU" dirty="0"/>
              <a:t>Inputs</a:t>
            </a:r>
          </a:p>
        </p:txBody>
      </p:sp>
      <p:sp>
        <p:nvSpPr>
          <p:cNvPr id="3" name="Text Placeholder 2">
            <a:extLst>
              <a:ext uri="{FF2B5EF4-FFF2-40B4-BE49-F238E27FC236}">
                <a16:creationId xmlns:a16="http://schemas.microsoft.com/office/drawing/2014/main" id="{C200864F-2B25-624D-8249-4B0470F0642B}"/>
              </a:ext>
            </a:extLst>
          </p:cNvPr>
          <p:cNvSpPr>
            <a:spLocks noGrp="1"/>
          </p:cNvSpPr>
          <p:nvPr>
            <p:ph type="body" idx="1"/>
          </p:nvPr>
        </p:nvSpPr>
        <p:spPr/>
        <p:txBody>
          <a:bodyPr/>
          <a:lstStyle/>
          <a:p>
            <a:r>
              <a:rPr lang="en-AU" dirty="0"/>
              <a:t>Binary</a:t>
            </a:r>
          </a:p>
          <a:p>
            <a:r>
              <a:rPr lang="en-AU" dirty="0"/>
              <a:t>Agree on formats</a:t>
            </a:r>
          </a:p>
          <a:p>
            <a:pPr lvl="1"/>
            <a:r>
              <a:rPr lang="en-AU" dirty="0"/>
              <a:t>Text</a:t>
            </a:r>
          </a:p>
          <a:p>
            <a:pPr lvl="1"/>
            <a:r>
              <a:rPr lang="en-AU" dirty="0"/>
              <a:t>Images</a:t>
            </a:r>
          </a:p>
          <a:p>
            <a:pPr lvl="1"/>
            <a:r>
              <a:rPr lang="en-AU" dirty="0"/>
              <a:t>Audio</a:t>
            </a:r>
          </a:p>
          <a:p>
            <a:pPr lvl="1"/>
            <a:r>
              <a:rPr lang="en-AU" dirty="0"/>
              <a:t>Video</a:t>
            </a:r>
          </a:p>
        </p:txBody>
      </p:sp>
    </p:spTree>
    <p:extLst>
      <p:ext uri="{BB962C8B-B14F-4D97-AF65-F5344CB8AC3E}">
        <p14:creationId xmlns:p14="http://schemas.microsoft.com/office/powerpoint/2010/main" val="1414674169"/>
      </p:ext>
    </p:extLst>
  </p:cSld>
  <p:clrMapOvr>
    <a:masterClrMapping/>
  </p:clrMapOvr>
  <p:transition spd="med"/>
</p:sld>
</file>

<file path=ppt/theme/theme1.xml><?xml version="1.0" encoding="utf-8"?>
<a:theme xmlns:a="http://schemas.openxmlformats.org/drawingml/2006/main" name="curtin2010-PP2003">
  <a:themeElements>
    <a:clrScheme name="curtin2010-PP2003">
      <a:dk1>
        <a:srgbClr val="333333"/>
      </a:dk1>
      <a:lt1>
        <a:srgbClr val="FFFFFF"/>
      </a:lt1>
      <a:dk2>
        <a:srgbClr val="A7A7A7"/>
      </a:dk2>
      <a:lt2>
        <a:srgbClr val="535353"/>
      </a:lt2>
      <a:accent1>
        <a:srgbClr val="CC9900"/>
      </a:accent1>
      <a:accent2>
        <a:srgbClr val="333399"/>
      </a:accent2>
      <a:accent3>
        <a:srgbClr val="8F8F8F"/>
      </a:accent3>
      <a:accent4>
        <a:srgbClr val="2A2A2A"/>
      </a:accent4>
      <a:accent5>
        <a:srgbClr val="E2CAAA"/>
      </a:accent5>
      <a:accent6>
        <a:srgbClr val="2D2D8A"/>
      </a:accent6>
      <a:hlink>
        <a:srgbClr val="0000FF"/>
      </a:hlink>
      <a:folHlink>
        <a:srgbClr val="FF00FF"/>
      </a:folHlink>
    </a:clrScheme>
    <a:fontScheme name="curtin2010-PP2003">
      <a:majorFont>
        <a:latin typeface="Arial"/>
        <a:ea typeface="Arial"/>
        <a:cs typeface="Arial"/>
      </a:majorFont>
      <a:minorFont>
        <a:latin typeface="Helvetica"/>
        <a:ea typeface="Helvetica"/>
        <a:cs typeface="Helvetica"/>
      </a:minorFont>
    </a:fontScheme>
    <a:fmtScheme name="curtin2010-PP2003">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3000" dir="5400000" rotWithShape="0">
              <a:srgbClr val="000000">
                <a:alpha val="35000"/>
              </a:srgbClr>
            </a:outerShdw>
          </a:effectLst>
        </a:effectStyle>
        <a:effectStyle>
          <a:effectLst>
            <a:outerShdw blurRad="38100" dist="23000" dir="5400000" rotWithShape="0">
              <a:srgbClr val="000000">
                <a:alpha val="35000"/>
              </a:srgbClr>
            </a:outerShdw>
          </a:effectLst>
        </a:effectStyle>
        <a:effectStyle>
          <a:effectLst>
            <a:outerShdw blurRad="381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blurRad="38100" dist="23000" dir="5400000" rotWithShape="0">
            <a:srgbClr val="000000">
              <a:alpha val="35000"/>
            </a:srgbClr>
          </a:outerShdw>
        </a:effectLst>
        <a:sp3d/>
      </a:spPr>
      <a:bodyPr rot="0" spcFirstLastPara="1" vertOverflow="overflow" horzOverflow="overflow" vert="horz" wrap="square" lIns="45718" tIns="45718" rIns="45718" bIns="45718"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333333"/>
            </a:solidFill>
            <a:effectLst/>
            <a:uFillTx/>
            <a:latin typeface="+mn-lt"/>
            <a:ea typeface="+mn-ea"/>
            <a:cs typeface="+mn-cs"/>
            <a:sym typeface="Helvetica"/>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outerShdw blurRad="38100" dist="23000" dir="5400000" rotWithShape="0">
            <a:srgbClr val="000000">
              <a:alpha val="35000"/>
            </a:srgbClr>
          </a:outerShdw>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8" tIns="45718" rIns="45718" bIns="45718"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333333"/>
            </a:solidFill>
            <a:effectLst/>
            <a:uFillTx/>
            <a:latin typeface="+mn-lt"/>
            <a:ea typeface="+mn-ea"/>
            <a:cs typeface="+mn-cs"/>
            <a:sym typeface="Helvetica"/>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curtin2010-PP2003">
  <a:themeElements>
    <a:clrScheme name="curtin2010-PP2003">
      <a:dk1>
        <a:srgbClr val="000000"/>
      </a:dk1>
      <a:lt1>
        <a:srgbClr val="FFFFFF"/>
      </a:lt1>
      <a:dk2>
        <a:srgbClr val="A7A7A7"/>
      </a:dk2>
      <a:lt2>
        <a:srgbClr val="535353"/>
      </a:lt2>
      <a:accent1>
        <a:srgbClr val="CC9900"/>
      </a:accent1>
      <a:accent2>
        <a:srgbClr val="333399"/>
      </a:accent2>
      <a:accent3>
        <a:srgbClr val="8F8F8F"/>
      </a:accent3>
      <a:accent4>
        <a:srgbClr val="2A2A2A"/>
      </a:accent4>
      <a:accent5>
        <a:srgbClr val="E2CAAA"/>
      </a:accent5>
      <a:accent6>
        <a:srgbClr val="2D2D8A"/>
      </a:accent6>
      <a:hlink>
        <a:srgbClr val="0000FF"/>
      </a:hlink>
      <a:folHlink>
        <a:srgbClr val="FF00FF"/>
      </a:folHlink>
    </a:clrScheme>
    <a:fontScheme name="curtin2010-PP2003">
      <a:majorFont>
        <a:latin typeface="Arial"/>
        <a:ea typeface="Arial"/>
        <a:cs typeface="Arial"/>
      </a:majorFont>
      <a:minorFont>
        <a:latin typeface="Helvetica"/>
        <a:ea typeface="Helvetica"/>
        <a:cs typeface="Helvetica"/>
      </a:minorFont>
    </a:fontScheme>
    <a:fmtScheme name="curtin2010-PP2003">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3000" dir="5400000" rotWithShape="0">
              <a:srgbClr val="000000">
                <a:alpha val="35000"/>
              </a:srgbClr>
            </a:outerShdw>
          </a:effectLst>
        </a:effectStyle>
        <a:effectStyle>
          <a:effectLst>
            <a:outerShdw blurRad="38100" dist="23000" dir="5400000" rotWithShape="0">
              <a:srgbClr val="000000">
                <a:alpha val="35000"/>
              </a:srgbClr>
            </a:outerShdw>
          </a:effectLst>
        </a:effectStyle>
        <a:effectStyle>
          <a:effectLst>
            <a:outerShdw blurRad="381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blurRad="38100" dist="23000" dir="5400000" rotWithShape="0">
            <a:srgbClr val="000000">
              <a:alpha val="35000"/>
            </a:srgbClr>
          </a:outerShdw>
        </a:effectLst>
        <a:sp3d/>
      </a:spPr>
      <a:bodyPr rot="0" spcFirstLastPara="1" vertOverflow="overflow" horzOverflow="overflow" vert="horz" wrap="square" lIns="45718" tIns="45718" rIns="45718" bIns="45718"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333333"/>
            </a:solidFill>
            <a:effectLst/>
            <a:uFillTx/>
            <a:latin typeface="+mn-lt"/>
            <a:ea typeface="+mn-ea"/>
            <a:cs typeface="+mn-cs"/>
            <a:sym typeface="Helvetica"/>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outerShdw blurRad="38100" dist="23000" dir="5400000" rotWithShape="0">
            <a:srgbClr val="000000">
              <a:alpha val="35000"/>
            </a:srgbClr>
          </a:outerShdw>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8" tIns="45718" rIns="45718" bIns="45718"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333333"/>
            </a:solidFill>
            <a:effectLst/>
            <a:uFillTx/>
            <a:latin typeface="+mn-lt"/>
            <a:ea typeface="+mn-ea"/>
            <a:cs typeface="+mn-cs"/>
            <a:sym typeface="Helvetica"/>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otalTime>391</TotalTime>
  <Words>6696</Words>
  <Application>Microsoft Macintosh PowerPoint</Application>
  <PresentationFormat>On-screen Show (4:3)</PresentationFormat>
  <Paragraphs>407</Paragraphs>
  <Slides>65</Slides>
  <Notes>56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65</vt:i4>
      </vt:variant>
    </vt:vector>
  </HeadingPairs>
  <TitlesOfParts>
    <vt:vector size="70" baseType="lpstr">
      <vt:lpstr>Arial</vt:lpstr>
      <vt:lpstr>Calibri</vt:lpstr>
      <vt:lpstr>Helvetica</vt:lpstr>
      <vt:lpstr>Wingdings</vt:lpstr>
      <vt:lpstr>curtin2010-PP2003</vt:lpstr>
      <vt:lpstr>Computational Thinking</vt:lpstr>
      <vt:lpstr>PowerPoint Presentation</vt:lpstr>
      <vt:lpstr>PowerPoint Presentation</vt:lpstr>
      <vt:lpstr>Today</vt:lpstr>
      <vt:lpstr>PowerPoint Presentation</vt:lpstr>
      <vt:lpstr>PowerPoint Presentation</vt:lpstr>
      <vt:lpstr>PowerPoint Presentation</vt:lpstr>
      <vt:lpstr>PowerPoint Presentation</vt:lpstr>
      <vt:lpstr>PowerPoint Presentation</vt:lpstr>
      <vt:lpstr>PowerPoint Presentation</vt:lpstr>
      <vt:lpstr>Problem with Computer!</vt:lpstr>
      <vt:lpstr>PowerPoint Presentation</vt:lpstr>
      <vt:lpstr>Welcome!</vt:lpstr>
      <vt:lpstr>Hardware and Software</vt:lpstr>
      <vt:lpstr>How Computers Store Data</vt:lpstr>
      <vt:lpstr>How a Program Works</vt:lpstr>
      <vt:lpstr>Programming Languages</vt:lpstr>
      <vt:lpstr>       Compilers          vs           Interpreters</vt:lpstr>
      <vt:lpstr>Computers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Pseudocode</vt:lpstr>
      <vt:lpstr>Functions</vt:lpstr>
      <vt:lpstr>Selection</vt:lpstr>
      <vt:lpstr>Boolean Expressions</vt:lpstr>
      <vt:lpstr>Loops</vt:lpstr>
      <vt:lpstr>Programming</vt:lpstr>
      <vt:lpstr>PowerPoint Presentation</vt:lpstr>
      <vt:lpstr>Decimal (base-10) Digits</vt:lpstr>
      <vt:lpstr>Binary (base-2) Digits</vt:lpstr>
      <vt:lpstr>Decimal (base-10)</vt:lpstr>
      <vt:lpstr>Decimal (base-10)</vt:lpstr>
      <vt:lpstr>Decimal (base-10)</vt:lpstr>
      <vt:lpstr>Decimal (base-10)</vt:lpstr>
      <vt:lpstr>Decimal (base-10)</vt:lpstr>
      <vt:lpstr>Decimal (base-10)</vt:lpstr>
      <vt:lpstr>Decimal (base-10)</vt:lpstr>
      <vt:lpstr>Decimal (base-10)</vt:lpstr>
      <vt:lpstr>Decimal (base-10)</vt:lpstr>
      <vt:lpstr>Binary (base-2)</vt:lpstr>
      <vt:lpstr>Binary (base-2)</vt:lpstr>
      <vt:lpstr>Binary (base-2)</vt:lpstr>
      <vt:lpstr>Binary (base-2)</vt:lpstr>
      <vt:lpstr>Binary (base-2)</vt:lpstr>
      <vt:lpstr>Binary (base-2)</vt:lpstr>
      <vt:lpstr>Binary (base-2)</vt:lpstr>
      <vt:lpstr>Binary (base-2)</vt:lpstr>
      <vt:lpstr>PowerPoint Presentation</vt:lpstr>
      <vt:lpstr>PowerPoint Presentation</vt:lpstr>
      <vt:lpstr>Text</vt:lpstr>
      <vt:lpstr>PowerPoint Presentation</vt:lpstr>
      <vt:lpstr>PowerPoint Presentation</vt:lpstr>
      <vt:lpstr>PowerPoint Presentation</vt:lpstr>
      <vt:lpstr>PowerPoint Presentation</vt:lpstr>
      <vt:lpstr>PowerPoint Presentation</vt:lpstr>
      <vt:lpstr>Images</vt:lpstr>
      <vt:lpstr>Images</vt:lpstr>
      <vt:lpstr>Images</vt:lpstr>
      <vt:lpstr>Images</vt:lpstr>
      <vt:lpstr>Inputs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is Programming?</dc:title>
  <cp:lastModifiedBy>Michael Borck</cp:lastModifiedBy>
  <cp:revision>26</cp:revision>
  <dcterms:modified xsi:type="dcterms:W3CDTF">2022-02-27T23:28:07Z</dcterms:modified>
</cp:coreProperties>
</file>