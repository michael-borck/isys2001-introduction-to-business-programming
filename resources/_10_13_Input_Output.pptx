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91" r:id="rId5"/>
    <p:sldId id="301" r:id="rId6"/>
    <p:sldId id="302" r:id="rId7"/>
    <p:sldId id="303" r:id="rId8"/>
    <p:sldId id="305" r:id="rId9"/>
    <p:sldId id="306" r:id="rId10"/>
    <p:sldId id="307" r:id="rId11"/>
    <p:sldId id="259" r:id="rId12"/>
    <p:sldId id="260" r:id="rId13"/>
    <p:sldId id="262" r:id="rId14"/>
    <p:sldId id="261" r:id="rId15"/>
    <p:sldId id="263" r:id="rId16"/>
    <p:sldId id="264" r:id="rId17"/>
    <p:sldId id="265" r:id="rId18"/>
    <p:sldId id="273" r:id="rId19"/>
    <p:sldId id="276" r:id="rId20"/>
    <p:sldId id="282" r:id="rId21"/>
    <p:sldId id="278" r:id="rId22"/>
    <p:sldId id="279" r:id="rId23"/>
    <p:sldId id="281" r:id="rId24"/>
    <p:sldId id="274" r:id="rId25"/>
    <p:sldId id="284" r:id="rId26"/>
    <p:sldId id="283" r:id="rId27"/>
    <p:sldId id="286" r:id="rId28"/>
    <p:sldId id="285" r:id="rId29"/>
    <p:sldId id="275" r:id="rId30"/>
    <p:sldId id="287" r:id="rId31"/>
    <p:sldId id="288" r:id="rId32"/>
    <p:sldId id="289" r:id="rId33"/>
    <p:sldId id="290" r:id="rId34"/>
    <p:sldId id="272" r:id="rId35"/>
    <p:sldId id="308" r:id="rId36"/>
    <p:sldId id="292" r:id="rId37"/>
    <p:sldId id="277" r:id="rId38"/>
    <p:sldId id="293" r:id="rId39"/>
    <p:sldId id="294" r:id="rId40"/>
    <p:sldId id="295" r:id="rId41"/>
    <p:sldId id="296" r:id="rId42"/>
    <p:sldId id="297" r:id="rId43"/>
    <p:sldId id="298" r:id="rId44"/>
    <p:sldId id="266" r:id="rId45"/>
    <p:sldId id="267" r:id="rId46"/>
    <p:sldId id="268" r:id="rId47"/>
    <p:sldId id="269" r:id="rId48"/>
    <p:sldId id="270" r:id="rId49"/>
    <p:sldId id="271" r:id="rId50"/>
    <p:sldId id="299" r:id="rId51"/>
    <p:sldId id="300" r:id="rId5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16"/>
    <p:restoredTop sz="97956"/>
  </p:normalViewPr>
  <p:slideViewPr>
    <p:cSldViewPr snapToGrid="0" snapToObjects="1">
      <p:cViewPr varScale="1">
        <p:scale>
          <a:sx n="94" d="100"/>
          <a:sy n="94" d="100"/>
        </p:scale>
        <p:origin x="192" y="9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826290-A338-334D-896F-B1CA87133EF5}" type="doc">
      <dgm:prSet loTypeId="urn:microsoft.com/office/officeart/2005/8/layout/gear1" loCatId="" qsTypeId="urn:microsoft.com/office/officeart/2005/8/quickstyle/simple1" qsCatId="simple" csTypeId="urn:microsoft.com/office/officeart/2005/8/colors/accent1_2" csCatId="accent1" phldr="1"/>
      <dgm:spPr/>
    </dgm:pt>
    <dgm:pt modelId="{0E19D52B-228B-1644-A055-06136B639EAE}">
      <dgm:prSet phldrT="[Text]"/>
      <dgm:spPr/>
      <dgm:t>
        <a:bodyPr/>
        <a:lstStyle/>
        <a:p>
          <a:r>
            <a:rPr lang="en-GB" dirty="0"/>
            <a:t> </a:t>
          </a:r>
        </a:p>
      </dgm:t>
    </dgm:pt>
    <dgm:pt modelId="{FDF66EC8-F901-5747-84E9-60256A662551}" type="parTrans" cxnId="{5FAD6276-3C16-AD48-BC93-F8F7907411BE}">
      <dgm:prSet/>
      <dgm:spPr/>
      <dgm:t>
        <a:bodyPr/>
        <a:lstStyle/>
        <a:p>
          <a:endParaRPr lang="en-GB"/>
        </a:p>
      </dgm:t>
    </dgm:pt>
    <dgm:pt modelId="{FF541990-6774-CB43-B6CA-52E82D117992}" type="sibTrans" cxnId="{5FAD6276-3C16-AD48-BC93-F8F7907411BE}">
      <dgm:prSet/>
      <dgm:spPr/>
      <dgm:t>
        <a:bodyPr/>
        <a:lstStyle/>
        <a:p>
          <a:endParaRPr lang="en-GB"/>
        </a:p>
      </dgm:t>
    </dgm:pt>
    <dgm:pt modelId="{E59C663B-CD32-FA45-B170-9D37C9BAE502}">
      <dgm:prSet phldrT="[Text]"/>
      <dgm:spPr/>
      <dgm:t>
        <a:bodyPr/>
        <a:lstStyle/>
        <a:p>
          <a:r>
            <a:rPr lang="en-GB" dirty="0"/>
            <a:t> </a:t>
          </a:r>
        </a:p>
      </dgm:t>
    </dgm:pt>
    <dgm:pt modelId="{5AB9DA61-9BE9-954C-A185-9F886647AACD}" type="parTrans" cxnId="{DF8668BF-AF95-4B4F-9ED9-69814B33F056}">
      <dgm:prSet/>
      <dgm:spPr/>
      <dgm:t>
        <a:bodyPr/>
        <a:lstStyle/>
        <a:p>
          <a:endParaRPr lang="en-GB"/>
        </a:p>
      </dgm:t>
    </dgm:pt>
    <dgm:pt modelId="{E2C44CD7-3437-B84C-B8C1-220ED69D279D}" type="sibTrans" cxnId="{DF8668BF-AF95-4B4F-9ED9-69814B33F056}">
      <dgm:prSet/>
      <dgm:spPr/>
      <dgm:t>
        <a:bodyPr/>
        <a:lstStyle/>
        <a:p>
          <a:endParaRPr lang="en-GB"/>
        </a:p>
      </dgm:t>
    </dgm:pt>
    <dgm:pt modelId="{4B1241E6-F0F2-F242-A682-6F97E871F717}">
      <dgm:prSet phldrT="[Text]"/>
      <dgm:spPr/>
      <dgm:t>
        <a:bodyPr/>
        <a:lstStyle/>
        <a:p>
          <a:r>
            <a:rPr lang="en-GB" dirty="0"/>
            <a:t> </a:t>
          </a:r>
        </a:p>
      </dgm:t>
    </dgm:pt>
    <dgm:pt modelId="{21BB904F-AB98-AB4F-A589-B6BA7DE21A62}" type="parTrans" cxnId="{F046E62C-6D69-0341-94C5-50EDF4F40FBC}">
      <dgm:prSet/>
      <dgm:spPr/>
      <dgm:t>
        <a:bodyPr/>
        <a:lstStyle/>
        <a:p>
          <a:endParaRPr lang="en-GB"/>
        </a:p>
      </dgm:t>
    </dgm:pt>
    <dgm:pt modelId="{63E3453E-267D-364C-8BF6-3C838CC1643E}" type="sibTrans" cxnId="{F046E62C-6D69-0341-94C5-50EDF4F40FBC}">
      <dgm:prSet/>
      <dgm:spPr/>
      <dgm:t>
        <a:bodyPr/>
        <a:lstStyle/>
        <a:p>
          <a:endParaRPr lang="en-GB"/>
        </a:p>
      </dgm:t>
    </dgm:pt>
    <dgm:pt modelId="{93A3808F-BE62-564B-ABB9-3663B1D87CD2}" type="pres">
      <dgm:prSet presAssocID="{AC826290-A338-334D-896F-B1CA87133EF5}" presName="composite" presStyleCnt="0">
        <dgm:presLayoutVars>
          <dgm:chMax val="3"/>
          <dgm:animLvl val="lvl"/>
          <dgm:resizeHandles val="exact"/>
        </dgm:presLayoutVars>
      </dgm:prSet>
      <dgm:spPr/>
    </dgm:pt>
    <dgm:pt modelId="{02F65583-CC49-9347-BC31-DC50DFE4FE1B}" type="pres">
      <dgm:prSet presAssocID="{0E19D52B-228B-1644-A055-06136B639EAE}" presName="gear1" presStyleLbl="node1" presStyleIdx="0" presStyleCnt="3">
        <dgm:presLayoutVars>
          <dgm:chMax val="1"/>
          <dgm:bulletEnabled val="1"/>
        </dgm:presLayoutVars>
      </dgm:prSet>
      <dgm:spPr/>
    </dgm:pt>
    <dgm:pt modelId="{51759F34-DA34-7644-9F7C-2C08B06222DD}" type="pres">
      <dgm:prSet presAssocID="{0E19D52B-228B-1644-A055-06136B639EAE}" presName="gear1srcNode" presStyleLbl="node1" presStyleIdx="0" presStyleCnt="3"/>
      <dgm:spPr/>
    </dgm:pt>
    <dgm:pt modelId="{9F2D47BE-62D3-134B-99CE-442BA9677BDC}" type="pres">
      <dgm:prSet presAssocID="{0E19D52B-228B-1644-A055-06136B639EAE}" presName="gear1dstNode" presStyleLbl="node1" presStyleIdx="0" presStyleCnt="3"/>
      <dgm:spPr/>
    </dgm:pt>
    <dgm:pt modelId="{32186126-286F-8643-AF84-209C68188F71}" type="pres">
      <dgm:prSet presAssocID="{4B1241E6-F0F2-F242-A682-6F97E871F717}" presName="gear2" presStyleLbl="node1" presStyleIdx="1" presStyleCnt="3">
        <dgm:presLayoutVars>
          <dgm:chMax val="1"/>
          <dgm:bulletEnabled val="1"/>
        </dgm:presLayoutVars>
      </dgm:prSet>
      <dgm:spPr/>
    </dgm:pt>
    <dgm:pt modelId="{56A82FA1-4419-DD48-B65B-3C492BE6AFC8}" type="pres">
      <dgm:prSet presAssocID="{4B1241E6-F0F2-F242-A682-6F97E871F717}" presName="gear2srcNode" presStyleLbl="node1" presStyleIdx="1" presStyleCnt="3"/>
      <dgm:spPr/>
    </dgm:pt>
    <dgm:pt modelId="{9D3A56FC-49B9-944A-B226-7B12EBFBE84F}" type="pres">
      <dgm:prSet presAssocID="{4B1241E6-F0F2-F242-A682-6F97E871F717}" presName="gear2dstNode" presStyleLbl="node1" presStyleIdx="1" presStyleCnt="3"/>
      <dgm:spPr/>
    </dgm:pt>
    <dgm:pt modelId="{ED34B68D-2C06-4540-B7E8-5722B37AAD71}" type="pres">
      <dgm:prSet presAssocID="{E59C663B-CD32-FA45-B170-9D37C9BAE502}" presName="gear3" presStyleLbl="node1" presStyleIdx="2" presStyleCnt="3"/>
      <dgm:spPr/>
    </dgm:pt>
    <dgm:pt modelId="{664F45A0-ADDA-A94A-A25F-ABAB97ED096F}" type="pres">
      <dgm:prSet presAssocID="{E59C663B-CD32-FA45-B170-9D37C9BAE502}" presName="gear3tx" presStyleLbl="node1" presStyleIdx="2" presStyleCnt="3">
        <dgm:presLayoutVars>
          <dgm:chMax val="1"/>
          <dgm:bulletEnabled val="1"/>
        </dgm:presLayoutVars>
      </dgm:prSet>
      <dgm:spPr/>
    </dgm:pt>
    <dgm:pt modelId="{58C6A968-DBBF-714C-BCF3-69D7BC43D0F3}" type="pres">
      <dgm:prSet presAssocID="{E59C663B-CD32-FA45-B170-9D37C9BAE502}" presName="gear3srcNode" presStyleLbl="node1" presStyleIdx="2" presStyleCnt="3"/>
      <dgm:spPr/>
    </dgm:pt>
    <dgm:pt modelId="{5987D77F-EB52-E24A-A6C6-D815DC4D5955}" type="pres">
      <dgm:prSet presAssocID="{E59C663B-CD32-FA45-B170-9D37C9BAE502}" presName="gear3dstNode" presStyleLbl="node1" presStyleIdx="2" presStyleCnt="3"/>
      <dgm:spPr/>
    </dgm:pt>
    <dgm:pt modelId="{B235671B-960A-2949-A749-7F7FF2D38E79}" type="pres">
      <dgm:prSet presAssocID="{FF541990-6774-CB43-B6CA-52E82D117992}" presName="connector1" presStyleLbl="sibTrans2D1" presStyleIdx="0" presStyleCnt="3"/>
      <dgm:spPr/>
    </dgm:pt>
    <dgm:pt modelId="{56575EDC-DF70-064B-BEDF-433ADE60CCAA}" type="pres">
      <dgm:prSet presAssocID="{63E3453E-267D-364C-8BF6-3C838CC1643E}" presName="connector2" presStyleLbl="sibTrans2D1" presStyleIdx="1" presStyleCnt="3"/>
      <dgm:spPr/>
    </dgm:pt>
    <dgm:pt modelId="{D98E08CA-A07D-8F41-BA01-9402AE458E24}" type="pres">
      <dgm:prSet presAssocID="{E2C44CD7-3437-B84C-B8C1-220ED69D279D}" presName="connector3" presStyleLbl="sibTrans2D1" presStyleIdx="2" presStyleCnt="3"/>
      <dgm:spPr/>
    </dgm:pt>
  </dgm:ptLst>
  <dgm:cxnLst>
    <dgm:cxn modelId="{13988A20-A982-7640-983D-FB0F1C9DFC6F}" type="presOf" srcId="{E59C663B-CD32-FA45-B170-9D37C9BAE502}" destId="{664F45A0-ADDA-A94A-A25F-ABAB97ED096F}" srcOrd="1" destOrd="0" presId="urn:microsoft.com/office/officeart/2005/8/layout/gear1"/>
    <dgm:cxn modelId="{6A3D6223-EAA3-584E-9589-39473CD5089C}" type="presOf" srcId="{AC826290-A338-334D-896F-B1CA87133EF5}" destId="{93A3808F-BE62-564B-ABB9-3663B1D87CD2}" srcOrd="0" destOrd="0" presId="urn:microsoft.com/office/officeart/2005/8/layout/gear1"/>
    <dgm:cxn modelId="{F046E62C-6D69-0341-94C5-50EDF4F40FBC}" srcId="{AC826290-A338-334D-896F-B1CA87133EF5}" destId="{4B1241E6-F0F2-F242-A682-6F97E871F717}" srcOrd="1" destOrd="0" parTransId="{21BB904F-AB98-AB4F-A589-B6BA7DE21A62}" sibTransId="{63E3453E-267D-364C-8BF6-3C838CC1643E}"/>
    <dgm:cxn modelId="{95226745-3169-0242-9C9B-C3E9CD76B561}" type="presOf" srcId="{E59C663B-CD32-FA45-B170-9D37C9BAE502}" destId="{58C6A968-DBBF-714C-BCF3-69D7BC43D0F3}" srcOrd="2" destOrd="0" presId="urn:microsoft.com/office/officeart/2005/8/layout/gear1"/>
    <dgm:cxn modelId="{FBB25858-A96B-4744-9A93-8D8A3449A987}" type="presOf" srcId="{E59C663B-CD32-FA45-B170-9D37C9BAE502}" destId="{5987D77F-EB52-E24A-A6C6-D815DC4D5955}" srcOrd="3" destOrd="0" presId="urn:microsoft.com/office/officeart/2005/8/layout/gear1"/>
    <dgm:cxn modelId="{5FAD6276-3C16-AD48-BC93-F8F7907411BE}" srcId="{AC826290-A338-334D-896F-B1CA87133EF5}" destId="{0E19D52B-228B-1644-A055-06136B639EAE}" srcOrd="0" destOrd="0" parTransId="{FDF66EC8-F901-5747-84E9-60256A662551}" sibTransId="{FF541990-6774-CB43-B6CA-52E82D117992}"/>
    <dgm:cxn modelId="{F7E45D77-C68A-B743-901E-1594C43B7B19}" type="presOf" srcId="{0E19D52B-228B-1644-A055-06136B639EAE}" destId="{02F65583-CC49-9347-BC31-DC50DFE4FE1B}" srcOrd="0" destOrd="0" presId="urn:microsoft.com/office/officeart/2005/8/layout/gear1"/>
    <dgm:cxn modelId="{DE7B6B77-038A-7445-8218-3677535C753D}" type="presOf" srcId="{63E3453E-267D-364C-8BF6-3C838CC1643E}" destId="{56575EDC-DF70-064B-BEDF-433ADE60CCAA}" srcOrd="0" destOrd="0" presId="urn:microsoft.com/office/officeart/2005/8/layout/gear1"/>
    <dgm:cxn modelId="{F0C87080-A868-DC43-A60A-A90163EC6370}" type="presOf" srcId="{4B1241E6-F0F2-F242-A682-6F97E871F717}" destId="{32186126-286F-8643-AF84-209C68188F71}" srcOrd="0" destOrd="0" presId="urn:microsoft.com/office/officeart/2005/8/layout/gear1"/>
    <dgm:cxn modelId="{31D9E597-9DAF-604B-886B-FF397681BC01}" type="presOf" srcId="{FF541990-6774-CB43-B6CA-52E82D117992}" destId="{B235671B-960A-2949-A749-7F7FF2D38E79}" srcOrd="0" destOrd="0" presId="urn:microsoft.com/office/officeart/2005/8/layout/gear1"/>
    <dgm:cxn modelId="{50D3E4B2-D66C-584A-A252-5E6F8615E806}" type="presOf" srcId="{0E19D52B-228B-1644-A055-06136B639EAE}" destId="{51759F34-DA34-7644-9F7C-2C08B06222DD}" srcOrd="1" destOrd="0" presId="urn:microsoft.com/office/officeart/2005/8/layout/gear1"/>
    <dgm:cxn modelId="{9BD8A7B8-4981-434F-8285-6736CCA38721}" type="presOf" srcId="{E59C663B-CD32-FA45-B170-9D37C9BAE502}" destId="{ED34B68D-2C06-4540-B7E8-5722B37AAD71}" srcOrd="0" destOrd="0" presId="urn:microsoft.com/office/officeart/2005/8/layout/gear1"/>
    <dgm:cxn modelId="{DF8668BF-AF95-4B4F-9ED9-69814B33F056}" srcId="{AC826290-A338-334D-896F-B1CA87133EF5}" destId="{E59C663B-CD32-FA45-B170-9D37C9BAE502}" srcOrd="2" destOrd="0" parTransId="{5AB9DA61-9BE9-954C-A185-9F886647AACD}" sibTransId="{E2C44CD7-3437-B84C-B8C1-220ED69D279D}"/>
    <dgm:cxn modelId="{A64668CB-5846-2C44-91A8-A782191173F2}" type="presOf" srcId="{E2C44CD7-3437-B84C-B8C1-220ED69D279D}" destId="{D98E08CA-A07D-8F41-BA01-9402AE458E24}" srcOrd="0" destOrd="0" presId="urn:microsoft.com/office/officeart/2005/8/layout/gear1"/>
    <dgm:cxn modelId="{645732E4-7D68-824D-897E-78EE97817702}" type="presOf" srcId="{4B1241E6-F0F2-F242-A682-6F97E871F717}" destId="{9D3A56FC-49B9-944A-B226-7B12EBFBE84F}" srcOrd="2" destOrd="0" presId="urn:microsoft.com/office/officeart/2005/8/layout/gear1"/>
    <dgm:cxn modelId="{A97DA1F2-6843-9849-9DD6-011252A385EA}" type="presOf" srcId="{0E19D52B-228B-1644-A055-06136B639EAE}" destId="{9F2D47BE-62D3-134B-99CE-442BA9677BDC}" srcOrd="2" destOrd="0" presId="urn:microsoft.com/office/officeart/2005/8/layout/gear1"/>
    <dgm:cxn modelId="{ECA1E1FC-8ECE-1A48-B51C-739C587C1633}" type="presOf" srcId="{4B1241E6-F0F2-F242-A682-6F97E871F717}" destId="{56A82FA1-4419-DD48-B65B-3C492BE6AFC8}" srcOrd="1" destOrd="0" presId="urn:microsoft.com/office/officeart/2005/8/layout/gear1"/>
    <dgm:cxn modelId="{DF6D89ED-6D34-2644-B6CF-CF0EF68B1179}" type="presParOf" srcId="{93A3808F-BE62-564B-ABB9-3663B1D87CD2}" destId="{02F65583-CC49-9347-BC31-DC50DFE4FE1B}" srcOrd="0" destOrd="0" presId="urn:microsoft.com/office/officeart/2005/8/layout/gear1"/>
    <dgm:cxn modelId="{BAA01E62-9DC7-6E41-8A7D-251EF4B5D90C}" type="presParOf" srcId="{93A3808F-BE62-564B-ABB9-3663B1D87CD2}" destId="{51759F34-DA34-7644-9F7C-2C08B06222DD}" srcOrd="1" destOrd="0" presId="urn:microsoft.com/office/officeart/2005/8/layout/gear1"/>
    <dgm:cxn modelId="{8158340A-0F70-294C-AF01-BA4BFF84B1A1}" type="presParOf" srcId="{93A3808F-BE62-564B-ABB9-3663B1D87CD2}" destId="{9F2D47BE-62D3-134B-99CE-442BA9677BDC}" srcOrd="2" destOrd="0" presId="urn:microsoft.com/office/officeart/2005/8/layout/gear1"/>
    <dgm:cxn modelId="{E56A0299-8B16-FA4D-862F-920E8B323313}" type="presParOf" srcId="{93A3808F-BE62-564B-ABB9-3663B1D87CD2}" destId="{32186126-286F-8643-AF84-209C68188F71}" srcOrd="3" destOrd="0" presId="urn:microsoft.com/office/officeart/2005/8/layout/gear1"/>
    <dgm:cxn modelId="{80EB3B49-2648-BC4B-8BA5-5B0F8C80C028}" type="presParOf" srcId="{93A3808F-BE62-564B-ABB9-3663B1D87CD2}" destId="{56A82FA1-4419-DD48-B65B-3C492BE6AFC8}" srcOrd="4" destOrd="0" presId="urn:microsoft.com/office/officeart/2005/8/layout/gear1"/>
    <dgm:cxn modelId="{025BB042-7880-EF46-9B70-6FA5B1D47164}" type="presParOf" srcId="{93A3808F-BE62-564B-ABB9-3663B1D87CD2}" destId="{9D3A56FC-49B9-944A-B226-7B12EBFBE84F}" srcOrd="5" destOrd="0" presId="urn:microsoft.com/office/officeart/2005/8/layout/gear1"/>
    <dgm:cxn modelId="{9C029E39-981C-9E47-9DA4-5E3401CB2FD2}" type="presParOf" srcId="{93A3808F-BE62-564B-ABB9-3663B1D87CD2}" destId="{ED34B68D-2C06-4540-B7E8-5722B37AAD71}" srcOrd="6" destOrd="0" presId="urn:microsoft.com/office/officeart/2005/8/layout/gear1"/>
    <dgm:cxn modelId="{0CFF6F50-1126-4B44-9778-3D21C496C21F}" type="presParOf" srcId="{93A3808F-BE62-564B-ABB9-3663B1D87CD2}" destId="{664F45A0-ADDA-A94A-A25F-ABAB97ED096F}" srcOrd="7" destOrd="0" presId="urn:microsoft.com/office/officeart/2005/8/layout/gear1"/>
    <dgm:cxn modelId="{FAB51CBA-7C7F-894F-8375-B703F60501F8}" type="presParOf" srcId="{93A3808F-BE62-564B-ABB9-3663B1D87CD2}" destId="{58C6A968-DBBF-714C-BCF3-69D7BC43D0F3}" srcOrd="8" destOrd="0" presId="urn:microsoft.com/office/officeart/2005/8/layout/gear1"/>
    <dgm:cxn modelId="{6665696C-23A6-DA48-9764-CB83F4117AF8}" type="presParOf" srcId="{93A3808F-BE62-564B-ABB9-3663B1D87CD2}" destId="{5987D77F-EB52-E24A-A6C6-D815DC4D5955}" srcOrd="9" destOrd="0" presId="urn:microsoft.com/office/officeart/2005/8/layout/gear1"/>
    <dgm:cxn modelId="{4637AD2C-E95F-FB4D-A586-707D4AFF0B37}" type="presParOf" srcId="{93A3808F-BE62-564B-ABB9-3663B1D87CD2}" destId="{B235671B-960A-2949-A749-7F7FF2D38E79}" srcOrd="10" destOrd="0" presId="urn:microsoft.com/office/officeart/2005/8/layout/gear1"/>
    <dgm:cxn modelId="{8BD66DAA-F5D2-A240-ADD2-9B2E0C76DC3F}" type="presParOf" srcId="{93A3808F-BE62-564B-ABB9-3663B1D87CD2}" destId="{56575EDC-DF70-064B-BEDF-433ADE60CCAA}" srcOrd="11" destOrd="0" presId="urn:microsoft.com/office/officeart/2005/8/layout/gear1"/>
    <dgm:cxn modelId="{7D3958FD-804A-3040-98B0-560B1E9A9111}" type="presParOf" srcId="{93A3808F-BE62-564B-ABB9-3663B1D87CD2}" destId="{D98E08CA-A07D-8F41-BA01-9402AE458E24}"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826290-A338-334D-896F-B1CA87133EF5}" type="doc">
      <dgm:prSet loTypeId="urn:microsoft.com/office/officeart/2005/8/layout/gear1" loCatId="" qsTypeId="urn:microsoft.com/office/officeart/2005/8/quickstyle/simple1" qsCatId="simple" csTypeId="urn:microsoft.com/office/officeart/2005/8/colors/accent1_2" csCatId="accent1" phldr="1"/>
      <dgm:spPr/>
    </dgm:pt>
    <dgm:pt modelId="{0E19D52B-228B-1644-A055-06136B639EAE}">
      <dgm:prSet phldrT="[Text]"/>
      <dgm:spPr/>
      <dgm:t>
        <a:bodyPr/>
        <a:lstStyle/>
        <a:p>
          <a:r>
            <a:rPr lang="en-GB" dirty="0"/>
            <a:t> </a:t>
          </a:r>
        </a:p>
      </dgm:t>
    </dgm:pt>
    <dgm:pt modelId="{FDF66EC8-F901-5747-84E9-60256A662551}" type="parTrans" cxnId="{5FAD6276-3C16-AD48-BC93-F8F7907411BE}">
      <dgm:prSet/>
      <dgm:spPr/>
      <dgm:t>
        <a:bodyPr/>
        <a:lstStyle/>
        <a:p>
          <a:endParaRPr lang="en-GB"/>
        </a:p>
      </dgm:t>
    </dgm:pt>
    <dgm:pt modelId="{FF541990-6774-CB43-B6CA-52E82D117992}" type="sibTrans" cxnId="{5FAD6276-3C16-AD48-BC93-F8F7907411BE}">
      <dgm:prSet/>
      <dgm:spPr/>
      <dgm:t>
        <a:bodyPr/>
        <a:lstStyle/>
        <a:p>
          <a:endParaRPr lang="en-GB"/>
        </a:p>
      </dgm:t>
    </dgm:pt>
    <dgm:pt modelId="{E59C663B-CD32-FA45-B170-9D37C9BAE502}">
      <dgm:prSet phldrT="[Text]"/>
      <dgm:spPr/>
      <dgm:t>
        <a:bodyPr/>
        <a:lstStyle/>
        <a:p>
          <a:r>
            <a:rPr lang="en-GB" dirty="0"/>
            <a:t> </a:t>
          </a:r>
        </a:p>
      </dgm:t>
    </dgm:pt>
    <dgm:pt modelId="{5AB9DA61-9BE9-954C-A185-9F886647AACD}" type="parTrans" cxnId="{DF8668BF-AF95-4B4F-9ED9-69814B33F056}">
      <dgm:prSet/>
      <dgm:spPr/>
      <dgm:t>
        <a:bodyPr/>
        <a:lstStyle/>
        <a:p>
          <a:endParaRPr lang="en-GB"/>
        </a:p>
      </dgm:t>
    </dgm:pt>
    <dgm:pt modelId="{E2C44CD7-3437-B84C-B8C1-220ED69D279D}" type="sibTrans" cxnId="{DF8668BF-AF95-4B4F-9ED9-69814B33F056}">
      <dgm:prSet/>
      <dgm:spPr/>
      <dgm:t>
        <a:bodyPr/>
        <a:lstStyle/>
        <a:p>
          <a:endParaRPr lang="en-GB"/>
        </a:p>
      </dgm:t>
    </dgm:pt>
    <dgm:pt modelId="{4B1241E6-F0F2-F242-A682-6F97E871F717}">
      <dgm:prSet phldrT="[Text]"/>
      <dgm:spPr/>
      <dgm:t>
        <a:bodyPr/>
        <a:lstStyle/>
        <a:p>
          <a:r>
            <a:rPr lang="en-GB" dirty="0"/>
            <a:t> </a:t>
          </a:r>
        </a:p>
      </dgm:t>
    </dgm:pt>
    <dgm:pt modelId="{21BB904F-AB98-AB4F-A589-B6BA7DE21A62}" type="parTrans" cxnId="{F046E62C-6D69-0341-94C5-50EDF4F40FBC}">
      <dgm:prSet/>
      <dgm:spPr/>
      <dgm:t>
        <a:bodyPr/>
        <a:lstStyle/>
        <a:p>
          <a:endParaRPr lang="en-GB"/>
        </a:p>
      </dgm:t>
    </dgm:pt>
    <dgm:pt modelId="{63E3453E-267D-364C-8BF6-3C838CC1643E}" type="sibTrans" cxnId="{F046E62C-6D69-0341-94C5-50EDF4F40FBC}">
      <dgm:prSet/>
      <dgm:spPr/>
      <dgm:t>
        <a:bodyPr/>
        <a:lstStyle/>
        <a:p>
          <a:endParaRPr lang="en-GB"/>
        </a:p>
      </dgm:t>
    </dgm:pt>
    <dgm:pt modelId="{93A3808F-BE62-564B-ABB9-3663B1D87CD2}" type="pres">
      <dgm:prSet presAssocID="{AC826290-A338-334D-896F-B1CA87133EF5}" presName="composite" presStyleCnt="0">
        <dgm:presLayoutVars>
          <dgm:chMax val="3"/>
          <dgm:animLvl val="lvl"/>
          <dgm:resizeHandles val="exact"/>
        </dgm:presLayoutVars>
      </dgm:prSet>
      <dgm:spPr/>
    </dgm:pt>
    <dgm:pt modelId="{02F65583-CC49-9347-BC31-DC50DFE4FE1B}" type="pres">
      <dgm:prSet presAssocID="{0E19D52B-228B-1644-A055-06136B639EAE}" presName="gear1" presStyleLbl="node1" presStyleIdx="0" presStyleCnt="3">
        <dgm:presLayoutVars>
          <dgm:chMax val="1"/>
          <dgm:bulletEnabled val="1"/>
        </dgm:presLayoutVars>
      </dgm:prSet>
      <dgm:spPr/>
    </dgm:pt>
    <dgm:pt modelId="{51759F34-DA34-7644-9F7C-2C08B06222DD}" type="pres">
      <dgm:prSet presAssocID="{0E19D52B-228B-1644-A055-06136B639EAE}" presName="gear1srcNode" presStyleLbl="node1" presStyleIdx="0" presStyleCnt="3"/>
      <dgm:spPr/>
    </dgm:pt>
    <dgm:pt modelId="{9F2D47BE-62D3-134B-99CE-442BA9677BDC}" type="pres">
      <dgm:prSet presAssocID="{0E19D52B-228B-1644-A055-06136B639EAE}" presName="gear1dstNode" presStyleLbl="node1" presStyleIdx="0" presStyleCnt="3"/>
      <dgm:spPr/>
    </dgm:pt>
    <dgm:pt modelId="{32186126-286F-8643-AF84-209C68188F71}" type="pres">
      <dgm:prSet presAssocID="{4B1241E6-F0F2-F242-A682-6F97E871F717}" presName="gear2" presStyleLbl="node1" presStyleIdx="1" presStyleCnt="3">
        <dgm:presLayoutVars>
          <dgm:chMax val="1"/>
          <dgm:bulletEnabled val="1"/>
        </dgm:presLayoutVars>
      </dgm:prSet>
      <dgm:spPr/>
    </dgm:pt>
    <dgm:pt modelId="{56A82FA1-4419-DD48-B65B-3C492BE6AFC8}" type="pres">
      <dgm:prSet presAssocID="{4B1241E6-F0F2-F242-A682-6F97E871F717}" presName="gear2srcNode" presStyleLbl="node1" presStyleIdx="1" presStyleCnt="3"/>
      <dgm:spPr/>
    </dgm:pt>
    <dgm:pt modelId="{9D3A56FC-49B9-944A-B226-7B12EBFBE84F}" type="pres">
      <dgm:prSet presAssocID="{4B1241E6-F0F2-F242-A682-6F97E871F717}" presName="gear2dstNode" presStyleLbl="node1" presStyleIdx="1" presStyleCnt="3"/>
      <dgm:spPr/>
    </dgm:pt>
    <dgm:pt modelId="{ED34B68D-2C06-4540-B7E8-5722B37AAD71}" type="pres">
      <dgm:prSet presAssocID="{E59C663B-CD32-FA45-B170-9D37C9BAE502}" presName="gear3" presStyleLbl="node1" presStyleIdx="2" presStyleCnt="3"/>
      <dgm:spPr/>
    </dgm:pt>
    <dgm:pt modelId="{664F45A0-ADDA-A94A-A25F-ABAB97ED096F}" type="pres">
      <dgm:prSet presAssocID="{E59C663B-CD32-FA45-B170-9D37C9BAE502}" presName="gear3tx" presStyleLbl="node1" presStyleIdx="2" presStyleCnt="3">
        <dgm:presLayoutVars>
          <dgm:chMax val="1"/>
          <dgm:bulletEnabled val="1"/>
        </dgm:presLayoutVars>
      </dgm:prSet>
      <dgm:spPr/>
    </dgm:pt>
    <dgm:pt modelId="{58C6A968-DBBF-714C-BCF3-69D7BC43D0F3}" type="pres">
      <dgm:prSet presAssocID="{E59C663B-CD32-FA45-B170-9D37C9BAE502}" presName="gear3srcNode" presStyleLbl="node1" presStyleIdx="2" presStyleCnt="3"/>
      <dgm:spPr/>
    </dgm:pt>
    <dgm:pt modelId="{5987D77F-EB52-E24A-A6C6-D815DC4D5955}" type="pres">
      <dgm:prSet presAssocID="{E59C663B-CD32-FA45-B170-9D37C9BAE502}" presName="gear3dstNode" presStyleLbl="node1" presStyleIdx="2" presStyleCnt="3"/>
      <dgm:spPr/>
    </dgm:pt>
    <dgm:pt modelId="{B235671B-960A-2949-A749-7F7FF2D38E79}" type="pres">
      <dgm:prSet presAssocID="{FF541990-6774-CB43-B6CA-52E82D117992}" presName="connector1" presStyleLbl="sibTrans2D1" presStyleIdx="0" presStyleCnt="3"/>
      <dgm:spPr/>
    </dgm:pt>
    <dgm:pt modelId="{56575EDC-DF70-064B-BEDF-433ADE60CCAA}" type="pres">
      <dgm:prSet presAssocID="{63E3453E-267D-364C-8BF6-3C838CC1643E}" presName="connector2" presStyleLbl="sibTrans2D1" presStyleIdx="1" presStyleCnt="3"/>
      <dgm:spPr/>
    </dgm:pt>
    <dgm:pt modelId="{D98E08CA-A07D-8F41-BA01-9402AE458E24}" type="pres">
      <dgm:prSet presAssocID="{E2C44CD7-3437-B84C-B8C1-220ED69D279D}" presName="connector3" presStyleLbl="sibTrans2D1" presStyleIdx="2" presStyleCnt="3"/>
      <dgm:spPr/>
    </dgm:pt>
  </dgm:ptLst>
  <dgm:cxnLst>
    <dgm:cxn modelId="{13988A20-A982-7640-983D-FB0F1C9DFC6F}" type="presOf" srcId="{E59C663B-CD32-FA45-B170-9D37C9BAE502}" destId="{664F45A0-ADDA-A94A-A25F-ABAB97ED096F}" srcOrd="1" destOrd="0" presId="urn:microsoft.com/office/officeart/2005/8/layout/gear1"/>
    <dgm:cxn modelId="{6A3D6223-EAA3-584E-9589-39473CD5089C}" type="presOf" srcId="{AC826290-A338-334D-896F-B1CA87133EF5}" destId="{93A3808F-BE62-564B-ABB9-3663B1D87CD2}" srcOrd="0" destOrd="0" presId="urn:microsoft.com/office/officeart/2005/8/layout/gear1"/>
    <dgm:cxn modelId="{F046E62C-6D69-0341-94C5-50EDF4F40FBC}" srcId="{AC826290-A338-334D-896F-B1CA87133EF5}" destId="{4B1241E6-F0F2-F242-A682-6F97E871F717}" srcOrd="1" destOrd="0" parTransId="{21BB904F-AB98-AB4F-A589-B6BA7DE21A62}" sibTransId="{63E3453E-267D-364C-8BF6-3C838CC1643E}"/>
    <dgm:cxn modelId="{95226745-3169-0242-9C9B-C3E9CD76B561}" type="presOf" srcId="{E59C663B-CD32-FA45-B170-9D37C9BAE502}" destId="{58C6A968-DBBF-714C-BCF3-69D7BC43D0F3}" srcOrd="2" destOrd="0" presId="urn:microsoft.com/office/officeart/2005/8/layout/gear1"/>
    <dgm:cxn modelId="{FBB25858-A96B-4744-9A93-8D8A3449A987}" type="presOf" srcId="{E59C663B-CD32-FA45-B170-9D37C9BAE502}" destId="{5987D77F-EB52-E24A-A6C6-D815DC4D5955}" srcOrd="3" destOrd="0" presId="urn:microsoft.com/office/officeart/2005/8/layout/gear1"/>
    <dgm:cxn modelId="{5FAD6276-3C16-AD48-BC93-F8F7907411BE}" srcId="{AC826290-A338-334D-896F-B1CA87133EF5}" destId="{0E19D52B-228B-1644-A055-06136B639EAE}" srcOrd="0" destOrd="0" parTransId="{FDF66EC8-F901-5747-84E9-60256A662551}" sibTransId="{FF541990-6774-CB43-B6CA-52E82D117992}"/>
    <dgm:cxn modelId="{F7E45D77-C68A-B743-901E-1594C43B7B19}" type="presOf" srcId="{0E19D52B-228B-1644-A055-06136B639EAE}" destId="{02F65583-CC49-9347-BC31-DC50DFE4FE1B}" srcOrd="0" destOrd="0" presId="urn:microsoft.com/office/officeart/2005/8/layout/gear1"/>
    <dgm:cxn modelId="{DE7B6B77-038A-7445-8218-3677535C753D}" type="presOf" srcId="{63E3453E-267D-364C-8BF6-3C838CC1643E}" destId="{56575EDC-DF70-064B-BEDF-433ADE60CCAA}" srcOrd="0" destOrd="0" presId="urn:microsoft.com/office/officeart/2005/8/layout/gear1"/>
    <dgm:cxn modelId="{F0C87080-A868-DC43-A60A-A90163EC6370}" type="presOf" srcId="{4B1241E6-F0F2-F242-A682-6F97E871F717}" destId="{32186126-286F-8643-AF84-209C68188F71}" srcOrd="0" destOrd="0" presId="urn:microsoft.com/office/officeart/2005/8/layout/gear1"/>
    <dgm:cxn modelId="{31D9E597-9DAF-604B-886B-FF397681BC01}" type="presOf" srcId="{FF541990-6774-CB43-B6CA-52E82D117992}" destId="{B235671B-960A-2949-A749-7F7FF2D38E79}" srcOrd="0" destOrd="0" presId="urn:microsoft.com/office/officeart/2005/8/layout/gear1"/>
    <dgm:cxn modelId="{50D3E4B2-D66C-584A-A252-5E6F8615E806}" type="presOf" srcId="{0E19D52B-228B-1644-A055-06136B639EAE}" destId="{51759F34-DA34-7644-9F7C-2C08B06222DD}" srcOrd="1" destOrd="0" presId="urn:microsoft.com/office/officeart/2005/8/layout/gear1"/>
    <dgm:cxn modelId="{9BD8A7B8-4981-434F-8285-6736CCA38721}" type="presOf" srcId="{E59C663B-CD32-FA45-B170-9D37C9BAE502}" destId="{ED34B68D-2C06-4540-B7E8-5722B37AAD71}" srcOrd="0" destOrd="0" presId="urn:microsoft.com/office/officeart/2005/8/layout/gear1"/>
    <dgm:cxn modelId="{DF8668BF-AF95-4B4F-9ED9-69814B33F056}" srcId="{AC826290-A338-334D-896F-B1CA87133EF5}" destId="{E59C663B-CD32-FA45-B170-9D37C9BAE502}" srcOrd="2" destOrd="0" parTransId="{5AB9DA61-9BE9-954C-A185-9F886647AACD}" sibTransId="{E2C44CD7-3437-B84C-B8C1-220ED69D279D}"/>
    <dgm:cxn modelId="{A64668CB-5846-2C44-91A8-A782191173F2}" type="presOf" srcId="{E2C44CD7-3437-B84C-B8C1-220ED69D279D}" destId="{D98E08CA-A07D-8F41-BA01-9402AE458E24}" srcOrd="0" destOrd="0" presId="urn:microsoft.com/office/officeart/2005/8/layout/gear1"/>
    <dgm:cxn modelId="{645732E4-7D68-824D-897E-78EE97817702}" type="presOf" srcId="{4B1241E6-F0F2-F242-A682-6F97E871F717}" destId="{9D3A56FC-49B9-944A-B226-7B12EBFBE84F}" srcOrd="2" destOrd="0" presId="urn:microsoft.com/office/officeart/2005/8/layout/gear1"/>
    <dgm:cxn modelId="{A97DA1F2-6843-9849-9DD6-011252A385EA}" type="presOf" srcId="{0E19D52B-228B-1644-A055-06136B639EAE}" destId="{9F2D47BE-62D3-134B-99CE-442BA9677BDC}" srcOrd="2" destOrd="0" presId="urn:microsoft.com/office/officeart/2005/8/layout/gear1"/>
    <dgm:cxn modelId="{ECA1E1FC-8ECE-1A48-B51C-739C587C1633}" type="presOf" srcId="{4B1241E6-F0F2-F242-A682-6F97E871F717}" destId="{56A82FA1-4419-DD48-B65B-3C492BE6AFC8}" srcOrd="1" destOrd="0" presId="urn:microsoft.com/office/officeart/2005/8/layout/gear1"/>
    <dgm:cxn modelId="{DF6D89ED-6D34-2644-B6CF-CF0EF68B1179}" type="presParOf" srcId="{93A3808F-BE62-564B-ABB9-3663B1D87CD2}" destId="{02F65583-CC49-9347-BC31-DC50DFE4FE1B}" srcOrd="0" destOrd="0" presId="urn:microsoft.com/office/officeart/2005/8/layout/gear1"/>
    <dgm:cxn modelId="{BAA01E62-9DC7-6E41-8A7D-251EF4B5D90C}" type="presParOf" srcId="{93A3808F-BE62-564B-ABB9-3663B1D87CD2}" destId="{51759F34-DA34-7644-9F7C-2C08B06222DD}" srcOrd="1" destOrd="0" presId="urn:microsoft.com/office/officeart/2005/8/layout/gear1"/>
    <dgm:cxn modelId="{8158340A-0F70-294C-AF01-BA4BFF84B1A1}" type="presParOf" srcId="{93A3808F-BE62-564B-ABB9-3663B1D87CD2}" destId="{9F2D47BE-62D3-134B-99CE-442BA9677BDC}" srcOrd="2" destOrd="0" presId="urn:microsoft.com/office/officeart/2005/8/layout/gear1"/>
    <dgm:cxn modelId="{E56A0299-8B16-FA4D-862F-920E8B323313}" type="presParOf" srcId="{93A3808F-BE62-564B-ABB9-3663B1D87CD2}" destId="{32186126-286F-8643-AF84-209C68188F71}" srcOrd="3" destOrd="0" presId="urn:microsoft.com/office/officeart/2005/8/layout/gear1"/>
    <dgm:cxn modelId="{80EB3B49-2648-BC4B-8BA5-5B0F8C80C028}" type="presParOf" srcId="{93A3808F-BE62-564B-ABB9-3663B1D87CD2}" destId="{56A82FA1-4419-DD48-B65B-3C492BE6AFC8}" srcOrd="4" destOrd="0" presId="urn:microsoft.com/office/officeart/2005/8/layout/gear1"/>
    <dgm:cxn modelId="{025BB042-7880-EF46-9B70-6FA5B1D47164}" type="presParOf" srcId="{93A3808F-BE62-564B-ABB9-3663B1D87CD2}" destId="{9D3A56FC-49B9-944A-B226-7B12EBFBE84F}" srcOrd="5" destOrd="0" presId="urn:microsoft.com/office/officeart/2005/8/layout/gear1"/>
    <dgm:cxn modelId="{9C029E39-981C-9E47-9DA4-5E3401CB2FD2}" type="presParOf" srcId="{93A3808F-BE62-564B-ABB9-3663B1D87CD2}" destId="{ED34B68D-2C06-4540-B7E8-5722B37AAD71}" srcOrd="6" destOrd="0" presId="urn:microsoft.com/office/officeart/2005/8/layout/gear1"/>
    <dgm:cxn modelId="{0CFF6F50-1126-4B44-9778-3D21C496C21F}" type="presParOf" srcId="{93A3808F-BE62-564B-ABB9-3663B1D87CD2}" destId="{664F45A0-ADDA-A94A-A25F-ABAB97ED096F}" srcOrd="7" destOrd="0" presId="urn:microsoft.com/office/officeart/2005/8/layout/gear1"/>
    <dgm:cxn modelId="{FAB51CBA-7C7F-894F-8375-B703F60501F8}" type="presParOf" srcId="{93A3808F-BE62-564B-ABB9-3663B1D87CD2}" destId="{58C6A968-DBBF-714C-BCF3-69D7BC43D0F3}" srcOrd="8" destOrd="0" presId="urn:microsoft.com/office/officeart/2005/8/layout/gear1"/>
    <dgm:cxn modelId="{6665696C-23A6-DA48-9764-CB83F4117AF8}" type="presParOf" srcId="{93A3808F-BE62-564B-ABB9-3663B1D87CD2}" destId="{5987D77F-EB52-E24A-A6C6-D815DC4D5955}" srcOrd="9" destOrd="0" presId="urn:microsoft.com/office/officeart/2005/8/layout/gear1"/>
    <dgm:cxn modelId="{4637AD2C-E95F-FB4D-A586-707D4AFF0B37}" type="presParOf" srcId="{93A3808F-BE62-564B-ABB9-3663B1D87CD2}" destId="{B235671B-960A-2949-A749-7F7FF2D38E79}" srcOrd="10" destOrd="0" presId="urn:microsoft.com/office/officeart/2005/8/layout/gear1"/>
    <dgm:cxn modelId="{8BD66DAA-F5D2-A240-ADD2-9B2E0C76DC3F}" type="presParOf" srcId="{93A3808F-BE62-564B-ABB9-3663B1D87CD2}" destId="{56575EDC-DF70-064B-BEDF-433ADE60CCAA}" srcOrd="11" destOrd="0" presId="urn:microsoft.com/office/officeart/2005/8/layout/gear1"/>
    <dgm:cxn modelId="{7D3958FD-804A-3040-98B0-560B1E9A9111}" type="presParOf" srcId="{93A3808F-BE62-564B-ABB9-3663B1D87CD2}" destId="{D98E08CA-A07D-8F41-BA01-9402AE458E24}"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65583-CC49-9347-BC31-DC50DFE4FE1B}">
      <dsp:nvSpPr>
        <dsp:cNvPr id="0" name=""/>
        <dsp:cNvSpPr/>
      </dsp:nvSpPr>
      <dsp:spPr>
        <a:xfrm>
          <a:off x="1455907" y="1119725"/>
          <a:ext cx="1368553" cy="1368553"/>
        </a:xfrm>
        <a:prstGeom prst="gear9">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1731047" y="1440302"/>
        <a:ext cx="818273" cy="703465"/>
      </dsp:txXfrm>
    </dsp:sp>
    <dsp:sp modelId="{32186126-286F-8643-AF84-209C68188F71}">
      <dsp:nvSpPr>
        <dsp:cNvPr id="0" name=""/>
        <dsp:cNvSpPr/>
      </dsp:nvSpPr>
      <dsp:spPr>
        <a:xfrm>
          <a:off x="659658" y="796249"/>
          <a:ext cx="995311" cy="995311"/>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910231" y="1048336"/>
        <a:ext cx="494165" cy="491137"/>
      </dsp:txXfrm>
    </dsp:sp>
    <dsp:sp modelId="{ED34B68D-2C06-4540-B7E8-5722B37AAD71}">
      <dsp:nvSpPr>
        <dsp:cNvPr id="0" name=""/>
        <dsp:cNvSpPr/>
      </dsp:nvSpPr>
      <dsp:spPr>
        <a:xfrm rot="20700000">
          <a:off x="1217134" y="109585"/>
          <a:ext cx="975202" cy="975202"/>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rot="-20700000">
        <a:off x="1431024" y="323476"/>
        <a:ext cx="547421" cy="547421"/>
      </dsp:txXfrm>
    </dsp:sp>
    <dsp:sp modelId="{B235671B-960A-2949-A749-7F7FF2D38E79}">
      <dsp:nvSpPr>
        <dsp:cNvPr id="0" name=""/>
        <dsp:cNvSpPr/>
      </dsp:nvSpPr>
      <dsp:spPr>
        <a:xfrm>
          <a:off x="1333013" y="923059"/>
          <a:ext cx="1751748" cy="1751748"/>
        </a:xfrm>
        <a:prstGeom prst="circularArrow">
          <a:avLst>
            <a:gd name="adj1" fmla="val 4687"/>
            <a:gd name="adj2" fmla="val 299029"/>
            <a:gd name="adj3" fmla="val 2453870"/>
            <a:gd name="adj4" fmla="val 16002670"/>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575EDC-DF70-064B-BEDF-433ADE60CCAA}">
      <dsp:nvSpPr>
        <dsp:cNvPr id="0" name=""/>
        <dsp:cNvSpPr/>
      </dsp:nvSpPr>
      <dsp:spPr>
        <a:xfrm>
          <a:off x="483390" y="583345"/>
          <a:ext cx="1272754" cy="1272754"/>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98E08CA-A07D-8F41-BA01-9402AE458E24}">
      <dsp:nvSpPr>
        <dsp:cNvPr id="0" name=""/>
        <dsp:cNvSpPr/>
      </dsp:nvSpPr>
      <dsp:spPr>
        <a:xfrm>
          <a:off x="991560" y="-96698"/>
          <a:ext cx="1372285" cy="137228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65583-CC49-9347-BC31-DC50DFE4FE1B}">
      <dsp:nvSpPr>
        <dsp:cNvPr id="0" name=""/>
        <dsp:cNvSpPr/>
      </dsp:nvSpPr>
      <dsp:spPr>
        <a:xfrm>
          <a:off x="1455907" y="1119725"/>
          <a:ext cx="1368553" cy="1368553"/>
        </a:xfrm>
        <a:prstGeom prst="gear9">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1731047" y="1440302"/>
        <a:ext cx="818273" cy="703465"/>
      </dsp:txXfrm>
    </dsp:sp>
    <dsp:sp modelId="{32186126-286F-8643-AF84-209C68188F71}">
      <dsp:nvSpPr>
        <dsp:cNvPr id="0" name=""/>
        <dsp:cNvSpPr/>
      </dsp:nvSpPr>
      <dsp:spPr>
        <a:xfrm>
          <a:off x="659658" y="796249"/>
          <a:ext cx="995311" cy="995311"/>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910231" y="1048336"/>
        <a:ext cx="494165" cy="491137"/>
      </dsp:txXfrm>
    </dsp:sp>
    <dsp:sp modelId="{ED34B68D-2C06-4540-B7E8-5722B37AAD71}">
      <dsp:nvSpPr>
        <dsp:cNvPr id="0" name=""/>
        <dsp:cNvSpPr/>
      </dsp:nvSpPr>
      <dsp:spPr>
        <a:xfrm rot="20700000">
          <a:off x="1217134" y="109585"/>
          <a:ext cx="975202" cy="975202"/>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rot="-20700000">
        <a:off x="1431024" y="323476"/>
        <a:ext cx="547421" cy="547421"/>
      </dsp:txXfrm>
    </dsp:sp>
    <dsp:sp modelId="{B235671B-960A-2949-A749-7F7FF2D38E79}">
      <dsp:nvSpPr>
        <dsp:cNvPr id="0" name=""/>
        <dsp:cNvSpPr/>
      </dsp:nvSpPr>
      <dsp:spPr>
        <a:xfrm>
          <a:off x="1333013" y="923059"/>
          <a:ext cx="1751748" cy="1751748"/>
        </a:xfrm>
        <a:prstGeom prst="circularArrow">
          <a:avLst>
            <a:gd name="adj1" fmla="val 4687"/>
            <a:gd name="adj2" fmla="val 299029"/>
            <a:gd name="adj3" fmla="val 2453870"/>
            <a:gd name="adj4" fmla="val 16002670"/>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575EDC-DF70-064B-BEDF-433ADE60CCAA}">
      <dsp:nvSpPr>
        <dsp:cNvPr id="0" name=""/>
        <dsp:cNvSpPr/>
      </dsp:nvSpPr>
      <dsp:spPr>
        <a:xfrm>
          <a:off x="483390" y="583345"/>
          <a:ext cx="1272754" cy="1272754"/>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98E08CA-A07D-8F41-BA01-9402AE458E24}">
      <dsp:nvSpPr>
        <dsp:cNvPr id="0" name=""/>
        <dsp:cNvSpPr/>
      </dsp:nvSpPr>
      <dsp:spPr>
        <a:xfrm>
          <a:off x="991560" y="-96698"/>
          <a:ext cx="1372285" cy="137228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497205"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Input Output</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9000" r="-59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Input Output</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CDDE-09AF-544F-B6BE-6A5CDDFAD4E2}"/>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7AA356E9-15F5-F445-BD46-23669A9D864C}"/>
              </a:ext>
            </a:extLst>
          </p:cNvPr>
          <p:cNvSpPr>
            <a:spLocks noGrp="1"/>
          </p:cNvSpPr>
          <p:nvPr>
            <p:ph type="body" idx="1"/>
          </p:nvPr>
        </p:nvSpPr>
        <p:spPr/>
        <p:txBody>
          <a:bodyPr/>
          <a:lstStyle/>
          <a:p>
            <a:r>
              <a:rPr lang="en-AU" dirty="0"/>
              <a:t>Getting Help</a:t>
            </a:r>
          </a:p>
          <a:p>
            <a:r>
              <a:rPr lang="en-AU" dirty="0"/>
              <a:t>Handling Exceptions</a:t>
            </a:r>
          </a:p>
          <a:p>
            <a:r>
              <a:rPr lang="en-AU" dirty="0"/>
              <a:t>Validating Input</a:t>
            </a:r>
          </a:p>
          <a:p>
            <a:r>
              <a:rPr lang="en-AU" dirty="0"/>
              <a:t>File Input/Output</a:t>
            </a:r>
          </a:p>
          <a:p>
            <a:endParaRPr lang="en-AU" dirty="0"/>
          </a:p>
        </p:txBody>
      </p:sp>
    </p:spTree>
    <p:extLst>
      <p:ext uri="{BB962C8B-B14F-4D97-AF65-F5344CB8AC3E}">
        <p14:creationId xmlns:p14="http://schemas.microsoft.com/office/powerpoint/2010/main" val="309650609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0703-7564-944F-B4D3-1C42B71B0C57}"/>
              </a:ext>
            </a:extLst>
          </p:cNvPr>
          <p:cNvSpPr>
            <a:spLocks noGrp="1"/>
          </p:cNvSpPr>
          <p:nvPr>
            <p:ph type="title"/>
          </p:nvPr>
        </p:nvSpPr>
        <p:spPr/>
        <p:txBody>
          <a:bodyPr/>
          <a:lstStyle/>
          <a:p>
            <a:r>
              <a:rPr lang="en-AU" dirty="0"/>
              <a:t>Input Output Model</a:t>
            </a:r>
          </a:p>
        </p:txBody>
      </p:sp>
      <p:sp>
        <p:nvSpPr>
          <p:cNvPr id="7" name="Notched Right Arrow 6">
            <a:extLst>
              <a:ext uri="{FF2B5EF4-FFF2-40B4-BE49-F238E27FC236}">
                <a16:creationId xmlns:a16="http://schemas.microsoft.com/office/drawing/2014/main" id="{C8B33405-965C-344C-A4E0-F986E5418BCD}"/>
              </a:ext>
            </a:extLst>
          </p:cNvPr>
          <p:cNvSpPr/>
          <p:nvPr/>
        </p:nvSpPr>
        <p:spPr>
          <a:xfrm>
            <a:off x="715617" y="2972720"/>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INPUTS</a:t>
            </a:r>
          </a:p>
        </p:txBody>
      </p:sp>
      <p:sp>
        <p:nvSpPr>
          <p:cNvPr id="8" name="Notched Right Arrow 7">
            <a:extLst>
              <a:ext uri="{FF2B5EF4-FFF2-40B4-BE49-F238E27FC236}">
                <a16:creationId xmlns:a16="http://schemas.microsoft.com/office/drawing/2014/main" id="{80266804-9BA0-5B4E-9D88-464141AFB3A7}"/>
              </a:ext>
            </a:extLst>
          </p:cNvPr>
          <p:cNvSpPr/>
          <p:nvPr/>
        </p:nvSpPr>
        <p:spPr>
          <a:xfrm>
            <a:off x="6095999" y="2972720"/>
            <a:ext cx="1846998"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OUTPUTS</a:t>
            </a:r>
          </a:p>
        </p:txBody>
      </p:sp>
      <p:graphicFrame>
        <p:nvGraphicFramePr>
          <p:cNvPr id="9" name="Diagram 8">
            <a:extLst>
              <a:ext uri="{FF2B5EF4-FFF2-40B4-BE49-F238E27FC236}">
                <a16:creationId xmlns:a16="http://schemas.microsoft.com/office/drawing/2014/main" id="{A5CD88F9-A568-CD4D-AFE9-5700C7126C74}"/>
              </a:ext>
            </a:extLst>
          </p:cNvPr>
          <p:cNvGraphicFramePr/>
          <p:nvPr>
            <p:extLst>
              <p:ext uri="{D42A27DB-BD31-4B8C-83A1-F6EECF244321}">
                <p14:modId xmlns:p14="http://schemas.microsoft.com/office/powerpoint/2010/main" val="3427659946"/>
              </p:ext>
            </p:extLst>
          </p:nvPr>
        </p:nvGraphicFramePr>
        <p:xfrm>
          <a:off x="2425146" y="2259863"/>
          <a:ext cx="3160643" cy="24882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5481AB85-F226-4940-8C2B-1D4323B4EC02}"/>
              </a:ext>
            </a:extLst>
          </p:cNvPr>
          <p:cNvSpPr/>
          <p:nvPr/>
        </p:nvSpPr>
        <p:spPr>
          <a:xfrm>
            <a:off x="2574235" y="2057400"/>
            <a:ext cx="3200400" cy="2852530"/>
          </a:xfrm>
          <a:prstGeom prst="rect">
            <a:avLst/>
          </a:prstGeom>
          <a:no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1" name="TextBox 10">
            <a:extLst>
              <a:ext uri="{FF2B5EF4-FFF2-40B4-BE49-F238E27FC236}">
                <a16:creationId xmlns:a16="http://schemas.microsoft.com/office/drawing/2014/main" id="{7FBD5FC1-42AD-AB47-A1B0-702FEE2D820B}"/>
              </a:ext>
            </a:extLst>
          </p:cNvPr>
          <p:cNvSpPr txBox="1"/>
          <p:nvPr/>
        </p:nvSpPr>
        <p:spPr>
          <a:xfrm>
            <a:off x="3437456" y="2098075"/>
            <a:ext cx="1473958"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ALGORITHM</a:t>
            </a:r>
          </a:p>
        </p:txBody>
      </p:sp>
    </p:spTree>
    <p:extLst>
      <p:ext uri="{BB962C8B-B14F-4D97-AF65-F5344CB8AC3E}">
        <p14:creationId xmlns:p14="http://schemas.microsoft.com/office/powerpoint/2010/main" val="14211421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9480-8F70-8F45-9306-6963FB807CD4}"/>
              </a:ext>
            </a:extLst>
          </p:cNvPr>
          <p:cNvSpPr>
            <a:spLocks noGrp="1"/>
          </p:cNvSpPr>
          <p:nvPr>
            <p:ph type="title"/>
          </p:nvPr>
        </p:nvSpPr>
        <p:spPr/>
        <p:txBody>
          <a:bodyPr/>
          <a:lstStyle/>
          <a:p>
            <a:r>
              <a:rPr lang="en-AU" dirty="0"/>
              <a:t>Six Things</a:t>
            </a:r>
          </a:p>
        </p:txBody>
      </p:sp>
      <p:sp>
        <p:nvSpPr>
          <p:cNvPr id="3" name="Text Placeholder 2">
            <a:extLst>
              <a:ext uri="{FF2B5EF4-FFF2-40B4-BE49-F238E27FC236}">
                <a16:creationId xmlns:a16="http://schemas.microsoft.com/office/drawing/2014/main" id="{D3541B7D-EBCE-754E-8297-6B0FED789364}"/>
              </a:ext>
            </a:extLst>
          </p:cNvPr>
          <p:cNvSpPr>
            <a:spLocks noGrp="1"/>
          </p:cNvSpPr>
          <p:nvPr>
            <p:ph type="body" idx="1"/>
          </p:nvPr>
        </p:nvSpPr>
        <p:spPr/>
        <p:txBody>
          <a:bodyPr/>
          <a:lstStyle/>
          <a:p>
            <a:r>
              <a:rPr lang="en-AU" dirty="0"/>
              <a:t>Input</a:t>
            </a:r>
          </a:p>
          <a:p>
            <a:r>
              <a:rPr lang="en-AU" dirty="0"/>
              <a:t>Output</a:t>
            </a:r>
          </a:p>
          <a:p>
            <a:r>
              <a:rPr lang="en-AU" dirty="0"/>
              <a:t>Calculate (Add, multiply, less than etc.)</a:t>
            </a:r>
          </a:p>
          <a:p>
            <a:r>
              <a:rPr lang="en-AU" dirty="0"/>
              <a:t>Store (assignment)</a:t>
            </a:r>
          </a:p>
          <a:p>
            <a:r>
              <a:rPr lang="en-AU" dirty="0"/>
              <a:t>Decide (if-then)</a:t>
            </a:r>
          </a:p>
          <a:p>
            <a:r>
              <a:rPr lang="en-AU" dirty="0"/>
              <a:t>Repeat (for, while)</a:t>
            </a:r>
          </a:p>
        </p:txBody>
      </p:sp>
    </p:spTree>
    <p:extLst>
      <p:ext uri="{BB962C8B-B14F-4D97-AF65-F5344CB8AC3E}">
        <p14:creationId xmlns:p14="http://schemas.microsoft.com/office/powerpoint/2010/main" val="280319317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C43B-BAA7-6D4B-B77F-DA05E81AE56F}"/>
              </a:ext>
            </a:extLst>
          </p:cNvPr>
          <p:cNvSpPr>
            <a:spLocks noGrp="1"/>
          </p:cNvSpPr>
          <p:nvPr>
            <p:ph type="title"/>
          </p:nvPr>
        </p:nvSpPr>
        <p:spPr/>
        <p:txBody>
          <a:bodyPr/>
          <a:lstStyle/>
          <a:p>
            <a:r>
              <a:rPr lang="en-AU" dirty="0"/>
              <a:t>Core Principles (so far)</a:t>
            </a:r>
          </a:p>
        </p:txBody>
      </p:sp>
      <p:sp>
        <p:nvSpPr>
          <p:cNvPr id="3" name="Text Placeholder 2">
            <a:extLst>
              <a:ext uri="{FF2B5EF4-FFF2-40B4-BE49-F238E27FC236}">
                <a16:creationId xmlns:a16="http://schemas.microsoft.com/office/drawing/2014/main" id="{080CD23E-76A9-4A44-B67D-4381D79AC836}"/>
              </a:ext>
            </a:extLst>
          </p:cNvPr>
          <p:cNvSpPr>
            <a:spLocks noGrp="1"/>
          </p:cNvSpPr>
          <p:nvPr>
            <p:ph type="body" idx="1"/>
          </p:nvPr>
        </p:nvSpPr>
        <p:spPr/>
        <p:txBody>
          <a:bodyPr>
            <a:normAutofit lnSpcReduction="10000"/>
          </a:bodyPr>
          <a:lstStyle/>
          <a:p>
            <a:r>
              <a:rPr lang="en-AU" dirty="0"/>
              <a:t>Algorithms</a:t>
            </a:r>
          </a:p>
          <a:p>
            <a:pPr lvl="1"/>
            <a:r>
              <a:rPr lang="en-AU" dirty="0"/>
              <a:t>Expressed in structured English (Pseudocode)</a:t>
            </a:r>
          </a:p>
          <a:p>
            <a:pPr lvl="1"/>
            <a:r>
              <a:rPr lang="en-AU" dirty="0"/>
              <a:t>Sequence (must put things in correct order)</a:t>
            </a:r>
          </a:p>
          <a:p>
            <a:pPr lvl="1"/>
            <a:r>
              <a:rPr lang="en-AU" dirty="0"/>
              <a:t>Selection (if-then-else)</a:t>
            </a:r>
          </a:p>
          <a:p>
            <a:pPr lvl="1"/>
            <a:r>
              <a:rPr lang="en-AU" dirty="0"/>
              <a:t>Repetition (while)</a:t>
            </a:r>
          </a:p>
          <a:p>
            <a:r>
              <a:rPr lang="en-AU" dirty="0"/>
              <a:t>Encapsulation (group things)</a:t>
            </a:r>
          </a:p>
          <a:p>
            <a:pPr lvl="1"/>
            <a:r>
              <a:rPr lang="en-AU" dirty="0"/>
              <a:t>Manage complexity</a:t>
            </a:r>
          </a:p>
          <a:p>
            <a:pPr lvl="1"/>
            <a:r>
              <a:rPr lang="en-AU" dirty="0"/>
              <a:t>Data example – lists group values/variables</a:t>
            </a:r>
          </a:p>
          <a:p>
            <a:pPr lvl="1"/>
            <a:r>
              <a:rPr lang="en-AU" dirty="0"/>
              <a:t>Code example – function group expressions</a:t>
            </a:r>
          </a:p>
        </p:txBody>
      </p:sp>
    </p:spTree>
    <p:extLst>
      <p:ext uri="{BB962C8B-B14F-4D97-AF65-F5344CB8AC3E}">
        <p14:creationId xmlns:p14="http://schemas.microsoft.com/office/powerpoint/2010/main" val="16428396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2365-5FB6-DB48-A829-1CFA8729EA65}"/>
              </a:ext>
            </a:extLst>
          </p:cNvPr>
          <p:cNvSpPr>
            <a:spLocks noGrp="1"/>
          </p:cNvSpPr>
          <p:nvPr>
            <p:ph type="title"/>
          </p:nvPr>
        </p:nvSpPr>
        <p:spPr/>
        <p:txBody>
          <a:bodyPr/>
          <a:lstStyle/>
          <a:p>
            <a:r>
              <a:rPr lang="en-AU" dirty="0"/>
              <a:t>Python</a:t>
            </a:r>
          </a:p>
        </p:txBody>
      </p:sp>
      <p:sp>
        <p:nvSpPr>
          <p:cNvPr id="3" name="Text Placeholder 2">
            <a:extLst>
              <a:ext uri="{FF2B5EF4-FFF2-40B4-BE49-F238E27FC236}">
                <a16:creationId xmlns:a16="http://schemas.microsoft.com/office/drawing/2014/main" id="{44DE6E27-F2A1-224E-8178-485627C24953}"/>
              </a:ext>
            </a:extLst>
          </p:cNvPr>
          <p:cNvSpPr>
            <a:spLocks noGrp="1"/>
          </p:cNvSpPr>
          <p:nvPr>
            <p:ph type="body" idx="1"/>
          </p:nvPr>
        </p:nvSpPr>
        <p:spPr>
          <a:xfrm>
            <a:off x="457200" y="1214651"/>
            <a:ext cx="8229600" cy="5082962"/>
          </a:xfrm>
        </p:spPr>
        <p:txBody>
          <a:bodyPr>
            <a:normAutofit fontScale="70000" lnSpcReduction="20000"/>
          </a:bodyPr>
          <a:lstStyle/>
          <a:p>
            <a:r>
              <a:rPr lang="en-AU" dirty="0"/>
              <a:t>Values (Literals)</a:t>
            </a:r>
          </a:p>
          <a:p>
            <a:r>
              <a:rPr lang="en-AU" dirty="0"/>
              <a:t>Data Types (everything has a datatype)</a:t>
            </a:r>
          </a:p>
          <a:p>
            <a:pPr lvl="1"/>
            <a:r>
              <a:rPr lang="en-AU" dirty="0"/>
              <a:t>str (string)</a:t>
            </a:r>
          </a:p>
          <a:p>
            <a:pPr lvl="1"/>
            <a:r>
              <a:rPr lang="en-AU" dirty="0"/>
              <a:t>int (integer)</a:t>
            </a:r>
          </a:p>
          <a:p>
            <a:pPr lvl="1"/>
            <a:r>
              <a:rPr lang="en-AU" dirty="0"/>
              <a:t>float (real number, decimal number)</a:t>
            </a:r>
          </a:p>
          <a:p>
            <a:pPr lvl="1"/>
            <a:r>
              <a:rPr lang="en-AU" dirty="0"/>
              <a:t>list []</a:t>
            </a:r>
          </a:p>
          <a:p>
            <a:r>
              <a:rPr lang="en-AU" dirty="0"/>
              <a:t>Expressions</a:t>
            </a:r>
          </a:p>
          <a:p>
            <a:pPr lvl="1"/>
            <a:r>
              <a:rPr lang="en-AU" dirty="0"/>
              <a:t>Mathematical operations </a:t>
            </a:r>
            <a:r>
              <a:rPr lang="en-AU" dirty="0">
                <a:sym typeface="Wingdings" pitchFamily="2" charset="2"/>
              </a:rPr>
              <a:t> evaluates to value</a:t>
            </a:r>
            <a:endParaRPr lang="en-AU" dirty="0"/>
          </a:p>
          <a:p>
            <a:pPr lvl="1"/>
            <a:r>
              <a:rPr lang="en-AU" dirty="0"/>
              <a:t>Relational Operators </a:t>
            </a:r>
            <a:r>
              <a:rPr lang="en-AU" dirty="0">
                <a:sym typeface="Wingdings" pitchFamily="2" charset="2"/>
              </a:rPr>
              <a:t> Boolean Expressions</a:t>
            </a:r>
          </a:p>
          <a:p>
            <a:pPr lvl="1"/>
            <a:r>
              <a:rPr lang="en-AU" dirty="0"/>
              <a:t>Assignment. Store/save a value to a variable</a:t>
            </a:r>
          </a:p>
          <a:p>
            <a:pPr lvl="1"/>
            <a:r>
              <a:rPr lang="en-AU" dirty="0"/>
              <a:t>if-else (selection)</a:t>
            </a:r>
          </a:p>
          <a:p>
            <a:pPr lvl="1"/>
            <a:r>
              <a:rPr lang="en-AU" dirty="0"/>
              <a:t>Repetition (for) </a:t>
            </a:r>
          </a:p>
          <a:p>
            <a:r>
              <a:rPr lang="en-AU" dirty="0"/>
              <a:t>Functions</a:t>
            </a:r>
          </a:p>
          <a:p>
            <a:pPr lvl="1"/>
            <a:r>
              <a:rPr lang="en-AU" dirty="0" err="1"/>
              <a:t>builtins</a:t>
            </a:r>
            <a:endParaRPr lang="en-AU" dirty="0"/>
          </a:p>
          <a:p>
            <a:pPr lvl="1"/>
            <a:r>
              <a:rPr lang="en-AU" dirty="0"/>
              <a:t>import (other packages to extend python)</a:t>
            </a:r>
          </a:p>
        </p:txBody>
      </p:sp>
    </p:spTree>
    <p:extLst>
      <p:ext uri="{BB962C8B-B14F-4D97-AF65-F5344CB8AC3E}">
        <p14:creationId xmlns:p14="http://schemas.microsoft.com/office/powerpoint/2010/main" val="38104560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5DF7E-EA20-3942-B592-EDE4DBD586E2}"/>
              </a:ext>
            </a:extLst>
          </p:cNvPr>
          <p:cNvSpPr>
            <a:spLocks noGrp="1"/>
          </p:cNvSpPr>
          <p:nvPr>
            <p:ph type="title"/>
          </p:nvPr>
        </p:nvSpPr>
        <p:spPr/>
        <p:txBody>
          <a:bodyPr/>
          <a:lstStyle/>
          <a:p>
            <a:r>
              <a:rPr lang="en-AU" dirty="0"/>
              <a:t>(Our) Development Environment</a:t>
            </a:r>
          </a:p>
        </p:txBody>
      </p:sp>
      <p:sp>
        <p:nvSpPr>
          <p:cNvPr id="3" name="Text Placeholder 2">
            <a:extLst>
              <a:ext uri="{FF2B5EF4-FFF2-40B4-BE49-F238E27FC236}">
                <a16:creationId xmlns:a16="http://schemas.microsoft.com/office/drawing/2014/main" id="{0C318307-66E5-604D-904C-F6BBD5DF143F}"/>
              </a:ext>
            </a:extLst>
          </p:cNvPr>
          <p:cNvSpPr>
            <a:spLocks noGrp="1"/>
          </p:cNvSpPr>
          <p:nvPr>
            <p:ph type="body" idx="1"/>
          </p:nvPr>
        </p:nvSpPr>
        <p:spPr/>
        <p:txBody>
          <a:bodyPr/>
          <a:lstStyle/>
          <a:p>
            <a:r>
              <a:rPr lang="en-AU" dirty="0"/>
              <a:t>Python Notebook </a:t>
            </a:r>
          </a:p>
          <a:p>
            <a:pPr lvl="1"/>
            <a:r>
              <a:rPr lang="en-AU" dirty="0"/>
              <a:t>Code Cells</a:t>
            </a:r>
          </a:p>
          <a:p>
            <a:pPr lvl="1"/>
            <a:r>
              <a:rPr lang="en-AU" dirty="0"/>
              <a:t>Text Cells (Markdown)</a:t>
            </a:r>
          </a:p>
          <a:p>
            <a:pPr lvl="1"/>
            <a:r>
              <a:rPr lang="en-AU" dirty="0"/>
              <a:t>Interactively run cells</a:t>
            </a:r>
          </a:p>
          <a:p>
            <a:pPr lvl="1"/>
            <a:r>
              <a:rPr lang="en-AU" dirty="0"/>
              <a:t>Output in notebook</a:t>
            </a:r>
          </a:p>
          <a:p>
            <a:r>
              <a:rPr lang="en-AU" dirty="0"/>
              <a:t>Workflow</a:t>
            </a:r>
          </a:p>
          <a:p>
            <a:pPr lvl="1"/>
            <a:r>
              <a:rPr lang="en-AU" dirty="0"/>
              <a:t>Edit in notebook</a:t>
            </a:r>
          </a:p>
          <a:p>
            <a:pPr lvl="1"/>
            <a:r>
              <a:rPr lang="en-AU" dirty="0"/>
              <a:t>Frequently save to GitHub</a:t>
            </a:r>
          </a:p>
        </p:txBody>
      </p:sp>
    </p:spTree>
    <p:extLst>
      <p:ext uri="{BB962C8B-B14F-4D97-AF65-F5344CB8AC3E}">
        <p14:creationId xmlns:p14="http://schemas.microsoft.com/office/powerpoint/2010/main" val="46230898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348D9-D59C-B542-8B94-2618B358E18C}"/>
              </a:ext>
            </a:extLst>
          </p:cNvPr>
          <p:cNvSpPr>
            <a:spLocks noGrp="1"/>
          </p:cNvSpPr>
          <p:nvPr>
            <p:ph type="title"/>
          </p:nvPr>
        </p:nvSpPr>
        <p:spPr/>
        <p:txBody>
          <a:bodyPr/>
          <a:lstStyle/>
          <a:p>
            <a:r>
              <a:rPr lang="en-AU" dirty="0"/>
              <a:t>Getting Help</a:t>
            </a:r>
          </a:p>
        </p:txBody>
      </p:sp>
      <p:sp>
        <p:nvSpPr>
          <p:cNvPr id="3" name="Text Placeholder 2">
            <a:extLst>
              <a:ext uri="{FF2B5EF4-FFF2-40B4-BE49-F238E27FC236}">
                <a16:creationId xmlns:a16="http://schemas.microsoft.com/office/drawing/2014/main" id="{72A1DDDD-BE39-A043-8D9C-AAAAADB177BA}"/>
              </a:ext>
            </a:extLst>
          </p:cNvPr>
          <p:cNvSpPr>
            <a:spLocks noGrp="1"/>
          </p:cNvSpPr>
          <p:nvPr>
            <p:ph type="body" idx="1"/>
          </p:nvPr>
        </p:nvSpPr>
        <p:spPr/>
        <p:txBody>
          <a:bodyPr/>
          <a:lstStyle/>
          <a:p>
            <a:r>
              <a:rPr lang="en-AU" dirty="0" err="1"/>
              <a:t>dir</a:t>
            </a:r>
            <a:r>
              <a:rPr lang="en-AU" dirty="0"/>
              <a:t>([module]) – list function available</a:t>
            </a:r>
          </a:p>
          <a:p>
            <a:r>
              <a:rPr lang="en-AU" dirty="0"/>
              <a:t>help([object]) – list documentation</a:t>
            </a:r>
          </a:p>
          <a:p>
            <a:r>
              <a:rPr lang="en-AU" dirty="0"/>
              <a:t>? And ??</a:t>
            </a:r>
          </a:p>
          <a:p>
            <a:r>
              <a:rPr lang="en-AU" dirty="0"/>
              <a:t>Help others (and your future-self) by using doc string</a:t>
            </a:r>
          </a:p>
          <a:p>
            <a:r>
              <a:rPr lang="en-AU" dirty="0"/>
              <a:t>Online</a:t>
            </a:r>
          </a:p>
          <a:p>
            <a:endParaRPr lang="en-AU" dirty="0"/>
          </a:p>
          <a:p>
            <a:endParaRPr lang="en-AU" dirty="0"/>
          </a:p>
          <a:p>
            <a:pPr marL="0" indent="0">
              <a:buNone/>
            </a:pPr>
            <a:r>
              <a:rPr lang="en-AU" sz="1800" i="1" dirty="0"/>
              <a:t>Note: print() and type() are helpful but relate to the concept of testing.  We have been ‘testing’ but will formalise this in later module.</a:t>
            </a:r>
          </a:p>
        </p:txBody>
      </p:sp>
    </p:spTree>
    <p:extLst>
      <p:ext uri="{BB962C8B-B14F-4D97-AF65-F5344CB8AC3E}">
        <p14:creationId xmlns:p14="http://schemas.microsoft.com/office/powerpoint/2010/main" val="141613509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text, application, email&#10;&#10;Description automatically generated">
            <a:extLst>
              <a:ext uri="{FF2B5EF4-FFF2-40B4-BE49-F238E27FC236}">
                <a16:creationId xmlns:a16="http://schemas.microsoft.com/office/drawing/2014/main" id="{72B9E980-E2A7-404A-B973-54EB387AC5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6094"/>
            <a:ext cx="9144000" cy="4181012"/>
          </a:xfrm>
          <a:prstGeom prst="rect">
            <a:avLst/>
          </a:prstGeom>
        </p:spPr>
      </p:pic>
    </p:spTree>
    <p:extLst>
      <p:ext uri="{BB962C8B-B14F-4D97-AF65-F5344CB8AC3E}">
        <p14:creationId xmlns:p14="http://schemas.microsoft.com/office/powerpoint/2010/main" val="23507109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0B3B491B-6491-DE4C-A6EB-3329D7C8E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8200"/>
            <a:ext cx="9144000" cy="4071482"/>
          </a:xfrm>
          <a:prstGeom prst="rect">
            <a:avLst/>
          </a:prstGeom>
        </p:spPr>
      </p:pic>
    </p:spTree>
    <p:extLst>
      <p:ext uri="{BB962C8B-B14F-4D97-AF65-F5344CB8AC3E}">
        <p14:creationId xmlns:p14="http://schemas.microsoft.com/office/powerpoint/2010/main" val="27121014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10;&#10;Description automatically generated with medium confidence">
            <a:extLst>
              <a:ext uri="{FF2B5EF4-FFF2-40B4-BE49-F238E27FC236}">
                <a16:creationId xmlns:a16="http://schemas.microsoft.com/office/drawing/2014/main" id="{8F88E538-A27E-D94C-82A2-BCFC87676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7807"/>
            <a:ext cx="9144000" cy="4936038"/>
          </a:xfrm>
          <a:prstGeom prst="rect">
            <a:avLst/>
          </a:prstGeom>
        </p:spPr>
      </p:pic>
    </p:spTree>
    <p:extLst>
      <p:ext uri="{BB962C8B-B14F-4D97-AF65-F5344CB8AC3E}">
        <p14:creationId xmlns:p14="http://schemas.microsoft.com/office/powerpoint/2010/main" val="154990170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4ED8BE9A-F3C3-0E40-939E-B216597D7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0560"/>
            <a:ext cx="9144000" cy="4647175"/>
          </a:xfrm>
          <a:prstGeom prst="rect">
            <a:avLst/>
          </a:prstGeom>
        </p:spPr>
      </p:pic>
    </p:spTree>
    <p:extLst>
      <p:ext uri="{BB962C8B-B14F-4D97-AF65-F5344CB8AC3E}">
        <p14:creationId xmlns:p14="http://schemas.microsoft.com/office/powerpoint/2010/main" val="170320410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letter&#10;&#10;Description automatically generated">
            <a:extLst>
              <a:ext uri="{FF2B5EF4-FFF2-40B4-BE49-F238E27FC236}">
                <a16:creationId xmlns:a16="http://schemas.microsoft.com/office/drawing/2014/main" id="{758C9A2E-66E7-9F41-A304-A85BC4A47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6899"/>
            <a:ext cx="9144000" cy="4713365"/>
          </a:xfrm>
          <a:prstGeom prst="rect">
            <a:avLst/>
          </a:prstGeom>
        </p:spPr>
      </p:pic>
    </p:spTree>
    <p:extLst>
      <p:ext uri="{BB962C8B-B14F-4D97-AF65-F5344CB8AC3E}">
        <p14:creationId xmlns:p14="http://schemas.microsoft.com/office/powerpoint/2010/main" val="349047992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go, company name&#10;&#10;Description automatically generated">
            <a:extLst>
              <a:ext uri="{FF2B5EF4-FFF2-40B4-BE49-F238E27FC236}">
                <a16:creationId xmlns:a16="http://schemas.microsoft.com/office/drawing/2014/main" id="{BD4D28BA-A217-5746-9FEE-D07D62C78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3116"/>
            <a:ext cx="9144000" cy="1510678"/>
          </a:xfrm>
          <a:prstGeom prst="rect">
            <a:avLst/>
          </a:prstGeom>
        </p:spPr>
      </p:pic>
      <p:pic>
        <p:nvPicPr>
          <p:cNvPr id="10" name="Picture 9" descr="Graphical user interface, text, application, email&#10;&#10;Description automatically generated">
            <a:extLst>
              <a:ext uri="{FF2B5EF4-FFF2-40B4-BE49-F238E27FC236}">
                <a16:creationId xmlns:a16="http://schemas.microsoft.com/office/drawing/2014/main" id="{2D44AA70-4811-1448-9F52-74136FCD6D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31" y="2107304"/>
            <a:ext cx="9144000" cy="2916903"/>
          </a:xfrm>
          <a:prstGeom prst="rect">
            <a:avLst/>
          </a:prstGeom>
        </p:spPr>
      </p:pic>
    </p:spTree>
    <p:extLst>
      <p:ext uri="{BB962C8B-B14F-4D97-AF65-F5344CB8AC3E}">
        <p14:creationId xmlns:p14="http://schemas.microsoft.com/office/powerpoint/2010/main" val="42208208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348D9-D59C-B542-8B94-2618B358E18C}"/>
              </a:ext>
            </a:extLst>
          </p:cNvPr>
          <p:cNvSpPr>
            <a:spLocks noGrp="1"/>
          </p:cNvSpPr>
          <p:nvPr>
            <p:ph type="title"/>
          </p:nvPr>
        </p:nvSpPr>
        <p:spPr/>
        <p:txBody>
          <a:bodyPr/>
          <a:lstStyle/>
          <a:p>
            <a:r>
              <a:rPr lang="en-AU" dirty="0"/>
              <a:t>Getting Help</a:t>
            </a:r>
          </a:p>
        </p:txBody>
      </p:sp>
      <p:sp>
        <p:nvSpPr>
          <p:cNvPr id="3" name="Text Placeholder 2">
            <a:extLst>
              <a:ext uri="{FF2B5EF4-FFF2-40B4-BE49-F238E27FC236}">
                <a16:creationId xmlns:a16="http://schemas.microsoft.com/office/drawing/2014/main" id="{72A1DDDD-BE39-A043-8D9C-AAAAADB177BA}"/>
              </a:ext>
            </a:extLst>
          </p:cNvPr>
          <p:cNvSpPr>
            <a:spLocks noGrp="1"/>
          </p:cNvSpPr>
          <p:nvPr>
            <p:ph type="body" idx="1"/>
          </p:nvPr>
        </p:nvSpPr>
        <p:spPr/>
        <p:txBody>
          <a:bodyPr/>
          <a:lstStyle/>
          <a:p>
            <a:r>
              <a:rPr lang="en-AU" dirty="0"/>
              <a:t>Internet Search</a:t>
            </a:r>
          </a:p>
          <a:p>
            <a:r>
              <a:rPr lang="en-AU" dirty="0" err="1"/>
              <a:t>dir</a:t>
            </a:r>
            <a:r>
              <a:rPr lang="en-AU" dirty="0"/>
              <a:t>([module]) – list function available</a:t>
            </a:r>
          </a:p>
          <a:p>
            <a:r>
              <a:rPr lang="en-AU" dirty="0"/>
              <a:t>help([object]) – list documentation</a:t>
            </a:r>
          </a:p>
          <a:p>
            <a:r>
              <a:rPr lang="en-AU" dirty="0"/>
              <a:t>Add doc string when creating function</a:t>
            </a:r>
          </a:p>
        </p:txBody>
      </p:sp>
    </p:spTree>
    <p:extLst>
      <p:ext uri="{BB962C8B-B14F-4D97-AF65-F5344CB8AC3E}">
        <p14:creationId xmlns:p14="http://schemas.microsoft.com/office/powerpoint/2010/main" val="113426102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293CB67E-EBD8-B941-B0AE-8D22F438755D}"/>
              </a:ext>
            </a:extLst>
          </p:cNvPr>
          <p:cNvCxnSpPr/>
          <p:nvPr/>
        </p:nvCxnSpPr>
        <p:spPr>
          <a:xfrm>
            <a:off x="991456" y="1535987"/>
            <a:ext cx="4366517" cy="0"/>
          </a:xfrm>
          <a:prstGeom prst="straightConnector1">
            <a:avLst/>
          </a:prstGeom>
          <a:noFill/>
          <a:ln w="1016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943BFFCB-BEDE-CE40-B7C9-2D0D59F708B1}"/>
              </a:ext>
            </a:extLst>
          </p:cNvPr>
          <p:cNvSpPr txBox="1"/>
          <p:nvPr/>
        </p:nvSpPr>
        <p:spPr>
          <a:xfrm>
            <a:off x="5357973" y="1182046"/>
            <a:ext cx="2344549" cy="707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4000" b="0" i="0" u="none" strike="noStrike" cap="none" spc="0" normalizeH="0" baseline="0" dirty="0">
                <a:ln>
                  <a:noFill/>
                </a:ln>
                <a:solidFill>
                  <a:srgbClr val="333333"/>
                </a:solidFill>
                <a:effectLst/>
                <a:uFillTx/>
                <a:latin typeface="+mn-lt"/>
                <a:ea typeface="+mn-ea"/>
                <a:cs typeface="+mn-cs"/>
                <a:sym typeface="Helvetica"/>
              </a:rPr>
              <a:t>Exception</a:t>
            </a:r>
          </a:p>
        </p:txBody>
      </p:sp>
      <p:sp>
        <p:nvSpPr>
          <p:cNvPr id="7" name="TextBox 6">
            <a:extLst>
              <a:ext uri="{FF2B5EF4-FFF2-40B4-BE49-F238E27FC236}">
                <a16:creationId xmlns:a16="http://schemas.microsoft.com/office/drawing/2014/main" id="{23C738CD-E6B5-4D4F-A9EE-3D12AAF177E0}"/>
              </a:ext>
            </a:extLst>
          </p:cNvPr>
          <p:cNvSpPr txBox="1"/>
          <p:nvPr/>
        </p:nvSpPr>
        <p:spPr>
          <a:xfrm>
            <a:off x="991456" y="3429000"/>
            <a:ext cx="4366517" cy="1938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4000" b="0" i="0" u="none" strike="noStrike" cap="none" spc="0" normalizeH="0" baseline="0" dirty="0">
                <a:ln>
                  <a:noFill/>
                </a:ln>
                <a:solidFill>
                  <a:srgbClr val="333333"/>
                </a:solidFill>
                <a:effectLst/>
                <a:uFillTx/>
                <a:latin typeface="+mn-lt"/>
                <a:ea typeface="+mn-ea"/>
                <a:cs typeface="+mn-cs"/>
                <a:sym typeface="Helvetica"/>
              </a:rPr>
              <a:t>Exception Object:</a:t>
            </a:r>
          </a:p>
          <a:p>
            <a:pPr marL="285750" marR="0" indent="-285750" algn="l" defTabSz="914400" rtl="0" fontAlgn="auto" latinLnBrk="0" hangingPunct="0">
              <a:lnSpc>
                <a:spcPct val="100000"/>
              </a:lnSpc>
              <a:spcBef>
                <a:spcPts val="0"/>
              </a:spcBef>
              <a:spcAft>
                <a:spcPts val="0"/>
              </a:spcAft>
              <a:buClrTx/>
              <a:buSzTx/>
              <a:buFontTx/>
              <a:buChar char="-"/>
              <a:tabLst/>
            </a:pPr>
            <a:r>
              <a:rPr lang="en-AU" sz="4000" dirty="0"/>
              <a:t>Description</a:t>
            </a:r>
          </a:p>
          <a:p>
            <a:pPr marL="285750" marR="0" indent="-285750" algn="l" defTabSz="914400" rtl="0" fontAlgn="auto" latinLnBrk="0" hangingPunct="0">
              <a:lnSpc>
                <a:spcPct val="100000"/>
              </a:lnSpc>
              <a:spcBef>
                <a:spcPts val="0"/>
              </a:spcBef>
              <a:spcAft>
                <a:spcPts val="0"/>
              </a:spcAft>
              <a:buClrTx/>
              <a:buSzTx/>
              <a:buFontTx/>
              <a:buChar char="-"/>
              <a:tabLst/>
            </a:pPr>
            <a:r>
              <a:rPr kumimoji="0" lang="en-AU" sz="4000" b="0" i="0" u="none" strike="noStrike" cap="none" spc="0" normalizeH="0" baseline="0" dirty="0">
                <a:ln>
                  <a:noFill/>
                </a:ln>
                <a:solidFill>
                  <a:srgbClr val="333333"/>
                </a:solidFill>
                <a:effectLst/>
                <a:uFillTx/>
                <a:latin typeface="+mn-lt"/>
                <a:ea typeface="+mn-ea"/>
                <a:cs typeface="+mn-cs"/>
                <a:sym typeface="Helvetica"/>
              </a:rPr>
              <a:t>Traceback</a:t>
            </a:r>
          </a:p>
        </p:txBody>
      </p:sp>
      <p:cxnSp>
        <p:nvCxnSpPr>
          <p:cNvPr id="12" name="Curved Connector 11">
            <a:extLst>
              <a:ext uri="{FF2B5EF4-FFF2-40B4-BE49-F238E27FC236}">
                <a16:creationId xmlns:a16="http://schemas.microsoft.com/office/drawing/2014/main" id="{CBCAD55E-0DB0-D04E-87D5-78F3A2B88987}"/>
              </a:ext>
            </a:extLst>
          </p:cNvPr>
          <p:cNvCxnSpPr>
            <a:cxnSpLocks/>
          </p:cNvCxnSpPr>
          <p:nvPr/>
        </p:nvCxnSpPr>
        <p:spPr>
          <a:xfrm rot="10800000" flipV="1">
            <a:off x="4048019" y="2003460"/>
            <a:ext cx="2482229" cy="1258583"/>
          </a:xfrm>
          <a:prstGeom prst="curvedConnector3">
            <a:avLst>
              <a:gd name="adj1" fmla="val 50000"/>
            </a:avLst>
          </a:prstGeom>
          <a:noFill/>
          <a:ln w="1016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8459277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FFE09C9-0A16-F14A-8753-C240A293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036"/>
            <a:ext cx="9144000" cy="3566151"/>
          </a:xfrm>
          <a:prstGeom prst="rect">
            <a:avLst/>
          </a:prstGeom>
        </p:spPr>
      </p:pic>
    </p:spTree>
    <p:extLst>
      <p:ext uri="{BB962C8B-B14F-4D97-AF65-F5344CB8AC3E}">
        <p14:creationId xmlns:p14="http://schemas.microsoft.com/office/powerpoint/2010/main" val="391270731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FFE09C9-0A16-F14A-8753-C240A293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036"/>
            <a:ext cx="9144000" cy="3566151"/>
          </a:xfrm>
          <a:prstGeom prst="rect">
            <a:avLst/>
          </a:prstGeom>
        </p:spPr>
      </p:pic>
      <p:cxnSp>
        <p:nvCxnSpPr>
          <p:cNvPr id="5" name="Straight Arrow Connector 4">
            <a:extLst>
              <a:ext uri="{FF2B5EF4-FFF2-40B4-BE49-F238E27FC236}">
                <a16:creationId xmlns:a16="http://schemas.microsoft.com/office/drawing/2014/main" id="{125074CD-27D8-EE45-8114-BC8ADB866E50}"/>
              </a:ext>
            </a:extLst>
          </p:cNvPr>
          <p:cNvCxnSpPr>
            <a:cxnSpLocks/>
          </p:cNvCxnSpPr>
          <p:nvPr/>
        </p:nvCxnSpPr>
        <p:spPr>
          <a:xfrm flipH="1" flipV="1">
            <a:off x="6334018" y="3919591"/>
            <a:ext cx="739739" cy="96577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59CEAF03-4983-6E48-8D71-1CEE3D4BB145}"/>
              </a:ext>
            </a:extLst>
          </p:cNvPr>
          <p:cNvSpPr txBox="1"/>
          <p:nvPr/>
        </p:nvSpPr>
        <p:spPr>
          <a:xfrm rot="21366411">
            <a:off x="5991717" y="487722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Traceback</a:t>
            </a:r>
          </a:p>
        </p:txBody>
      </p:sp>
    </p:spTree>
    <p:extLst>
      <p:ext uri="{BB962C8B-B14F-4D97-AF65-F5344CB8AC3E}">
        <p14:creationId xmlns:p14="http://schemas.microsoft.com/office/powerpoint/2010/main" val="196034072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FFE09C9-0A16-F14A-8753-C240A293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036"/>
            <a:ext cx="9144000" cy="3566151"/>
          </a:xfrm>
          <a:prstGeom prst="rect">
            <a:avLst/>
          </a:prstGeom>
        </p:spPr>
      </p:pic>
      <p:cxnSp>
        <p:nvCxnSpPr>
          <p:cNvPr id="5" name="Straight Arrow Connector 4">
            <a:extLst>
              <a:ext uri="{FF2B5EF4-FFF2-40B4-BE49-F238E27FC236}">
                <a16:creationId xmlns:a16="http://schemas.microsoft.com/office/drawing/2014/main" id="{125074CD-27D8-EE45-8114-BC8ADB866E50}"/>
              </a:ext>
            </a:extLst>
          </p:cNvPr>
          <p:cNvCxnSpPr>
            <a:cxnSpLocks/>
          </p:cNvCxnSpPr>
          <p:nvPr/>
        </p:nvCxnSpPr>
        <p:spPr>
          <a:xfrm flipH="1" flipV="1">
            <a:off x="6334018" y="3919591"/>
            <a:ext cx="739739" cy="96577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59CEAF03-4983-6E48-8D71-1CEE3D4BB145}"/>
              </a:ext>
            </a:extLst>
          </p:cNvPr>
          <p:cNvSpPr txBox="1"/>
          <p:nvPr/>
        </p:nvSpPr>
        <p:spPr>
          <a:xfrm rot="21366411">
            <a:off x="5991717" y="487722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Traceback</a:t>
            </a:r>
          </a:p>
        </p:txBody>
      </p:sp>
      <p:sp>
        <p:nvSpPr>
          <p:cNvPr id="2" name="Oval 1">
            <a:extLst>
              <a:ext uri="{FF2B5EF4-FFF2-40B4-BE49-F238E27FC236}">
                <a16:creationId xmlns:a16="http://schemas.microsoft.com/office/drawing/2014/main" id="{52648307-5EEE-534D-B78C-61592BFC8E8F}"/>
              </a:ext>
            </a:extLst>
          </p:cNvPr>
          <p:cNvSpPr/>
          <p:nvPr/>
        </p:nvSpPr>
        <p:spPr>
          <a:xfrm>
            <a:off x="5306602" y="3760341"/>
            <a:ext cx="675073" cy="441789"/>
          </a:xfrm>
          <a:prstGeom prst="ellipse">
            <a:avLst/>
          </a:prstGeom>
          <a:noFill/>
          <a:ln w="381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7" name="Straight Arrow Connector 6">
            <a:extLst>
              <a:ext uri="{FF2B5EF4-FFF2-40B4-BE49-F238E27FC236}">
                <a16:creationId xmlns:a16="http://schemas.microsoft.com/office/drawing/2014/main" id="{6A9D9D57-2413-5B44-B591-A847D3DF5677}"/>
              </a:ext>
            </a:extLst>
          </p:cNvPr>
          <p:cNvCxnSpPr>
            <a:cxnSpLocks/>
          </p:cNvCxnSpPr>
          <p:nvPr/>
        </p:nvCxnSpPr>
        <p:spPr>
          <a:xfrm flipH="1">
            <a:off x="5981676" y="3679165"/>
            <a:ext cx="1282153" cy="20446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FB51EEC-48E0-4A4E-98F5-4407DD9BACAB}"/>
              </a:ext>
            </a:extLst>
          </p:cNvPr>
          <p:cNvSpPr txBox="1"/>
          <p:nvPr/>
        </p:nvSpPr>
        <p:spPr>
          <a:xfrm rot="406806">
            <a:off x="6776797" y="343032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Location of error</a:t>
            </a:r>
          </a:p>
        </p:txBody>
      </p:sp>
    </p:spTree>
    <p:extLst>
      <p:ext uri="{BB962C8B-B14F-4D97-AF65-F5344CB8AC3E}">
        <p14:creationId xmlns:p14="http://schemas.microsoft.com/office/powerpoint/2010/main" val="124577274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FFE09C9-0A16-F14A-8753-C240A293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036"/>
            <a:ext cx="9144000" cy="3566151"/>
          </a:xfrm>
          <a:prstGeom prst="rect">
            <a:avLst/>
          </a:prstGeom>
        </p:spPr>
      </p:pic>
      <p:cxnSp>
        <p:nvCxnSpPr>
          <p:cNvPr id="5" name="Straight Arrow Connector 4">
            <a:extLst>
              <a:ext uri="{FF2B5EF4-FFF2-40B4-BE49-F238E27FC236}">
                <a16:creationId xmlns:a16="http://schemas.microsoft.com/office/drawing/2014/main" id="{125074CD-27D8-EE45-8114-BC8ADB866E50}"/>
              </a:ext>
            </a:extLst>
          </p:cNvPr>
          <p:cNvCxnSpPr>
            <a:cxnSpLocks/>
          </p:cNvCxnSpPr>
          <p:nvPr/>
        </p:nvCxnSpPr>
        <p:spPr>
          <a:xfrm flipH="1" flipV="1">
            <a:off x="6334018" y="3919591"/>
            <a:ext cx="739739" cy="96577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59CEAF03-4983-6E48-8D71-1CEE3D4BB145}"/>
              </a:ext>
            </a:extLst>
          </p:cNvPr>
          <p:cNvSpPr txBox="1"/>
          <p:nvPr/>
        </p:nvSpPr>
        <p:spPr>
          <a:xfrm rot="21366411">
            <a:off x="5991717" y="487722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Traceback</a:t>
            </a:r>
          </a:p>
        </p:txBody>
      </p:sp>
      <p:sp>
        <p:nvSpPr>
          <p:cNvPr id="2" name="Oval 1">
            <a:extLst>
              <a:ext uri="{FF2B5EF4-FFF2-40B4-BE49-F238E27FC236}">
                <a16:creationId xmlns:a16="http://schemas.microsoft.com/office/drawing/2014/main" id="{52648307-5EEE-534D-B78C-61592BFC8E8F}"/>
              </a:ext>
            </a:extLst>
          </p:cNvPr>
          <p:cNvSpPr/>
          <p:nvPr/>
        </p:nvSpPr>
        <p:spPr>
          <a:xfrm>
            <a:off x="5306602" y="3760341"/>
            <a:ext cx="675073" cy="441789"/>
          </a:xfrm>
          <a:prstGeom prst="ellipse">
            <a:avLst/>
          </a:prstGeom>
          <a:noFill/>
          <a:ln w="381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7" name="Straight Arrow Connector 6">
            <a:extLst>
              <a:ext uri="{FF2B5EF4-FFF2-40B4-BE49-F238E27FC236}">
                <a16:creationId xmlns:a16="http://schemas.microsoft.com/office/drawing/2014/main" id="{6A9D9D57-2413-5B44-B591-A847D3DF5677}"/>
              </a:ext>
            </a:extLst>
          </p:cNvPr>
          <p:cNvCxnSpPr>
            <a:cxnSpLocks/>
          </p:cNvCxnSpPr>
          <p:nvPr/>
        </p:nvCxnSpPr>
        <p:spPr>
          <a:xfrm flipH="1">
            <a:off x="5981676" y="3679165"/>
            <a:ext cx="1282153" cy="20446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FB51EEC-48E0-4A4E-98F5-4407DD9BACAB}"/>
              </a:ext>
            </a:extLst>
          </p:cNvPr>
          <p:cNvSpPr txBox="1"/>
          <p:nvPr/>
        </p:nvSpPr>
        <p:spPr>
          <a:xfrm rot="406806">
            <a:off x="6776797" y="343032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Location of error</a:t>
            </a:r>
          </a:p>
        </p:txBody>
      </p:sp>
      <p:sp>
        <p:nvSpPr>
          <p:cNvPr id="9" name="TextBox 8">
            <a:extLst>
              <a:ext uri="{FF2B5EF4-FFF2-40B4-BE49-F238E27FC236}">
                <a16:creationId xmlns:a16="http://schemas.microsoft.com/office/drawing/2014/main" id="{D8E86D9F-4555-4C4B-9ED4-B1343969939A}"/>
              </a:ext>
            </a:extLst>
          </p:cNvPr>
          <p:cNvSpPr txBox="1"/>
          <p:nvPr/>
        </p:nvSpPr>
        <p:spPr>
          <a:xfrm rot="21366411">
            <a:off x="2193704" y="552278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Description</a:t>
            </a:r>
          </a:p>
        </p:txBody>
      </p:sp>
      <p:cxnSp>
        <p:nvCxnSpPr>
          <p:cNvPr id="10" name="Straight Arrow Connector 9">
            <a:extLst>
              <a:ext uri="{FF2B5EF4-FFF2-40B4-BE49-F238E27FC236}">
                <a16:creationId xmlns:a16="http://schemas.microsoft.com/office/drawing/2014/main" id="{E58B8322-4C48-A84D-89D4-E1F3D54D70BE}"/>
              </a:ext>
            </a:extLst>
          </p:cNvPr>
          <p:cNvCxnSpPr>
            <a:cxnSpLocks/>
          </p:cNvCxnSpPr>
          <p:nvPr/>
        </p:nvCxnSpPr>
        <p:spPr>
          <a:xfrm flipV="1">
            <a:off x="2988068" y="4885363"/>
            <a:ext cx="1" cy="63699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17521904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FFE09C9-0A16-F14A-8753-C240A293C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036"/>
            <a:ext cx="9144000" cy="3566151"/>
          </a:xfrm>
          <a:prstGeom prst="rect">
            <a:avLst/>
          </a:prstGeom>
        </p:spPr>
      </p:pic>
      <p:cxnSp>
        <p:nvCxnSpPr>
          <p:cNvPr id="5" name="Straight Arrow Connector 4">
            <a:extLst>
              <a:ext uri="{FF2B5EF4-FFF2-40B4-BE49-F238E27FC236}">
                <a16:creationId xmlns:a16="http://schemas.microsoft.com/office/drawing/2014/main" id="{125074CD-27D8-EE45-8114-BC8ADB866E50}"/>
              </a:ext>
            </a:extLst>
          </p:cNvPr>
          <p:cNvCxnSpPr>
            <a:cxnSpLocks/>
          </p:cNvCxnSpPr>
          <p:nvPr/>
        </p:nvCxnSpPr>
        <p:spPr>
          <a:xfrm flipH="1" flipV="1">
            <a:off x="6334018" y="3919591"/>
            <a:ext cx="739739" cy="96577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59CEAF03-4983-6E48-8D71-1CEE3D4BB145}"/>
              </a:ext>
            </a:extLst>
          </p:cNvPr>
          <p:cNvSpPr txBox="1"/>
          <p:nvPr/>
        </p:nvSpPr>
        <p:spPr>
          <a:xfrm rot="21366411">
            <a:off x="5991717" y="487722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Traceback</a:t>
            </a:r>
          </a:p>
        </p:txBody>
      </p:sp>
      <p:sp>
        <p:nvSpPr>
          <p:cNvPr id="2" name="Oval 1">
            <a:extLst>
              <a:ext uri="{FF2B5EF4-FFF2-40B4-BE49-F238E27FC236}">
                <a16:creationId xmlns:a16="http://schemas.microsoft.com/office/drawing/2014/main" id="{52648307-5EEE-534D-B78C-61592BFC8E8F}"/>
              </a:ext>
            </a:extLst>
          </p:cNvPr>
          <p:cNvSpPr/>
          <p:nvPr/>
        </p:nvSpPr>
        <p:spPr>
          <a:xfrm>
            <a:off x="5306602" y="3760341"/>
            <a:ext cx="675073" cy="441789"/>
          </a:xfrm>
          <a:prstGeom prst="ellipse">
            <a:avLst/>
          </a:prstGeom>
          <a:noFill/>
          <a:ln w="381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7" name="Straight Arrow Connector 6">
            <a:extLst>
              <a:ext uri="{FF2B5EF4-FFF2-40B4-BE49-F238E27FC236}">
                <a16:creationId xmlns:a16="http://schemas.microsoft.com/office/drawing/2014/main" id="{6A9D9D57-2413-5B44-B591-A847D3DF5677}"/>
              </a:ext>
            </a:extLst>
          </p:cNvPr>
          <p:cNvCxnSpPr>
            <a:cxnSpLocks/>
          </p:cNvCxnSpPr>
          <p:nvPr/>
        </p:nvCxnSpPr>
        <p:spPr>
          <a:xfrm flipH="1">
            <a:off x="5981676" y="3679165"/>
            <a:ext cx="1282153" cy="20446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6FB51EEC-48E0-4A4E-98F5-4407DD9BACAB}"/>
              </a:ext>
            </a:extLst>
          </p:cNvPr>
          <p:cNvSpPr txBox="1"/>
          <p:nvPr/>
        </p:nvSpPr>
        <p:spPr>
          <a:xfrm rot="406806">
            <a:off x="6776797" y="3430320"/>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Location of error</a:t>
            </a:r>
          </a:p>
        </p:txBody>
      </p:sp>
      <p:sp>
        <p:nvSpPr>
          <p:cNvPr id="9" name="TextBox 8">
            <a:extLst>
              <a:ext uri="{FF2B5EF4-FFF2-40B4-BE49-F238E27FC236}">
                <a16:creationId xmlns:a16="http://schemas.microsoft.com/office/drawing/2014/main" id="{D8E86D9F-4555-4C4B-9ED4-B1343969939A}"/>
              </a:ext>
            </a:extLst>
          </p:cNvPr>
          <p:cNvSpPr txBox="1"/>
          <p:nvPr/>
        </p:nvSpPr>
        <p:spPr>
          <a:xfrm rot="21366411">
            <a:off x="2193704" y="5522787"/>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Description</a:t>
            </a:r>
          </a:p>
        </p:txBody>
      </p:sp>
      <p:cxnSp>
        <p:nvCxnSpPr>
          <p:cNvPr id="10" name="Straight Arrow Connector 9">
            <a:extLst>
              <a:ext uri="{FF2B5EF4-FFF2-40B4-BE49-F238E27FC236}">
                <a16:creationId xmlns:a16="http://schemas.microsoft.com/office/drawing/2014/main" id="{E58B8322-4C48-A84D-89D4-E1F3D54D70BE}"/>
              </a:ext>
            </a:extLst>
          </p:cNvPr>
          <p:cNvCxnSpPr>
            <a:cxnSpLocks/>
          </p:cNvCxnSpPr>
          <p:nvPr/>
        </p:nvCxnSpPr>
        <p:spPr>
          <a:xfrm flipV="1">
            <a:off x="2988068" y="4885363"/>
            <a:ext cx="1" cy="636997"/>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4" name="Oval 3">
            <a:extLst>
              <a:ext uri="{FF2B5EF4-FFF2-40B4-BE49-F238E27FC236}">
                <a16:creationId xmlns:a16="http://schemas.microsoft.com/office/drawing/2014/main" id="{83F62F52-E4DF-7E43-B0FE-5032162E63AA}"/>
              </a:ext>
            </a:extLst>
          </p:cNvPr>
          <p:cNvSpPr/>
          <p:nvPr/>
        </p:nvSpPr>
        <p:spPr>
          <a:xfrm>
            <a:off x="611314" y="4068566"/>
            <a:ext cx="2296274" cy="904126"/>
          </a:xfrm>
          <a:prstGeom prst="ellips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11" name="Straight Arrow Connector 10">
            <a:extLst>
              <a:ext uri="{FF2B5EF4-FFF2-40B4-BE49-F238E27FC236}">
                <a16:creationId xmlns:a16="http://schemas.microsoft.com/office/drawing/2014/main" id="{96329E94-05BC-A149-8C28-375EEBBAC6E9}"/>
              </a:ext>
            </a:extLst>
          </p:cNvPr>
          <p:cNvCxnSpPr>
            <a:cxnSpLocks/>
          </p:cNvCxnSpPr>
          <p:nvPr/>
        </p:nvCxnSpPr>
        <p:spPr>
          <a:xfrm flipV="1">
            <a:off x="1160980" y="4875412"/>
            <a:ext cx="331999" cy="574334"/>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29C8A19-BDED-BD46-AC91-B4E1EE092170}"/>
              </a:ext>
            </a:extLst>
          </p:cNvPr>
          <p:cNvSpPr txBox="1"/>
          <p:nvPr/>
        </p:nvSpPr>
        <p:spPr>
          <a:xfrm rot="353224">
            <a:off x="78940" y="5484433"/>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Exception Type</a:t>
            </a:r>
          </a:p>
        </p:txBody>
      </p:sp>
    </p:spTree>
    <p:extLst>
      <p:ext uri="{BB962C8B-B14F-4D97-AF65-F5344CB8AC3E}">
        <p14:creationId xmlns:p14="http://schemas.microsoft.com/office/powerpoint/2010/main" val="99051318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text&#10;&#10;Description automatically generated with medium confidence">
            <a:extLst>
              <a:ext uri="{FF2B5EF4-FFF2-40B4-BE49-F238E27FC236}">
                <a16:creationId xmlns:a16="http://schemas.microsoft.com/office/drawing/2014/main" id="{50C8F971-110B-904C-BAE3-8FDB0A5E8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0908"/>
            <a:ext cx="9144000" cy="3507317"/>
          </a:xfrm>
          <a:prstGeom prst="rect">
            <a:avLst/>
          </a:prstGeom>
        </p:spPr>
      </p:pic>
    </p:spTree>
    <p:extLst>
      <p:ext uri="{BB962C8B-B14F-4D97-AF65-F5344CB8AC3E}">
        <p14:creationId xmlns:p14="http://schemas.microsoft.com/office/powerpoint/2010/main" val="183849548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text&#10;&#10;Description automatically generated with medium confidence">
            <a:extLst>
              <a:ext uri="{FF2B5EF4-FFF2-40B4-BE49-F238E27FC236}">
                <a16:creationId xmlns:a16="http://schemas.microsoft.com/office/drawing/2014/main" id="{50C8F971-110B-904C-BAE3-8FDB0A5E8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0908"/>
            <a:ext cx="9144000" cy="3507317"/>
          </a:xfrm>
          <a:prstGeom prst="rect">
            <a:avLst/>
          </a:prstGeom>
        </p:spPr>
      </p:pic>
      <p:sp>
        <p:nvSpPr>
          <p:cNvPr id="3" name="Oval 2">
            <a:extLst>
              <a:ext uri="{FF2B5EF4-FFF2-40B4-BE49-F238E27FC236}">
                <a16:creationId xmlns:a16="http://schemas.microsoft.com/office/drawing/2014/main" id="{784C10E3-A120-934D-8FD9-29B08B314201}"/>
              </a:ext>
            </a:extLst>
          </p:cNvPr>
          <p:cNvSpPr/>
          <p:nvPr/>
        </p:nvSpPr>
        <p:spPr>
          <a:xfrm>
            <a:off x="481173" y="3629345"/>
            <a:ext cx="2107915" cy="848880"/>
          </a:xfrm>
          <a:prstGeom prst="ellips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4" name="Straight Arrow Connector 3">
            <a:extLst>
              <a:ext uri="{FF2B5EF4-FFF2-40B4-BE49-F238E27FC236}">
                <a16:creationId xmlns:a16="http://schemas.microsoft.com/office/drawing/2014/main" id="{11784C70-3AE2-DB4C-A312-E0DE0593704F}"/>
              </a:ext>
            </a:extLst>
          </p:cNvPr>
          <p:cNvCxnSpPr>
            <a:cxnSpLocks/>
          </p:cNvCxnSpPr>
          <p:nvPr/>
        </p:nvCxnSpPr>
        <p:spPr>
          <a:xfrm flipH="1" flipV="1">
            <a:off x="2244903" y="4478225"/>
            <a:ext cx="344185" cy="55097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2719B77B-5BDB-EB45-BA70-9ED157C9F5FF}"/>
              </a:ext>
            </a:extLst>
          </p:cNvPr>
          <p:cNvSpPr txBox="1"/>
          <p:nvPr/>
        </p:nvSpPr>
        <p:spPr>
          <a:xfrm rot="21366411">
            <a:off x="1662874" y="4992679"/>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Exception Type</a:t>
            </a:r>
          </a:p>
        </p:txBody>
      </p:sp>
    </p:spTree>
    <p:extLst>
      <p:ext uri="{BB962C8B-B14F-4D97-AF65-F5344CB8AC3E}">
        <p14:creationId xmlns:p14="http://schemas.microsoft.com/office/powerpoint/2010/main" val="199742567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365496D4-1A54-9A42-894C-B08BBDEEA3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2553"/>
            <a:ext cx="9144000" cy="3715444"/>
          </a:xfrm>
          <a:prstGeom prst="rect">
            <a:avLst/>
          </a:prstGeom>
        </p:spPr>
      </p:pic>
    </p:spTree>
    <p:extLst>
      <p:ext uri="{BB962C8B-B14F-4D97-AF65-F5344CB8AC3E}">
        <p14:creationId xmlns:p14="http://schemas.microsoft.com/office/powerpoint/2010/main" val="365365688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365496D4-1A54-9A42-894C-B08BBDEEA3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2553"/>
            <a:ext cx="9144000" cy="3715444"/>
          </a:xfrm>
          <a:prstGeom prst="rect">
            <a:avLst/>
          </a:prstGeom>
        </p:spPr>
      </p:pic>
      <p:sp>
        <p:nvSpPr>
          <p:cNvPr id="4" name="Oval 3">
            <a:extLst>
              <a:ext uri="{FF2B5EF4-FFF2-40B4-BE49-F238E27FC236}">
                <a16:creationId xmlns:a16="http://schemas.microsoft.com/office/drawing/2014/main" id="{B272D938-F9D6-3346-A373-6F3304B6B6BE}"/>
              </a:ext>
            </a:extLst>
          </p:cNvPr>
          <p:cNvSpPr/>
          <p:nvPr/>
        </p:nvSpPr>
        <p:spPr>
          <a:xfrm>
            <a:off x="465761" y="3899117"/>
            <a:ext cx="2107915" cy="848880"/>
          </a:xfrm>
          <a:prstGeom prst="ellips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5" name="Straight Arrow Connector 4">
            <a:extLst>
              <a:ext uri="{FF2B5EF4-FFF2-40B4-BE49-F238E27FC236}">
                <a16:creationId xmlns:a16="http://schemas.microsoft.com/office/drawing/2014/main" id="{C8709C54-5D39-5C40-8F15-A8C859F1F7A2}"/>
              </a:ext>
            </a:extLst>
          </p:cNvPr>
          <p:cNvCxnSpPr>
            <a:cxnSpLocks/>
          </p:cNvCxnSpPr>
          <p:nvPr/>
        </p:nvCxnSpPr>
        <p:spPr>
          <a:xfrm flipH="1" flipV="1">
            <a:off x="2229491" y="4747997"/>
            <a:ext cx="344185" cy="55097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8090C598-B6B0-6B46-8F1A-13EC8CDDC2A4}"/>
              </a:ext>
            </a:extLst>
          </p:cNvPr>
          <p:cNvSpPr txBox="1"/>
          <p:nvPr/>
        </p:nvSpPr>
        <p:spPr>
          <a:xfrm rot="21366411">
            <a:off x="1647462" y="5262451"/>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Exception Type</a:t>
            </a:r>
          </a:p>
        </p:txBody>
      </p:sp>
    </p:spTree>
    <p:extLst>
      <p:ext uri="{BB962C8B-B14F-4D97-AF65-F5344CB8AC3E}">
        <p14:creationId xmlns:p14="http://schemas.microsoft.com/office/powerpoint/2010/main" val="160316900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 email&#10;&#10;Description automatically generated">
            <a:extLst>
              <a:ext uri="{FF2B5EF4-FFF2-40B4-BE49-F238E27FC236}">
                <a16:creationId xmlns:a16="http://schemas.microsoft.com/office/drawing/2014/main" id="{F75C680F-7C06-7D4A-A473-3D75635CB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5973"/>
            <a:ext cx="9144000" cy="4130971"/>
          </a:xfrm>
          <a:prstGeom prst="rect">
            <a:avLst/>
          </a:prstGeom>
        </p:spPr>
      </p:pic>
    </p:spTree>
    <p:extLst>
      <p:ext uri="{BB962C8B-B14F-4D97-AF65-F5344CB8AC3E}">
        <p14:creationId xmlns:p14="http://schemas.microsoft.com/office/powerpoint/2010/main" val="3058358397"/>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 email&#10;&#10;Description automatically generated">
            <a:extLst>
              <a:ext uri="{FF2B5EF4-FFF2-40B4-BE49-F238E27FC236}">
                <a16:creationId xmlns:a16="http://schemas.microsoft.com/office/drawing/2014/main" id="{F75C680F-7C06-7D4A-A473-3D75635CB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6696"/>
            <a:ext cx="9144000" cy="4130971"/>
          </a:xfrm>
          <a:prstGeom prst="rect">
            <a:avLst/>
          </a:prstGeom>
        </p:spPr>
      </p:pic>
      <p:sp>
        <p:nvSpPr>
          <p:cNvPr id="4" name="Oval 3">
            <a:extLst>
              <a:ext uri="{FF2B5EF4-FFF2-40B4-BE49-F238E27FC236}">
                <a16:creationId xmlns:a16="http://schemas.microsoft.com/office/drawing/2014/main" id="{43DAA905-B9CA-D54F-B606-AC15AC7A9299}"/>
              </a:ext>
            </a:extLst>
          </p:cNvPr>
          <p:cNvSpPr/>
          <p:nvPr/>
        </p:nvSpPr>
        <p:spPr>
          <a:xfrm>
            <a:off x="455487" y="3429000"/>
            <a:ext cx="1376737" cy="544530"/>
          </a:xfrm>
          <a:prstGeom prst="ellipse">
            <a:avLst/>
          </a:prstGeom>
          <a:noFill/>
          <a:ln w="508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5" name="Straight Arrow Connector 4">
            <a:extLst>
              <a:ext uri="{FF2B5EF4-FFF2-40B4-BE49-F238E27FC236}">
                <a16:creationId xmlns:a16="http://schemas.microsoft.com/office/drawing/2014/main" id="{56345AD8-A28E-054A-83C7-D2B20B8238A0}"/>
              </a:ext>
            </a:extLst>
          </p:cNvPr>
          <p:cNvCxnSpPr/>
          <p:nvPr/>
        </p:nvCxnSpPr>
        <p:spPr>
          <a:xfrm flipH="1" flipV="1">
            <a:off x="1869897" y="3701265"/>
            <a:ext cx="2743200" cy="61388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8DAB71F5-362D-4842-B447-F62FEA41FE5E}"/>
              </a:ext>
            </a:extLst>
          </p:cNvPr>
          <p:cNvSpPr txBox="1"/>
          <p:nvPr/>
        </p:nvSpPr>
        <p:spPr>
          <a:xfrm rot="21366411">
            <a:off x="3568730" y="4298418"/>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Exception Type</a:t>
            </a:r>
          </a:p>
        </p:txBody>
      </p:sp>
    </p:spTree>
    <p:extLst>
      <p:ext uri="{BB962C8B-B14F-4D97-AF65-F5344CB8AC3E}">
        <p14:creationId xmlns:p14="http://schemas.microsoft.com/office/powerpoint/2010/main" val="202720437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132E35C2-8541-EC4C-9857-A4C04CF56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365"/>
            <a:ext cx="9144000" cy="4483269"/>
          </a:xfrm>
          <a:prstGeom prst="rect">
            <a:avLst/>
          </a:prstGeom>
        </p:spPr>
      </p:pic>
    </p:spTree>
    <p:extLst>
      <p:ext uri="{BB962C8B-B14F-4D97-AF65-F5344CB8AC3E}">
        <p14:creationId xmlns:p14="http://schemas.microsoft.com/office/powerpoint/2010/main" val="349410588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132E35C2-8541-EC4C-9857-A4C04CF56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365"/>
            <a:ext cx="9144000" cy="4483269"/>
          </a:xfrm>
          <a:prstGeom prst="rect">
            <a:avLst/>
          </a:prstGeom>
        </p:spPr>
      </p:pic>
      <p:cxnSp>
        <p:nvCxnSpPr>
          <p:cNvPr id="5" name="Straight Arrow Connector 4">
            <a:extLst>
              <a:ext uri="{FF2B5EF4-FFF2-40B4-BE49-F238E27FC236}">
                <a16:creationId xmlns:a16="http://schemas.microsoft.com/office/drawing/2014/main" id="{88FD1C17-4036-B047-A1B0-A2DFB08AABFE}"/>
              </a:ext>
            </a:extLst>
          </p:cNvPr>
          <p:cNvCxnSpPr>
            <a:cxnSpLocks/>
          </p:cNvCxnSpPr>
          <p:nvPr/>
        </p:nvCxnSpPr>
        <p:spPr>
          <a:xfrm flipH="1">
            <a:off x="1560366" y="924674"/>
            <a:ext cx="638304" cy="54073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62645D88-6B51-EE42-8B4A-B853BEE2FAFE}"/>
              </a:ext>
            </a:extLst>
          </p:cNvPr>
          <p:cNvSpPr txBox="1"/>
          <p:nvPr/>
        </p:nvSpPr>
        <p:spPr>
          <a:xfrm rot="21366411">
            <a:off x="2078977" y="199313"/>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Create a new block to ‘try’ the problem code</a:t>
            </a:r>
          </a:p>
        </p:txBody>
      </p:sp>
    </p:spTree>
    <p:extLst>
      <p:ext uri="{BB962C8B-B14F-4D97-AF65-F5344CB8AC3E}">
        <p14:creationId xmlns:p14="http://schemas.microsoft.com/office/powerpoint/2010/main" val="95658419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132E35C2-8541-EC4C-9857-A4C04CF56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365"/>
            <a:ext cx="9144000" cy="4483269"/>
          </a:xfrm>
          <a:prstGeom prst="rect">
            <a:avLst/>
          </a:prstGeom>
        </p:spPr>
      </p:pic>
      <p:cxnSp>
        <p:nvCxnSpPr>
          <p:cNvPr id="5" name="Straight Arrow Connector 4">
            <a:extLst>
              <a:ext uri="{FF2B5EF4-FFF2-40B4-BE49-F238E27FC236}">
                <a16:creationId xmlns:a16="http://schemas.microsoft.com/office/drawing/2014/main" id="{88FD1C17-4036-B047-A1B0-A2DFB08AABFE}"/>
              </a:ext>
            </a:extLst>
          </p:cNvPr>
          <p:cNvCxnSpPr>
            <a:cxnSpLocks/>
          </p:cNvCxnSpPr>
          <p:nvPr/>
        </p:nvCxnSpPr>
        <p:spPr>
          <a:xfrm flipH="1">
            <a:off x="1560366" y="924674"/>
            <a:ext cx="638304" cy="54073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62645D88-6B51-EE42-8B4A-B853BEE2FAFE}"/>
              </a:ext>
            </a:extLst>
          </p:cNvPr>
          <p:cNvSpPr txBox="1"/>
          <p:nvPr/>
        </p:nvSpPr>
        <p:spPr>
          <a:xfrm rot="21366411">
            <a:off x="2078977" y="199313"/>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Create a new block to ‘try’ the problem code</a:t>
            </a:r>
          </a:p>
        </p:txBody>
      </p:sp>
      <p:cxnSp>
        <p:nvCxnSpPr>
          <p:cNvPr id="7" name="Straight Arrow Connector 6">
            <a:extLst>
              <a:ext uri="{FF2B5EF4-FFF2-40B4-BE49-F238E27FC236}">
                <a16:creationId xmlns:a16="http://schemas.microsoft.com/office/drawing/2014/main" id="{721C752D-62D2-0A4E-AA0C-9CA0E79F5A91}"/>
              </a:ext>
            </a:extLst>
          </p:cNvPr>
          <p:cNvCxnSpPr>
            <a:cxnSpLocks/>
          </p:cNvCxnSpPr>
          <p:nvPr/>
        </p:nvCxnSpPr>
        <p:spPr>
          <a:xfrm>
            <a:off x="750013" y="1037690"/>
            <a:ext cx="284658" cy="184383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6B71629C-8EC5-5A4A-B9C5-E436ECC0558C}"/>
              </a:ext>
            </a:extLst>
          </p:cNvPr>
          <p:cNvSpPr txBox="1"/>
          <p:nvPr/>
        </p:nvSpPr>
        <p:spPr>
          <a:xfrm rot="299647">
            <a:off x="13531" y="136344"/>
            <a:ext cx="1870343"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Block to run if something goes wrong</a:t>
            </a:r>
          </a:p>
        </p:txBody>
      </p:sp>
    </p:spTree>
    <p:extLst>
      <p:ext uri="{BB962C8B-B14F-4D97-AF65-F5344CB8AC3E}">
        <p14:creationId xmlns:p14="http://schemas.microsoft.com/office/powerpoint/2010/main" val="30785913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132E35C2-8541-EC4C-9857-A4C04CF56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365"/>
            <a:ext cx="9144000" cy="4483269"/>
          </a:xfrm>
          <a:prstGeom prst="rect">
            <a:avLst/>
          </a:prstGeom>
        </p:spPr>
      </p:pic>
      <p:cxnSp>
        <p:nvCxnSpPr>
          <p:cNvPr id="5" name="Straight Arrow Connector 4">
            <a:extLst>
              <a:ext uri="{FF2B5EF4-FFF2-40B4-BE49-F238E27FC236}">
                <a16:creationId xmlns:a16="http://schemas.microsoft.com/office/drawing/2014/main" id="{88FD1C17-4036-B047-A1B0-A2DFB08AABFE}"/>
              </a:ext>
            </a:extLst>
          </p:cNvPr>
          <p:cNvCxnSpPr>
            <a:cxnSpLocks/>
          </p:cNvCxnSpPr>
          <p:nvPr/>
        </p:nvCxnSpPr>
        <p:spPr>
          <a:xfrm flipH="1">
            <a:off x="1560366" y="924674"/>
            <a:ext cx="638304" cy="540731"/>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62645D88-6B51-EE42-8B4A-B853BEE2FAFE}"/>
              </a:ext>
            </a:extLst>
          </p:cNvPr>
          <p:cNvSpPr txBox="1"/>
          <p:nvPr/>
        </p:nvSpPr>
        <p:spPr>
          <a:xfrm rot="21366411">
            <a:off x="2078977" y="199313"/>
            <a:ext cx="2164079"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Create a new block to ‘try’ the problem code</a:t>
            </a:r>
          </a:p>
        </p:txBody>
      </p:sp>
      <p:cxnSp>
        <p:nvCxnSpPr>
          <p:cNvPr id="7" name="Straight Arrow Connector 6">
            <a:extLst>
              <a:ext uri="{FF2B5EF4-FFF2-40B4-BE49-F238E27FC236}">
                <a16:creationId xmlns:a16="http://schemas.microsoft.com/office/drawing/2014/main" id="{721C752D-62D2-0A4E-AA0C-9CA0E79F5A91}"/>
              </a:ext>
            </a:extLst>
          </p:cNvPr>
          <p:cNvCxnSpPr>
            <a:cxnSpLocks/>
          </p:cNvCxnSpPr>
          <p:nvPr/>
        </p:nvCxnSpPr>
        <p:spPr>
          <a:xfrm>
            <a:off x="750013" y="1037690"/>
            <a:ext cx="284658" cy="1843836"/>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6B71629C-8EC5-5A4A-B9C5-E436ECC0558C}"/>
              </a:ext>
            </a:extLst>
          </p:cNvPr>
          <p:cNvSpPr txBox="1"/>
          <p:nvPr/>
        </p:nvSpPr>
        <p:spPr>
          <a:xfrm rot="299647">
            <a:off x="13531" y="136344"/>
            <a:ext cx="1870343"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Block to run if something goes wrong</a:t>
            </a:r>
          </a:p>
        </p:txBody>
      </p:sp>
      <p:sp>
        <p:nvSpPr>
          <p:cNvPr id="2" name="Oval 1">
            <a:extLst>
              <a:ext uri="{FF2B5EF4-FFF2-40B4-BE49-F238E27FC236}">
                <a16:creationId xmlns:a16="http://schemas.microsoft.com/office/drawing/2014/main" id="{2043F528-6C06-5942-B55B-E40C58B7CFDB}"/>
              </a:ext>
            </a:extLst>
          </p:cNvPr>
          <p:cNvSpPr/>
          <p:nvPr/>
        </p:nvSpPr>
        <p:spPr>
          <a:xfrm>
            <a:off x="2224355" y="2538200"/>
            <a:ext cx="3899043" cy="686651"/>
          </a:xfrm>
          <a:prstGeom prst="ellipse">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8" name="TextBox 7">
            <a:extLst>
              <a:ext uri="{FF2B5EF4-FFF2-40B4-BE49-F238E27FC236}">
                <a16:creationId xmlns:a16="http://schemas.microsoft.com/office/drawing/2014/main" id="{BCBE5891-B1D9-7C4B-A596-D60D87A3D360}"/>
              </a:ext>
            </a:extLst>
          </p:cNvPr>
          <p:cNvSpPr txBox="1"/>
          <p:nvPr/>
        </p:nvSpPr>
        <p:spPr>
          <a:xfrm>
            <a:off x="6685224" y="2287988"/>
            <a:ext cx="2164079"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‘something’</a:t>
            </a:r>
          </a:p>
        </p:txBody>
      </p:sp>
      <p:cxnSp>
        <p:nvCxnSpPr>
          <p:cNvPr id="10" name="Straight Arrow Connector 9">
            <a:extLst>
              <a:ext uri="{FF2B5EF4-FFF2-40B4-BE49-F238E27FC236}">
                <a16:creationId xmlns:a16="http://schemas.microsoft.com/office/drawing/2014/main" id="{A4DC87F4-5823-6344-8075-3534EBD4F610}"/>
              </a:ext>
            </a:extLst>
          </p:cNvPr>
          <p:cNvCxnSpPr>
            <a:cxnSpLocks/>
          </p:cNvCxnSpPr>
          <p:nvPr/>
        </p:nvCxnSpPr>
        <p:spPr>
          <a:xfrm flipH="1">
            <a:off x="6138809" y="2657316"/>
            <a:ext cx="863029" cy="285855"/>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73177095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8813-7F38-7F45-8B5A-ADFC31769066}"/>
              </a:ext>
            </a:extLst>
          </p:cNvPr>
          <p:cNvSpPr>
            <a:spLocks noGrp="1"/>
          </p:cNvSpPr>
          <p:nvPr>
            <p:ph type="title"/>
          </p:nvPr>
        </p:nvSpPr>
        <p:spPr/>
        <p:txBody>
          <a:bodyPr/>
          <a:lstStyle/>
          <a:p>
            <a:r>
              <a:rPr lang="en-AU" dirty="0"/>
              <a:t>Error Handling</a:t>
            </a:r>
          </a:p>
        </p:txBody>
      </p:sp>
      <p:sp>
        <p:nvSpPr>
          <p:cNvPr id="3" name="Text Placeholder 2">
            <a:extLst>
              <a:ext uri="{FF2B5EF4-FFF2-40B4-BE49-F238E27FC236}">
                <a16:creationId xmlns:a16="http://schemas.microsoft.com/office/drawing/2014/main" id="{7237CB9E-0CA7-374D-9AF3-B1D9ED8B7F6F}"/>
              </a:ext>
            </a:extLst>
          </p:cNvPr>
          <p:cNvSpPr>
            <a:spLocks noGrp="1"/>
          </p:cNvSpPr>
          <p:nvPr>
            <p:ph type="body" idx="1"/>
          </p:nvPr>
        </p:nvSpPr>
        <p:spPr/>
        <p:txBody>
          <a:bodyPr/>
          <a:lstStyle/>
          <a:p>
            <a:r>
              <a:rPr lang="en-AU" dirty="0"/>
              <a:t>Exceptions</a:t>
            </a:r>
          </a:p>
          <a:p>
            <a:pPr lvl="1"/>
            <a:r>
              <a:rPr lang="en-AU" dirty="0" err="1"/>
              <a:t>SyntaxError</a:t>
            </a:r>
            <a:r>
              <a:rPr lang="en-AU" dirty="0"/>
              <a:t> (fix, don’t use try/exception)</a:t>
            </a:r>
          </a:p>
          <a:p>
            <a:pPr lvl="1"/>
            <a:r>
              <a:rPr lang="en-AU" dirty="0" err="1"/>
              <a:t>ZeroDivisionError</a:t>
            </a:r>
            <a:endParaRPr lang="en-AU" dirty="0"/>
          </a:p>
          <a:p>
            <a:pPr lvl="1"/>
            <a:r>
              <a:rPr lang="en-AU" dirty="0" err="1"/>
              <a:t>FileNotFoundError</a:t>
            </a:r>
            <a:endParaRPr lang="en-AU" dirty="0"/>
          </a:p>
          <a:p>
            <a:pPr lvl="1"/>
            <a:r>
              <a:rPr lang="en-AU" dirty="0" err="1"/>
              <a:t>ValueError</a:t>
            </a:r>
            <a:endParaRPr lang="en-AU" dirty="0"/>
          </a:p>
          <a:p>
            <a:pPr lvl="1"/>
            <a:r>
              <a:rPr lang="en-AU" dirty="0"/>
              <a:t>Many others	</a:t>
            </a:r>
          </a:p>
          <a:p>
            <a:r>
              <a:rPr lang="en-AU" dirty="0"/>
              <a:t>try/except block (simple)</a:t>
            </a:r>
          </a:p>
          <a:p>
            <a:r>
              <a:rPr lang="en-AU" dirty="0"/>
              <a:t>try/except/else/finally (advanced)</a:t>
            </a:r>
          </a:p>
        </p:txBody>
      </p:sp>
    </p:spTree>
    <p:extLst>
      <p:ext uri="{BB962C8B-B14F-4D97-AF65-F5344CB8AC3E}">
        <p14:creationId xmlns:p14="http://schemas.microsoft.com/office/powerpoint/2010/main" val="107936467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0703-7564-944F-B4D3-1C42B71B0C57}"/>
              </a:ext>
            </a:extLst>
          </p:cNvPr>
          <p:cNvSpPr>
            <a:spLocks noGrp="1"/>
          </p:cNvSpPr>
          <p:nvPr>
            <p:ph type="title"/>
          </p:nvPr>
        </p:nvSpPr>
        <p:spPr/>
        <p:txBody>
          <a:bodyPr/>
          <a:lstStyle/>
          <a:p>
            <a:r>
              <a:rPr lang="en-AU" dirty="0"/>
              <a:t>(Update) Input Output Model</a:t>
            </a:r>
          </a:p>
        </p:txBody>
      </p:sp>
      <p:sp>
        <p:nvSpPr>
          <p:cNvPr id="7" name="Notched Right Arrow 6">
            <a:extLst>
              <a:ext uri="{FF2B5EF4-FFF2-40B4-BE49-F238E27FC236}">
                <a16:creationId xmlns:a16="http://schemas.microsoft.com/office/drawing/2014/main" id="{C8B33405-965C-344C-A4E0-F986E5418BCD}"/>
              </a:ext>
            </a:extLst>
          </p:cNvPr>
          <p:cNvSpPr/>
          <p:nvPr/>
        </p:nvSpPr>
        <p:spPr>
          <a:xfrm>
            <a:off x="347865" y="2882347"/>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8" name="Notched Right Arrow 7">
            <a:extLst>
              <a:ext uri="{FF2B5EF4-FFF2-40B4-BE49-F238E27FC236}">
                <a16:creationId xmlns:a16="http://schemas.microsoft.com/office/drawing/2014/main" id="{80266804-9BA0-5B4E-9D88-464141AFB3A7}"/>
              </a:ext>
            </a:extLst>
          </p:cNvPr>
          <p:cNvSpPr/>
          <p:nvPr/>
        </p:nvSpPr>
        <p:spPr>
          <a:xfrm>
            <a:off x="6095999" y="2972720"/>
            <a:ext cx="151737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OUTPUT</a:t>
            </a:r>
          </a:p>
        </p:txBody>
      </p:sp>
      <p:graphicFrame>
        <p:nvGraphicFramePr>
          <p:cNvPr id="9" name="Diagram 8">
            <a:extLst>
              <a:ext uri="{FF2B5EF4-FFF2-40B4-BE49-F238E27FC236}">
                <a16:creationId xmlns:a16="http://schemas.microsoft.com/office/drawing/2014/main" id="{A5CD88F9-A568-CD4D-AFE9-5700C7126C74}"/>
              </a:ext>
            </a:extLst>
          </p:cNvPr>
          <p:cNvGraphicFramePr/>
          <p:nvPr/>
        </p:nvGraphicFramePr>
        <p:xfrm>
          <a:off x="2425146" y="2259863"/>
          <a:ext cx="3160643" cy="24882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5481AB85-F226-4940-8C2B-1D4323B4EC02}"/>
              </a:ext>
            </a:extLst>
          </p:cNvPr>
          <p:cNvSpPr/>
          <p:nvPr/>
        </p:nvSpPr>
        <p:spPr>
          <a:xfrm>
            <a:off x="2574235" y="2057400"/>
            <a:ext cx="3200400" cy="2852530"/>
          </a:xfrm>
          <a:prstGeom prst="rect">
            <a:avLst/>
          </a:prstGeom>
          <a:no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1" name="TextBox 10">
            <a:extLst>
              <a:ext uri="{FF2B5EF4-FFF2-40B4-BE49-F238E27FC236}">
                <a16:creationId xmlns:a16="http://schemas.microsoft.com/office/drawing/2014/main" id="{7FBD5FC1-42AD-AB47-A1B0-702FEE2D820B}"/>
              </a:ext>
            </a:extLst>
          </p:cNvPr>
          <p:cNvSpPr txBox="1"/>
          <p:nvPr/>
        </p:nvSpPr>
        <p:spPr>
          <a:xfrm>
            <a:off x="3437456" y="2098075"/>
            <a:ext cx="1473958"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ALGORITHM</a:t>
            </a:r>
          </a:p>
        </p:txBody>
      </p:sp>
      <p:sp>
        <p:nvSpPr>
          <p:cNvPr id="12" name="Notched Right Arrow 11">
            <a:extLst>
              <a:ext uri="{FF2B5EF4-FFF2-40B4-BE49-F238E27FC236}">
                <a16:creationId xmlns:a16="http://schemas.microsoft.com/office/drawing/2014/main" id="{A15A34A5-44A9-2640-8555-A3EEC89513E0}"/>
              </a:ext>
            </a:extLst>
          </p:cNvPr>
          <p:cNvSpPr/>
          <p:nvPr/>
        </p:nvSpPr>
        <p:spPr>
          <a:xfrm>
            <a:off x="500265" y="3034747"/>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13" name="Notched Right Arrow 12">
            <a:extLst>
              <a:ext uri="{FF2B5EF4-FFF2-40B4-BE49-F238E27FC236}">
                <a16:creationId xmlns:a16="http://schemas.microsoft.com/office/drawing/2014/main" id="{695FB45F-A9C8-BA4B-8D23-7D9FDE344529}"/>
              </a:ext>
            </a:extLst>
          </p:cNvPr>
          <p:cNvSpPr/>
          <p:nvPr/>
        </p:nvSpPr>
        <p:spPr>
          <a:xfrm>
            <a:off x="652665" y="3187147"/>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a:t>
            </a:r>
          </a:p>
        </p:txBody>
      </p:sp>
      <p:sp>
        <p:nvSpPr>
          <p:cNvPr id="14" name="Notched Right Arrow 13">
            <a:extLst>
              <a:ext uri="{FF2B5EF4-FFF2-40B4-BE49-F238E27FC236}">
                <a16:creationId xmlns:a16="http://schemas.microsoft.com/office/drawing/2014/main" id="{BD12CD79-A4E1-464C-9294-4F45C40C4FD3}"/>
              </a:ext>
            </a:extLst>
          </p:cNvPr>
          <p:cNvSpPr/>
          <p:nvPr/>
        </p:nvSpPr>
        <p:spPr>
          <a:xfrm>
            <a:off x="805065" y="3339547"/>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a:t>
            </a:r>
          </a:p>
        </p:txBody>
      </p:sp>
    </p:spTree>
    <p:extLst>
      <p:ext uri="{BB962C8B-B14F-4D97-AF65-F5344CB8AC3E}">
        <p14:creationId xmlns:p14="http://schemas.microsoft.com/office/powerpoint/2010/main" val="153244420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C96E49-EADB-FB44-8A9C-39ACFB01F21F}"/>
              </a:ext>
            </a:extLst>
          </p:cNvPr>
          <p:cNvSpPr>
            <a:spLocks noGrp="1"/>
          </p:cNvSpPr>
          <p:nvPr>
            <p:ph type="body" idx="1"/>
          </p:nvPr>
        </p:nvSpPr>
        <p:spPr>
          <a:xfrm>
            <a:off x="1645595" y="2828317"/>
            <a:ext cx="5852809" cy="1201366"/>
          </a:xfrm>
        </p:spPr>
        <p:txBody>
          <a:bodyPr/>
          <a:lstStyle/>
          <a:p>
            <a:pPr marL="0" indent="0">
              <a:buNone/>
            </a:pPr>
            <a:r>
              <a:rPr lang="en-AU" dirty="0"/>
              <a:t>Input validation code verifies that user supplied data, such as text from the input() function, is formatted appropriately.</a:t>
            </a:r>
          </a:p>
        </p:txBody>
      </p:sp>
      <p:sp>
        <p:nvSpPr>
          <p:cNvPr id="4" name="TextBox 3">
            <a:extLst>
              <a:ext uri="{FF2B5EF4-FFF2-40B4-BE49-F238E27FC236}">
                <a16:creationId xmlns:a16="http://schemas.microsoft.com/office/drawing/2014/main" id="{A534B0BB-C21E-2142-8ECB-2F3A2B71A862}"/>
              </a:ext>
            </a:extLst>
          </p:cNvPr>
          <p:cNvSpPr txBox="1"/>
          <p:nvPr/>
        </p:nvSpPr>
        <p:spPr>
          <a:xfrm>
            <a:off x="1971472" y="5667983"/>
            <a:ext cx="92394"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283427858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E141-F2E5-3F49-B504-3D6CC193C423}"/>
              </a:ext>
            </a:extLst>
          </p:cNvPr>
          <p:cNvSpPr>
            <a:spLocks noGrp="1"/>
          </p:cNvSpPr>
          <p:nvPr>
            <p:ph type="title"/>
          </p:nvPr>
        </p:nvSpPr>
        <p:spPr/>
        <p:txBody>
          <a:bodyPr/>
          <a:lstStyle/>
          <a:p>
            <a:r>
              <a:rPr lang="en-AU" dirty="0"/>
              <a:t>3 Ways</a:t>
            </a:r>
          </a:p>
        </p:txBody>
      </p:sp>
      <p:sp>
        <p:nvSpPr>
          <p:cNvPr id="3" name="Text Placeholder 2">
            <a:extLst>
              <a:ext uri="{FF2B5EF4-FFF2-40B4-BE49-F238E27FC236}">
                <a16:creationId xmlns:a16="http://schemas.microsoft.com/office/drawing/2014/main" id="{8E060CF1-79CA-6942-8551-EF1B870888E4}"/>
              </a:ext>
            </a:extLst>
          </p:cNvPr>
          <p:cNvSpPr>
            <a:spLocks noGrp="1"/>
          </p:cNvSpPr>
          <p:nvPr>
            <p:ph type="body" idx="1"/>
          </p:nvPr>
        </p:nvSpPr>
        <p:spPr/>
        <p:txBody>
          <a:bodyPr/>
          <a:lstStyle/>
          <a:p>
            <a:r>
              <a:rPr lang="en-AU" dirty="0"/>
              <a:t>try/except</a:t>
            </a:r>
          </a:p>
          <a:p>
            <a:r>
              <a:rPr lang="en-AU" dirty="0" err="1"/>
              <a:t>isdigit</a:t>
            </a:r>
            <a:r>
              <a:rPr lang="en-AU" dirty="0"/>
              <a:t>()</a:t>
            </a:r>
          </a:p>
          <a:p>
            <a:r>
              <a:rPr lang="en-AU" dirty="0" err="1"/>
              <a:t>PyInputsPlus</a:t>
            </a:r>
            <a:endParaRPr lang="en-AU" dirty="0"/>
          </a:p>
          <a:p>
            <a:endParaRPr lang="en-AU" dirty="0"/>
          </a:p>
        </p:txBody>
      </p:sp>
    </p:spTree>
    <p:extLst>
      <p:ext uri="{BB962C8B-B14F-4D97-AF65-F5344CB8AC3E}">
        <p14:creationId xmlns:p14="http://schemas.microsoft.com/office/powerpoint/2010/main" val="373260552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90AEDC-9A71-2042-B8D4-AB539AEC3B2A}"/>
              </a:ext>
            </a:extLst>
          </p:cNvPr>
          <p:cNvSpPr>
            <a:spLocks noGrp="1"/>
          </p:cNvSpPr>
          <p:nvPr>
            <p:ph type="body" idx="1"/>
          </p:nvPr>
        </p:nvSpPr>
        <p:spPr>
          <a:xfrm>
            <a:off x="457200" y="1254125"/>
            <a:ext cx="8229600" cy="4349750"/>
          </a:xfrm>
        </p:spPr>
        <p:txBody>
          <a:bodyPr>
            <a:normAutofit/>
          </a:bodyPr>
          <a:lstStyle/>
          <a:p>
            <a:pPr marL="0" indent="0">
              <a:buNone/>
            </a:pPr>
            <a:r>
              <a:rPr lang="en-AU" dirty="0">
                <a:latin typeface="American Typewriter" panose="02090604020004020304" pitchFamily="18" charset="77"/>
              </a:rPr>
              <a:t>while True:</a:t>
            </a:r>
            <a:br>
              <a:rPr lang="en-AU" dirty="0">
                <a:latin typeface="American Typewriter" panose="02090604020004020304" pitchFamily="18" charset="77"/>
              </a:rPr>
            </a:br>
            <a:r>
              <a:rPr lang="en-AU" dirty="0">
                <a:latin typeface="American Typewriter" panose="02090604020004020304" pitchFamily="18" charset="77"/>
              </a:rPr>
              <a:t>    try:</a:t>
            </a:r>
            <a:br>
              <a:rPr lang="en-AU" dirty="0">
                <a:latin typeface="American Typewriter" panose="02090604020004020304" pitchFamily="18" charset="77"/>
              </a:rPr>
            </a:br>
            <a:r>
              <a:rPr lang="en-AU" dirty="0">
                <a:latin typeface="American Typewriter" panose="02090604020004020304" pitchFamily="18" charset="77"/>
              </a:rPr>
              <a:t>        age = int(input('How old are you? '))</a:t>
            </a:r>
            <a:br>
              <a:rPr lang="en-AU" dirty="0">
                <a:latin typeface="American Typewriter" panose="02090604020004020304" pitchFamily="18" charset="77"/>
              </a:rPr>
            </a:br>
            <a:r>
              <a:rPr lang="en-AU" dirty="0">
                <a:latin typeface="American Typewriter" panose="02090604020004020304" pitchFamily="18" charset="77"/>
              </a:rPr>
              <a:t>        break</a:t>
            </a:r>
            <a:br>
              <a:rPr lang="en-AU" dirty="0">
                <a:latin typeface="American Typewriter" panose="02090604020004020304" pitchFamily="18" charset="77"/>
              </a:rPr>
            </a:br>
            <a:r>
              <a:rPr lang="en-AU" dirty="0">
                <a:latin typeface="American Typewriter" panose="02090604020004020304" pitchFamily="18" charset="77"/>
              </a:rPr>
              <a:t>    except </a:t>
            </a:r>
            <a:r>
              <a:rPr lang="en-AU" dirty="0" err="1">
                <a:latin typeface="American Typewriter" panose="02090604020004020304" pitchFamily="18" charset="77"/>
              </a:rPr>
              <a:t>ValueError</a:t>
            </a:r>
            <a:r>
              <a:rPr lang="en-AU" dirty="0">
                <a:latin typeface="American Typewriter" panose="02090604020004020304" pitchFamily="18" charset="77"/>
              </a:rPr>
              <a:t>:</a:t>
            </a:r>
            <a:br>
              <a:rPr lang="en-AU" dirty="0">
                <a:latin typeface="American Typewriter" panose="02090604020004020304" pitchFamily="18" charset="77"/>
              </a:rPr>
            </a:br>
            <a:r>
              <a:rPr lang="en-AU" dirty="0">
                <a:latin typeface="American Typewriter" panose="02090604020004020304" pitchFamily="18" charset="77"/>
              </a:rPr>
              <a:t>        print('Please enter a whole number')</a:t>
            </a:r>
            <a:br>
              <a:rPr lang="en-AU" dirty="0">
                <a:latin typeface="American Typewriter" panose="02090604020004020304" pitchFamily="18" charset="77"/>
              </a:rPr>
            </a:br>
            <a:br>
              <a:rPr lang="en-AU" dirty="0">
                <a:latin typeface="American Typewriter" panose="02090604020004020304" pitchFamily="18" charset="77"/>
              </a:rPr>
            </a:br>
            <a:r>
              <a:rPr lang="en-AU" dirty="0">
                <a:latin typeface="American Typewriter" panose="02090604020004020304" pitchFamily="18" charset="77"/>
              </a:rPr>
              <a:t>print('Your age is: ' + str(age))</a:t>
            </a:r>
            <a:br>
              <a:rPr lang="en-AU" dirty="0">
                <a:latin typeface="American Typewriter" panose="02090604020004020304" pitchFamily="18" charset="77"/>
              </a:rPr>
            </a:br>
            <a:br>
              <a:rPr lang="en-AU" dirty="0"/>
            </a:br>
            <a:r>
              <a:rPr lang="en-AU" sz="1200" dirty="0"/>
              <a:t>#Reference: http://</a:t>
            </a:r>
            <a:r>
              <a:rPr lang="en-AU" sz="1200" dirty="0" err="1"/>
              <a:t>www.easypythondocs.com</a:t>
            </a:r>
            <a:r>
              <a:rPr lang="en-AU" sz="1200" dirty="0"/>
              <a:t>/</a:t>
            </a:r>
            <a:r>
              <a:rPr lang="en-AU" sz="1200" dirty="0" err="1"/>
              <a:t>validation.html</a:t>
            </a:r>
            <a:br>
              <a:rPr lang="en-AU" sz="1200" dirty="0"/>
            </a:br>
            <a:endParaRPr lang="en-AU" sz="1200" dirty="0"/>
          </a:p>
        </p:txBody>
      </p:sp>
    </p:spTree>
    <p:extLst>
      <p:ext uri="{BB962C8B-B14F-4D97-AF65-F5344CB8AC3E}">
        <p14:creationId xmlns:p14="http://schemas.microsoft.com/office/powerpoint/2010/main" val="346667212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90AEDC-9A71-2042-B8D4-AB539AEC3B2A}"/>
              </a:ext>
            </a:extLst>
          </p:cNvPr>
          <p:cNvSpPr>
            <a:spLocks noGrp="1"/>
          </p:cNvSpPr>
          <p:nvPr>
            <p:ph type="body" idx="1"/>
          </p:nvPr>
        </p:nvSpPr>
        <p:spPr>
          <a:xfrm>
            <a:off x="457200" y="1254125"/>
            <a:ext cx="8229600" cy="4349750"/>
          </a:xfrm>
        </p:spPr>
        <p:txBody>
          <a:bodyPr>
            <a:normAutofit/>
          </a:bodyPr>
          <a:lstStyle/>
          <a:p>
            <a:pPr marL="0" indent="0">
              <a:buNone/>
            </a:pPr>
            <a:r>
              <a:rPr lang="en-AU" dirty="0">
                <a:latin typeface="American Typewriter" panose="02090604020004020304" pitchFamily="18" charset="77"/>
              </a:rPr>
              <a:t>while True:</a:t>
            </a:r>
            <a:br>
              <a:rPr lang="en-AU" dirty="0">
                <a:latin typeface="American Typewriter" panose="02090604020004020304" pitchFamily="18" charset="77"/>
              </a:rPr>
            </a:br>
            <a:r>
              <a:rPr lang="en-AU" dirty="0">
                <a:latin typeface="American Typewriter" panose="02090604020004020304" pitchFamily="18" charset="77"/>
              </a:rPr>
              <a:t>    age = input('How old are you? ')</a:t>
            </a:r>
            <a:br>
              <a:rPr lang="en-AU" dirty="0">
                <a:latin typeface="American Typewriter" panose="02090604020004020304" pitchFamily="18" charset="77"/>
              </a:rPr>
            </a:br>
            <a:r>
              <a:rPr lang="en-AU" dirty="0">
                <a:latin typeface="American Typewriter" panose="02090604020004020304" pitchFamily="18" charset="77"/>
              </a:rPr>
              <a:t>    if </a:t>
            </a:r>
            <a:r>
              <a:rPr lang="en-AU" dirty="0" err="1">
                <a:latin typeface="American Typewriter" panose="02090604020004020304" pitchFamily="18" charset="77"/>
              </a:rPr>
              <a:t>age.isdigit</a:t>
            </a:r>
            <a:r>
              <a:rPr lang="en-AU" dirty="0">
                <a:latin typeface="American Typewriter" panose="02090604020004020304" pitchFamily="18" charset="77"/>
              </a:rPr>
              <a:t>():</a:t>
            </a:r>
            <a:br>
              <a:rPr lang="en-AU" dirty="0">
                <a:latin typeface="American Typewriter" panose="02090604020004020304" pitchFamily="18" charset="77"/>
              </a:rPr>
            </a:br>
            <a:r>
              <a:rPr lang="en-AU" dirty="0">
                <a:latin typeface="American Typewriter" panose="02090604020004020304" pitchFamily="18" charset="77"/>
              </a:rPr>
              <a:t>        break</a:t>
            </a:r>
            <a:br>
              <a:rPr lang="en-AU" dirty="0">
                <a:latin typeface="American Typewriter" panose="02090604020004020304" pitchFamily="18" charset="77"/>
              </a:rPr>
            </a:br>
            <a:r>
              <a:rPr lang="en-AU" dirty="0">
                <a:latin typeface="American Typewriter" panose="02090604020004020304" pitchFamily="18" charset="77"/>
              </a:rPr>
              <a:t>    else:</a:t>
            </a:r>
            <a:br>
              <a:rPr lang="en-AU" dirty="0">
                <a:latin typeface="American Typewriter" panose="02090604020004020304" pitchFamily="18" charset="77"/>
              </a:rPr>
            </a:br>
            <a:r>
              <a:rPr lang="en-AU" dirty="0">
                <a:latin typeface="American Typewriter" panose="02090604020004020304" pitchFamily="18" charset="77"/>
              </a:rPr>
              <a:t>        print('You must enter a valid number')</a:t>
            </a:r>
            <a:br>
              <a:rPr lang="en-AU" dirty="0">
                <a:latin typeface="American Typewriter" panose="02090604020004020304" pitchFamily="18" charset="77"/>
              </a:rPr>
            </a:br>
            <a:br>
              <a:rPr lang="en-AU" dirty="0">
                <a:latin typeface="American Typewriter" panose="02090604020004020304" pitchFamily="18" charset="77"/>
              </a:rPr>
            </a:br>
            <a:r>
              <a:rPr lang="en-AU" dirty="0">
                <a:latin typeface="American Typewriter" panose="02090604020004020304" pitchFamily="18" charset="77"/>
              </a:rPr>
              <a:t>print('You are ' + str(age))</a:t>
            </a:r>
            <a:br>
              <a:rPr lang="en-AU" dirty="0">
                <a:latin typeface="American Typewriter" panose="02090604020004020304" pitchFamily="18" charset="77"/>
              </a:rPr>
            </a:br>
            <a:br>
              <a:rPr lang="en-AU" dirty="0"/>
            </a:br>
            <a:r>
              <a:rPr lang="en-AU" sz="1200" dirty="0"/>
              <a:t>#Reference: http://</a:t>
            </a:r>
            <a:r>
              <a:rPr lang="en-AU" sz="1200" dirty="0" err="1"/>
              <a:t>www.easypythondocs.com</a:t>
            </a:r>
            <a:r>
              <a:rPr lang="en-AU" sz="1200" dirty="0"/>
              <a:t>/</a:t>
            </a:r>
            <a:r>
              <a:rPr lang="en-AU" sz="1200" dirty="0" err="1"/>
              <a:t>validation.html</a:t>
            </a:r>
            <a:br>
              <a:rPr lang="en-AU" dirty="0"/>
            </a:br>
            <a:endParaRPr lang="en-AU" sz="1200" dirty="0"/>
          </a:p>
        </p:txBody>
      </p:sp>
    </p:spTree>
    <p:extLst>
      <p:ext uri="{BB962C8B-B14F-4D97-AF65-F5344CB8AC3E}">
        <p14:creationId xmlns:p14="http://schemas.microsoft.com/office/powerpoint/2010/main" val="176184296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70D2F-9597-8146-97B1-D0C3FFA4EF1D}"/>
              </a:ext>
            </a:extLst>
          </p:cNvPr>
          <p:cNvSpPr>
            <a:spLocks noGrp="1"/>
          </p:cNvSpPr>
          <p:nvPr>
            <p:ph type="title"/>
          </p:nvPr>
        </p:nvSpPr>
        <p:spPr/>
        <p:txBody>
          <a:bodyPr/>
          <a:lstStyle/>
          <a:p>
            <a:r>
              <a:rPr lang="en-AU" dirty="0" err="1"/>
              <a:t>PyInputsPlus</a:t>
            </a:r>
            <a:endParaRPr lang="en-AU" dirty="0"/>
          </a:p>
        </p:txBody>
      </p:sp>
      <p:sp>
        <p:nvSpPr>
          <p:cNvPr id="3" name="Text Placeholder 2">
            <a:extLst>
              <a:ext uri="{FF2B5EF4-FFF2-40B4-BE49-F238E27FC236}">
                <a16:creationId xmlns:a16="http://schemas.microsoft.com/office/drawing/2014/main" id="{6D6CDAD6-C9D5-D843-8926-1CE13412B2EE}"/>
              </a:ext>
            </a:extLst>
          </p:cNvPr>
          <p:cNvSpPr>
            <a:spLocks noGrp="1"/>
          </p:cNvSpPr>
          <p:nvPr>
            <p:ph type="body" idx="1"/>
          </p:nvPr>
        </p:nvSpPr>
        <p:spPr>
          <a:xfrm>
            <a:off x="446088" y="1392677"/>
            <a:ext cx="8229600" cy="4349750"/>
          </a:xfrm>
        </p:spPr>
        <p:txBody>
          <a:bodyPr>
            <a:normAutofit fontScale="92500" lnSpcReduction="10000"/>
          </a:bodyPr>
          <a:lstStyle/>
          <a:p>
            <a:r>
              <a:rPr lang="en-AU" b="1" dirty="0" err="1"/>
              <a:t>inputStr</a:t>
            </a:r>
            <a:r>
              <a:rPr lang="en-AU" b="1" dirty="0"/>
              <a:t>()</a:t>
            </a:r>
            <a:r>
              <a:rPr lang="en-AU" dirty="0"/>
              <a:t> </a:t>
            </a:r>
          </a:p>
          <a:p>
            <a:r>
              <a:rPr lang="en-AU" b="1" dirty="0" err="1"/>
              <a:t>inputNum</a:t>
            </a:r>
            <a:r>
              <a:rPr lang="en-AU" b="1" dirty="0"/>
              <a:t>()</a:t>
            </a:r>
            <a:endParaRPr lang="en-AU" dirty="0"/>
          </a:p>
          <a:p>
            <a:r>
              <a:rPr lang="en-AU" b="1" dirty="0" err="1"/>
              <a:t>inputChoice</a:t>
            </a:r>
            <a:r>
              <a:rPr lang="en-AU" b="1" dirty="0"/>
              <a:t>()</a:t>
            </a:r>
            <a:r>
              <a:rPr lang="en-AU" dirty="0"/>
              <a:t> </a:t>
            </a:r>
          </a:p>
          <a:p>
            <a:r>
              <a:rPr lang="en-AU" b="1" dirty="0" err="1"/>
              <a:t>inputMenu</a:t>
            </a:r>
            <a:r>
              <a:rPr lang="en-AU" b="1" dirty="0"/>
              <a:t>()</a:t>
            </a:r>
            <a:r>
              <a:rPr lang="en-AU" dirty="0"/>
              <a:t> </a:t>
            </a:r>
          </a:p>
          <a:p>
            <a:r>
              <a:rPr lang="en-AU" b="1" dirty="0" err="1"/>
              <a:t>inputDatetime</a:t>
            </a:r>
            <a:r>
              <a:rPr lang="en-AU" b="1" dirty="0"/>
              <a:t>()</a:t>
            </a:r>
            <a:r>
              <a:rPr lang="en-AU" dirty="0"/>
              <a:t> </a:t>
            </a:r>
          </a:p>
          <a:p>
            <a:r>
              <a:rPr lang="en-AU" b="1" dirty="0" err="1"/>
              <a:t>inputYesNo</a:t>
            </a:r>
            <a:r>
              <a:rPr lang="en-AU" b="1" dirty="0"/>
              <a:t>()</a:t>
            </a:r>
            <a:r>
              <a:rPr lang="en-AU" dirty="0"/>
              <a:t> </a:t>
            </a:r>
          </a:p>
          <a:p>
            <a:r>
              <a:rPr lang="en-AU" b="1" dirty="0" err="1"/>
              <a:t>inputBool</a:t>
            </a:r>
            <a:r>
              <a:rPr lang="en-AU" b="1" dirty="0"/>
              <a:t>()</a:t>
            </a:r>
            <a:endParaRPr lang="en-AU" dirty="0"/>
          </a:p>
          <a:p>
            <a:r>
              <a:rPr lang="en-AU" b="1" dirty="0" err="1"/>
              <a:t>inputEmail</a:t>
            </a:r>
            <a:r>
              <a:rPr lang="en-AU" b="1" dirty="0"/>
              <a:t>()</a:t>
            </a:r>
            <a:endParaRPr lang="en-AU" dirty="0"/>
          </a:p>
          <a:p>
            <a:r>
              <a:rPr lang="en-AU" b="1" dirty="0" err="1"/>
              <a:t>inputFilepath</a:t>
            </a:r>
            <a:r>
              <a:rPr lang="en-AU" b="1" dirty="0"/>
              <a:t>()</a:t>
            </a:r>
            <a:endParaRPr lang="en-AU" dirty="0"/>
          </a:p>
          <a:p>
            <a:r>
              <a:rPr lang="en-AU" b="1" dirty="0" err="1"/>
              <a:t>inputPassword</a:t>
            </a:r>
            <a:r>
              <a:rPr lang="en-AU" b="1" dirty="0"/>
              <a:t>()</a:t>
            </a:r>
            <a:endParaRPr lang="en-AU" dirty="0"/>
          </a:p>
          <a:p>
            <a:endParaRPr lang="en-AU" dirty="0"/>
          </a:p>
        </p:txBody>
      </p:sp>
    </p:spTree>
    <p:extLst>
      <p:ext uri="{BB962C8B-B14F-4D97-AF65-F5344CB8AC3E}">
        <p14:creationId xmlns:p14="http://schemas.microsoft.com/office/powerpoint/2010/main" val="68614933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90AEDC-9A71-2042-B8D4-AB539AEC3B2A}"/>
              </a:ext>
            </a:extLst>
          </p:cNvPr>
          <p:cNvSpPr>
            <a:spLocks noGrp="1"/>
          </p:cNvSpPr>
          <p:nvPr>
            <p:ph type="body" idx="1"/>
          </p:nvPr>
        </p:nvSpPr>
        <p:spPr>
          <a:xfrm>
            <a:off x="457200" y="1254125"/>
            <a:ext cx="8229600" cy="1171305"/>
          </a:xfrm>
        </p:spPr>
        <p:txBody>
          <a:bodyPr>
            <a:normAutofit/>
          </a:bodyPr>
          <a:lstStyle/>
          <a:p>
            <a:pPr marL="0" indent="0">
              <a:buNone/>
            </a:pPr>
            <a:r>
              <a:rPr lang="en-AU" dirty="0">
                <a:latin typeface="American Typewriter" panose="02090604020004020304" pitchFamily="18" charset="77"/>
              </a:rPr>
              <a:t>import </a:t>
            </a:r>
            <a:r>
              <a:rPr lang="en-AU" dirty="0" err="1">
                <a:latin typeface="American Typewriter" panose="02090604020004020304" pitchFamily="18" charset="77"/>
              </a:rPr>
              <a:t>pyinputplus</a:t>
            </a:r>
            <a:r>
              <a:rPr lang="en-AU" dirty="0">
                <a:latin typeface="American Typewriter" panose="02090604020004020304" pitchFamily="18" charset="77"/>
              </a:rPr>
              <a:t> as </a:t>
            </a:r>
            <a:r>
              <a:rPr lang="en-AU" dirty="0" err="1">
                <a:latin typeface="American Typewriter" panose="02090604020004020304" pitchFamily="18" charset="77"/>
              </a:rPr>
              <a:t>pyip</a:t>
            </a:r>
            <a:endParaRPr lang="en-AU" dirty="0">
              <a:latin typeface="American Typewriter" panose="02090604020004020304" pitchFamily="18" charset="77"/>
            </a:endParaRPr>
          </a:p>
          <a:p>
            <a:pPr marL="0" indent="0">
              <a:buNone/>
            </a:pPr>
            <a:r>
              <a:rPr lang="en-AU" dirty="0">
                <a:latin typeface="American Typewriter" panose="02090604020004020304" pitchFamily="18" charset="77"/>
              </a:rPr>
              <a:t>response = </a:t>
            </a:r>
            <a:r>
              <a:rPr lang="en-AU" dirty="0" err="1">
                <a:latin typeface="American Typewriter" panose="02090604020004020304" pitchFamily="18" charset="77"/>
              </a:rPr>
              <a:t>pyip.inputNum</a:t>
            </a:r>
            <a:r>
              <a:rPr lang="en-AU" dirty="0">
                <a:latin typeface="American Typewriter" panose="02090604020004020304" pitchFamily="18" charset="77"/>
              </a:rPr>
              <a:t>()</a:t>
            </a:r>
            <a:endParaRPr lang="en-AU" sz="1200" dirty="0"/>
          </a:p>
        </p:txBody>
      </p:sp>
    </p:spTree>
    <p:extLst>
      <p:ext uri="{BB962C8B-B14F-4D97-AF65-F5344CB8AC3E}">
        <p14:creationId xmlns:p14="http://schemas.microsoft.com/office/powerpoint/2010/main" val="171987964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8813-7F38-7F45-8B5A-ADFC31769066}"/>
              </a:ext>
            </a:extLst>
          </p:cNvPr>
          <p:cNvSpPr>
            <a:spLocks noGrp="1"/>
          </p:cNvSpPr>
          <p:nvPr>
            <p:ph type="title"/>
          </p:nvPr>
        </p:nvSpPr>
        <p:spPr/>
        <p:txBody>
          <a:bodyPr/>
          <a:lstStyle/>
          <a:p>
            <a:r>
              <a:rPr lang="en-AU" dirty="0"/>
              <a:t>Input Validation</a:t>
            </a:r>
          </a:p>
        </p:txBody>
      </p:sp>
      <p:sp>
        <p:nvSpPr>
          <p:cNvPr id="3" name="Text Placeholder 2">
            <a:extLst>
              <a:ext uri="{FF2B5EF4-FFF2-40B4-BE49-F238E27FC236}">
                <a16:creationId xmlns:a16="http://schemas.microsoft.com/office/drawing/2014/main" id="{7237CB9E-0CA7-374D-9AF3-B1D9ED8B7F6F}"/>
              </a:ext>
            </a:extLst>
          </p:cNvPr>
          <p:cNvSpPr>
            <a:spLocks noGrp="1"/>
          </p:cNvSpPr>
          <p:nvPr>
            <p:ph type="body" idx="1"/>
          </p:nvPr>
        </p:nvSpPr>
        <p:spPr/>
        <p:txBody>
          <a:bodyPr/>
          <a:lstStyle/>
          <a:p>
            <a:r>
              <a:rPr lang="en-AU" dirty="0"/>
              <a:t>Don’t trust input</a:t>
            </a:r>
          </a:p>
          <a:p>
            <a:r>
              <a:rPr lang="en-AU" dirty="0"/>
              <a:t>try/except</a:t>
            </a:r>
          </a:p>
          <a:p>
            <a:r>
              <a:rPr lang="en-AU" dirty="0" err="1"/>
              <a:t>isdigit</a:t>
            </a:r>
            <a:r>
              <a:rPr lang="en-AU" dirty="0"/>
              <a:t>()</a:t>
            </a:r>
          </a:p>
          <a:p>
            <a:r>
              <a:rPr lang="en-AU" dirty="0"/>
              <a:t>Module: </a:t>
            </a:r>
            <a:r>
              <a:rPr lang="en-AU" dirty="0" err="1"/>
              <a:t>pyinputplus</a:t>
            </a:r>
            <a:endParaRPr lang="en-AU" dirty="0"/>
          </a:p>
        </p:txBody>
      </p:sp>
    </p:spTree>
    <p:extLst>
      <p:ext uri="{BB962C8B-B14F-4D97-AF65-F5344CB8AC3E}">
        <p14:creationId xmlns:p14="http://schemas.microsoft.com/office/powerpoint/2010/main" val="266311418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A1DDDD-BE39-A043-8D9C-AAAAADB177BA}"/>
              </a:ext>
            </a:extLst>
          </p:cNvPr>
          <p:cNvSpPr>
            <a:spLocks noGrp="1"/>
          </p:cNvSpPr>
          <p:nvPr>
            <p:ph type="body" idx="1"/>
          </p:nvPr>
        </p:nvSpPr>
        <p:spPr>
          <a:xfrm>
            <a:off x="591671" y="766482"/>
            <a:ext cx="3377901" cy="4343399"/>
          </a:xfrm>
        </p:spPr>
        <p:txBody>
          <a:bodyPr/>
          <a:lstStyle/>
          <a:p>
            <a:pPr marL="0" indent="0" algn="ctr">
              <a:buNone/>
            </a:pPr>
            <a:r>
              <a:rPr lang="en-AU" sz="4000" b="1" dirty="0"/>
              <a:t>Text Files</a:t>
            </a:r>
          </a:p>
          <a:p>
            <a:r>
              <a:rPr lang="en-AU" dirty="0"/>
              <a:t>Plain text</a:t>
            </a:r>
          </a:p>
          <a:p>
            <a:r>
              <a:rPr lang="en-AU" dirty="0"/>
              <a:t>XML</a:t>
            </a:r>
          </a:p>
          <a:p>
            <a:r>
              <a:rPr lang="en-AU" dirty="0"/>
              <a:t>CSV</a:t>
            </a:r>
          </a:p>
          <a:p>
            <a:r>
              <a:rPr lang="en-AU" dirty="0"/>
              <a:t>JSON</a:t>
            </a:r>
          </a:p>
          <a:p>
            <a:r>
              <a:rPr lang="en-AU" dirty="0"/>
              <a:t>Source Code</a:t>
            </a:r>
          </a:p>
        </p:txBody>
      </p:sp>
      <p:sp>
        <p:nvSpPr>
          <p:cNvPr id="7" name="Text Placeholder 2">
            <a:extLst>
              <a:ext uri="{FF2B5EF4-FFF2-40B4-BE49-F238E27FC236}">
                <a16:creationId xmlns:a16="http://schemas.microsoft.com/office/drawing/2014/main" id="{32BC56A5-401A-3644-B8B3-52A8657D414D}"/>
              </a:ext>
            </a:extLst>
          </p:cNvPr>
          <p:cNvSpPr txBox="1">
            <a:spLocks/>
          </p:cNvSpPr>
          <p:nvPr/>
        </p:nvSpPr>
        <p:spPr>
          <a:xfrm>
            <a:off x="4875007" y="766482"/>
            <a:ext cx="3377901" cy="39184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marL="0" indent="0" algn="ctr" hangingPunct="1">
              <a:buFontTx/>
              <a:buNone/>
            </a:pPr>
            <a:r>
              <a:rPr lang="en-AU" sz="4000" b="1" dirty="0"/>
              <a:t>Binary Files</a:t>
            </a:r>
          </a:p>
          <a:p>
            <a:pPr hangingPunct="1"/>
            <a:r>
              <a:rPr lang="en-AU" dirty="0"/>
              <a:t>Compiled Code</a:t>
            </a:r>
          </a:p>
          <a:p>
            <a:pPr hangingPunct="1"/>
            <a:r>
              <a:rPr lang="en-AU" dirty="0"/>
              <a:t>App data</a:t>
            </a:r>
          </a:p>
          <a:p>
            <a:pPr hangingPunct="1"/>
            <a:r>
              <a:rPr lang="en-AU" dirty="0"/>
              <a:t>Media files</a:t>
            </a:r>
          </a:p>
          <a:p>
            <a:pPr lvl="1" hangingPunct="1"/>
            <a:r>
              <a:rPr lang="en-AU" dirty="0"/>
              <a:t>images</a:t>
            </a:r>
          </a:p>
          <a:p>
            <a:pPr lvl="1" hangingPunct="1"/>
            <a:r>
              <a:rPr lang="en-AU" dirty="0"/>
              <a:t>Audio</a:t>
            </a:r>
          </a:p>
          <a:p>
            <a:pPr lvl="1" hangingPunct="1"/>
            <a:r>
              <a:rPr lang="en-AU" dirty="0"/>
              <a:t>video</a:t>
            </a:r>
          </a:p>
        </p:txBody>
      </p:sp>
    </p:spTree>
    <p:extLst>
      <p:ext uri="{BB962C8B-B14F-4D97-AF65-F5344CB8AC3E}">
        <p14:creationId xmlns:p14="http://schemas.microsoft.com/office/powerpoint/2010/main" val="2232393288"/>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8E2765-3A98-D741-962B-EE037F6D3D15}"/>
              </a:ext>
            </a:extLst>
          </p:cNvPr>
          <p:cNvSpPr>
            <a:spLocks noGrp="1"/>
          </p:cNvSpPr>
          <p:nvPr>
            <p:ph type="body" idx="1"/>
          </p:nvPr>
        </p:nvSpPr>
        <p:spPr>
          <a:xfrm>
            <a:off x="1143000" y="2957008"/>
            <a:ext cx="6858000" cy="943984"/>
          </a:xfrm>
        </p:spPr>
        <p:txBody>
          <a:bodyPr>
            <a:normAutofit/>
          </a:bodyPr>
          <a:lstStyle/>
          <a:p>
            <a:pPr marL="0" indent="0">
              <a:buNone/>
            </a:pPr>
            <a:r>
              <a:rPr lang="en-AU" sz="4800" dirty="0"/>
              <a:t>open(</a:t>
            </a:r>
            <a:r>
              <a:rPr lang="en-AU" sz="4800" dirty="0" err="1"/>
              <a:t>path_to_file</a:t>
            </a:r>
            <a:r>
              <a:rPr lang="en-AU" sz="4800" dirty="0"/>
              <a:t>, mode)</a:t>
            </a:r>
          </a:p>
        </p:txBody>
      </p:sp>
    </p:spTree>
    <p:extLst>
      <p:ext uri="{BB962C8B-B14F-4D97-AF65-F5344CB8AC3E}">
        <p14:creationId xmlns:p14="http://schemas.microsoft.com/office/powerpoint/2010/main" val="395416650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D3576640-6178-F643-8887-0B503C45BB23}"/>
              </a:ext>
            </a:extLst>
          </p:cNvPr>
          <p:cNvGraphicFramePr>
            <a:graphicFrameLocks noGrp="1"/>
          </p:cNvGraphicFramePr>
          <p:nvPr/>
        </p:nvGraphicFramePr>
        <p:xfrm>
          <a:off x="139849" y="1397000"/>
          <a:ext cx="8799756" cy="2316480"/>
        </p:xfrm>
        <a:graphic>
          <a:graphicData uri="http://schemas.openxmlformats.org/drawingml/2006/table">
            <a:tbl>
              <a:tblPr firstRow="1" bandRow="1">
                <a:tableStyleId>{5940675A-B579-460E-94D1-54222C63F5DA}</a:tableStyleId>
              </a:tblPr>
              <a:tblGrid>
                <a:gridCol w="1264024">
                  <a:extLst>
                    <a:ext uri="{9D8B030D-6E8A-4147-A177-3AD203B41FA5}">
                      <a16:colId xmlns:a16="http://schemas.microsoft.com/office/drawing/2014/main" val="2292963479"/>
                    </a:ext>
                  </a:extLst>
                </a:gridCol>
                <a:gridCol w="7535732">
                  <a:extLst>
                    <a:ext uri="{9D8B030D-6E8A-4147-A177-3AD203B41FA5}">
                      <a16:colId xmlns:a16="http://schemas.microsoft.com/office/drawing/2014/main" val="3793189771"/>
                    </a:ext>
                  </a:extLst>
                </a:gridCol>
              </a:tblGrid>
              <a:tr h="370840">
                <a:tc>
                  <a:txBody>
                    <a:bodyPr/>
                    <a:lstStyle/>
                    <a:p>
                      <a:pPr algn="ctr"/>
                      <a:r>
                        <a:rPr lang="en-AU" sz="3200" b="1" dirty="0"/>
                        <a:t>Mode</a:t>
                      </a:r>
                    </a:p>
                  </a:txBody>
                  <a:tcPr/>
                </a:tc>
                <a:tc>
                  <a:txBody>
                    <a:bodyPr/>
                    <a:lstStyle/>
                    <a:p>
                      <a:pPr algn="ctr"/>
                      <a:r>
                        <a:rPr lang="en-AU" sz="3200" b="1" dirty="0"/>
                        <a:t>Description</a:t>
                      </a:r>
                    </a:p>
                  </a:txBody>
                  <a:tcPr/>
                </a:tc>
                <a:extLst>
                  <a:ext uri="{0D108BD9-81ED-4DB2-BD59-A6C34878D82A}">
                    <a16:rowId xmlns:a16="http://schemas.microsoft.com/office/drawing/2014/main" val="2541532584"/>
                  </a:ext>
                </a:extLst>
              </a:tr>
              <a:tr h="370840">
                <a:tc>
                  <a:txBody>
                    <a:bodyPr/>
                    <a:lstStyle/>
                    <a:p>
                      <a:pPr algn="ctr"/>
                      <a:r>
                        <a:rPr lang="en-AU" sz="3200" dirty="0"/>
                        <a:t>‘r’</a:t>
                      </a:r>
                    </a:p>
                  </a:txBody>
                  <a:tcPr/>
                </a:tc>
                <a:tc>
                  <a:txBody>
                    <a:bodyPr/>
                    <a:lstStyle/>
                    <a:p>
                      <a:pPr algn="ctr"/>
                      <a:r>
                        <a:rPr lang="en-AU" sz="3200" dirty="0"/>
                        <a:t>Open a text file for reading text </a:t>
                      </a:r>
                      <a:r>
                        <a:rPr lang="en-AU" sz="3200" b="1" dirty="0"/>
                        <a:t>(default)</a:t>
                      </a:r>
                    </a:p>
                  </a:txBody>
                  <a:tcPr/>
                </a:tc>
                <a:extLst>
                  <a:ext uri="{0D108BD9-81ED-4DB2-BD59-A6C34878D82A}">
                    <a16:rowId xmlns:a16="http://schemas.microsoft.com/office/drawing/2014/main" val="2318839670"/>
                  </a:ext>
                </a:extLst>
              </a:tr>
              <a:tr h="370840">
                <a:tc>
                  <a:txBody>
                    <a:bodyPr/>
                    <a:lstStyle/>
                    <a:p>
                      <a:pPr algn="ctr"/>
                      <a:r>
                        <a:rPr lang="en-AU" sz="3200" dirty="0"/>
                        <a:t>‘w’</a:t>
                      </a:r>
                    </a:p>
                  </a:txBody>
                  <a:tcPr/>
                </a:tc>
                <a:tc>
                  <a:txBody>
                    <a:bodyPr/>
                    <a:lstStyle/>
                    <a:p>
                      <a:pPr algn="ctr"/>
                      <a:r>
                        <a:rPr lang="en-AU" sz="3200" dirty="0"/>
                        <a:t>Open a text file for writing text</a:t>
                      </a:r>
                    </a:p>
                  </a:txBody>
                  <a:tcPr/>
                </a:tc>
                <a:extLst>
                  <a:ext uri="{0D108BD9-81ED-4DB2-BD59-A6C34878D82A}">
                    <a16:rowId xmlns:a16="http://schemas.microsoft.com/office/drawing/2014/main" val="1342803876"/>
                  </a:ext>
                </a:extLst>
              </a:tr>
              <a:tr h="370840">
                <a:tc>
                  <a:txBody>
                    <a:bodyPr/>
                    <a:lstStyle/>
                    <a:p>
                      <a:pPr algn="ctr"/>
                      <a:r>
                        <a:rPr lang="en-AU" sz="3200" dirty="0"/>
                        <a:t>‘a’</a:t>
                      </a:r>
                    </a:p>
                  </a:txBody>
                  <a:tcPr/>
                </a:tc>
                <a:tc>
                  <a:txBody>
                    <a:bodyPr/>
                    <a:lstStyle/>
                    <a:p>
                      <a:pPr algn="ctr"/>
                      <a:r>
                        <a:rPr lang="en-AU" sz="3200" dirty="0"/>
                        <a:t>Open a text file for appending text</a:t>
                      </a:r>
                    </a:p>
                  </a:txBody>
                  <a:tcPr/>
                </a:tc>
                <a:extLst>
                  <a:ext uri="{0D108BD9-81ED-4DB2-BD59-A6C34878D82A}">
                    <a16:rowId xmlns:a16="http://schemas.microsoft.com/office/drawing/2014/main" val="276796092"/>
                  </a:ext>
                </a:extLst>
              </a:tr>
            </a:tbl>
          </a:graphicData>
        </a:graphic>
      </p:graphicFrame>
    </p:spTree>
    <p:extLst>
      <p:ext uri="{BB962C8B-B14F-4D97-AF65-F5344CB8AC3E}">
        <p14:creationId xmlns:p14="http://schemas.microsoft.com/office/powerpoint/2010/main" val="619094542"/>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8E2765-3A98-D741-962B-EE037F6D3D15}"/>
              </a:ext>
            </a:extLst>
          </p:cNvPr>
          <p:cNvSpPr>
            <a:spLocks noGrp="1"/>
          </p:cNvSpPr>
          <p:nvPr>
            <p:ph type="body" idx="1"/>
          </p:nvPr>
        </p:nvSpPr>
        <p:spPr>
          <a:xfrm>
            <a:off x="757069" y="2452070"/>
            <a:ext cx="7629861" cy="1953859"/>
          </a:xfrm>
        </p:spPr>
        <p:txBody>
          <a:bodyPr>
            <a:normAutofit/>
          </a:bodyPr>
          <a:lstStyle/>
          <a:p>
            <a:pPr marL="0" indent="0">
              <a:buNone/>
            </a:pPr>
            <a:r>
              <a:rPr lang="en-AU" sz="4800" dirty="0"/>
              <a:t>with open('</a:t>
            </a:r>
            <a:r>
              <a:rPr lang="en-AU" sz="4800" dirty="0" err="1"/>
              <a:t>readme.txt</a:t>
            </a:r>
            <a:r>
              <a:rPr lang="en-AU" sz="4800" dirty="0"/>
              <a:t>') as f: </a:t>
            </a:r>
          </a:p>
          <a:p>
            <a:pPr marL="0" indent="0">
              <a:buNone/>
            </a:pPr>
            <a:r>
              <a:rPr lang="en-AU" sz="4800" dirty="0"/>
              <a:t>     lines = </a:t>
            </a:r>
            <a:r>
              <a:rPr lang="en-AU" sz="4800" dirty="0" err="1"/>
              <a:t>f.readlines</a:t>
            </a:r>
            <a:r>
              <a:rPr lang="en-AU" sz="4800" dirty="0"/>
              <a:t>()</a:t>
            </a:r>
          </a:p>
        </p:txBody>
      </p:sp>
    </p:spTree>
    <p:extLst>
      <p:ext uri="{BB962C8B-B14F-4D97-AF65-F5344CB8AC3E}">
        <p14:creationId xmlns:p14="http://schemas.microsoft.com/office/powerpoint/2010/main" val="1305520675"/>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8E2765-3A98-D741-962B-EE037F6D3D15}"/>
              </a:ext>
            </a:extLst>
          </p:cNvPr>
          <p:cNvSpPr>
            <a:spLocks noGrp="1"/>
          </p:cNvSpPr>
          <p:nvPr>
            <p:ph type="body" idx="1"/>
          </p:nvPr>
        </p:nvSpPr>
        <p:spPr>
          <a:xfrm>
            <a:off x="757069" y="2452070"/>
            <a:ext cx="7629861" cy="1953859"/>
          </a:xfrm>
        </p:spPr>
        <p:txBody>
          <a:bodyPr>
            <a:normAutofit/>
          </a:bodyPr>
          <a:lstStyle/>
          <a:p>
            <a:pPr marL="0" indent="0">
              <a:buNone/>
            </a:pPr>
            <a:r>
              <a:rPr lang="en-AU" sz="4800" dirty="0"/>
              <a:t>with open('</a:t>
            </a:r>
            <a:r>
              <a:rPr lang="en-AU" sz="4800" dirty="0" err="1"/>
              <a:t>readme.txt</a:t>
            </a:r>
            <a:r>
              <a:rPr lang="en-AU" sz="4800" dirty="0"/>
              <a:t>') as f: </a:t>
            </a:r>
          </a:p>
          <a:p>
            <a:pPr marL="0" indent="0">
              <a:buNone/>
            </a:pPr>
            <a:r>
              <a:rPr lang="en-AU" sz="4800" dirty="0"/>
              <a:t>     lines = </a:t>
            </a:r>
            <a:r>
              <a:rPr lang="en-AU" sz="4800" dirty="0" err="1"/>
              <a:t>f.readlines</a:t>
            </a:r>
            <a:r>
              <a:rPr lang="en-AU" sz="4800" dirty="0"/>
              <a:t>()</a:t>
            </a:r>
          </a:p>
        </p:txBody>
      </p:sp>
      <p:sp>
        <p:nvSpPr>
          <p:cNvPr id="4" name="TextBox 3">
            <a:extLst>
              <a:ext uri="{FF2B5EF4-FFF2-40B4-BE49-F238E27FC236}">
                <a16:creationId xmlns:a16="http://schemas.microsoft.com/office/drawing/2014/main" id="{CC121E74-B8E9-AA49-8E6F-29FC6F2E8E62}"/>
              </a:ext>
            </a:extLst>
          </p:cNvPr>
          <p:cNvSpPr txBox="1"/>
          <p:nvPr/>
        </p:nvSpPr>
        <p:spPr>
          <a:xfrm rot="381676">
            <a:off x="5298895" y="989181"/>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The default mode is read</a:t>
            </a:r>
          </a:p>
        </p:txBody>
      </p:sp>
      <p:cxnSp>
        <p:nvCxnSpPr>
          <p:cNvPr id="5" name="Straight Arrow Connector 4">
            <a:extLst>
              <a:ext uri="{FF2B5EF4-FFF2-40B4-BE49-F238E27FC236}">
                <a16:creationId xmlns:a16="http://schemas.microsoft.com/office/drawing/2014/main" id="{C4979D0D-C787-6048-93F3-8F8C30898279}"/>
              </a:ext>
            </a:extLst>
          </p:cNvPr>
          <p:cNvCxnSpPr>
            <a:cxnSpLocks/>
          </p:cNvCxnSpPr>
          <p:nvPr/>
        </p:nvCxnSpPr>
        <p:spPr>
          <a:xfrm>
            <a:off x="6476104" y="1619026"/>
            <a:ext cx="221543" cy="1036030"/>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17366619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8E2765-3A98-D741-962B-EE037F6D3D15}"/>
              </a:ext>
            </a:extLst>
          </p:cNvPr>
          <p:cNvSpPr>
            <a:spLocks noGrp="1"/>
          </p:cNvSpPr>
          <p:nvPr>
            <p:ph type="body" idx="1"/>
          </p:nvPr>
        </p:nvSpPr>
        <p:spPr>
          <a:xfrm>
            <a:off x="244737" y="2443162"/>
            <a:ext cx="8654526" cy="1971676"/>
          </a:xfrm>
        </p:spPr>
        <p:txBody>
          <a:bodyPr>
            <a:noAutofit/>
          </a:bodyPr>
          <a:lstStyle/>
          <a:p>
            <a:pPr marL="0" indent="0">
              <a:buNone/>
            </a:pPr>
            <a:r>
              <a:rPr lang="en-AU" sz="4800" dirty="0"/>
              <a:t>with open('</a:t>
            </a:r>
            <a:r>
              <a:rPr lang="en-AU" sz="4800" dirty="0" err="1"/>
              <a:t>readme.txt</a:t>
            </a:r>
            <a:r>
              <a:rPr lang="en-AU" sz="4800" dirty="0"/>
              <a:t>', 'w') as f: </a:t>
            </a:r>
          </a:p>
          <a:p>
            <a:pPr marL="0" indent="0">
              <a:buNone/>
            </a:pPr>
            <a:r>
              <a:rPr lang="en-AU" sz="4800" dirty="0"/>
              <a:t>    </a:t>
            </a:r>
            <a:r>
              <a:rPr lang="en-AU" sz="4800" dirty="0" err="1"/>
              <a:t>f.writelines</a:t>
            </a:r>
            <a:r>
              <a:rPr lang="en-AU" sz="4800" dirty="0"/>
              <a:t>(lines)</a:t>
            </a:r>
          </a:p>
        </p:txBody>
      </p:sp>
    </p:spTree>
    <p:extLst>
      <p:ext uri="{BB962C8B-B14F-4D97-AF65-F5344CB8AC3E}">
        <p14:creationId xmlns:p14="http://schemas.microsoft.com/office/powerpoint/2010/main" val="2984695757"/>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8E2765-3A98-D741-962B-EE037F6D3D15}"/>
              </a:ext>
            </a:extLst>
          </p:cNvPr>
          <p:cNvSpPr>
            <a:spLocks noGrp="1"/>
          </p:cNvSpPr>
          <p:nvPr>
            <p:ph type="body" idx="1"/>
          </p:nvPr>
        </p:nvSpPr>
        <p:spPr>
          <a:xfrm>
            <a:off x="244737" y="2443162"/>
            <a:ext cx="8654526" cy="1971676"/>
          </a:xfrm>
        </p:spPr>
        <p:txBody>
          <a:bodyPr>
            <a:noAutofit/>
          </a:bodyPr>
          <a:lstStyle/>
          <a:p>
            <a:pPr marL="0" indent="0">
              <a:buNone/>
            </a:pPr>
            <a:r>
              <a:rPr lang="en-AU" sz="4800" dirty="0"/>
              <a:t>with open('</a:t>
            </a:r>
            <a:r>
              <a:rPr lang="en-AU" sz="4800" dirty="0" err="1"/>
              <a:t>readme.txt</a:t>
            </a:r>
            <a:r>
              <a:rPr lang="en-AU" sz="4800" dirty="0"/>
              <a:t>', 'w') as f: </a:t>
            </a:r>
          </a:p>
          <a:p>
            <a:pPr marL="0" indent="0">
              <a:buNone/>
            </a:pPr>
            <a:r>
              <a:rPr lang="en-AU" sz="4800" dirty="0"/>
              <a:t>    </a:t>
            </a:r>
            <a:r>
              <a:rPr lang="en-AU" sz="4800" dirty="0" err="1"/>
              <a:t>f.writelines</a:t>
            </a:r>
            <a:r>
              <a:rPr lang="en-AU" sz="4800" dirty="0"/>
              <a:t>(lines)</a:t>
            </a:r>
          </a:p>
        </p:txBody>
      </p:sp>
      <p:sp>
        <p:nvSpPr>
          <p:cNvPr id="4" name="TextBox 3">
            <a:extLst>
              <a:ext uri="{FF2B5EF4-FFF2-40B4-BE49-F238E27FC236}">
                <a16:creationId xmlns:a16="http://schemas.microsoft.com/office/drawing/2014/main" id="{EC22B109-B49B-5241-8B6B-00701A9BAF15}"/>
              </a:ext>
            </a:extLst>
          </p:cNvPr>
          <p:cNvSpPr txBox="1"/>
          <p:nvPr/>
        </p:nvSpPr>
        <p:spPr>
          <a:xfrm rot="381676">
            <a:off x="5454880" y="1107517"/>
            <a:ext cx="2164079"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Lucida Handwriting" panose="03010101010101010101" pitchFamily="66" charset="77"/>
                <a:cs typeface="Lucida Grande" panose="020B0600040502020204" pitchFamily="34" charset="0"/>
                <a:sym typeface="Helvetica"/>
              </a:rPr>
              <a:t>Open the file in ‘write’ mode</a:t>
            </a:r>
          </a:p>
        </p:txBody>
      </p:sp>
      <p:cxnSp>
        <p:nvCxnSpPr>
          <p:cNvPr id="5" name="Straight Arrow Connector 4">
            <a:extLst>
              <a:ext uri="{FF2B5EF4-FFF2-40B4-BE49-F238E27FC236}">
                <a16:creationId xmlns:a16="http://schemas.microsoft.com/office/drawing/2014/main" id="{E6DB8042-FD53-9D4E-A9ED-8BF9A99A91A6}"/>
              </a:ext>
            </a:extLst>
          </p:cNvPr>
          <p:cNvCxnSpPr>
            <a:cxnSpLocks/>
          </p:cNvCxnSpPr>
          <p:nvPr/>
        </p:nvCxnSpPr>
        <p:spPr>
          <a:xfrm>
            <a:off x="6583680" y="1672816"/>
            <a:ext cx="247426" cy="855233"/>
          </a:xfrm>
          <a:prstGeom prst="straightConnector1">
            <a:avLst/>
          </a:prstGeom>
          <a:noFill/>
          <a:ln w="508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02488115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8813-7F38-7F45-8B5A-ADFC31769066}"/>
              </a:ext>
            </a:extLst>
          </p:cNvPr>
          <p:cNvSpPr>
            <a:spLocks noGrp="1"/>
          </p:cNvSpPr>
          <p:nvPr>
            <p:ph type="title"/>
          </p:nvPr>
        </p:nvSpPr>
        <p:spPr/>
        <p:txBody>
          <a:bodyPr/>
          <a:lstStyle/>
          <a:p>
            <a:r>
              <a:rPr lang="en-AU" dirty="0"/>
              <a:t>Working with files</a:t>
            </a:r>
          </a:p>
        </p:txBody>
      </p:sp>
      <p:sp>
        <p:nvSpPr>
          <p:cNvPr id="3" name="Text Placeholder 2">
            <a:extLst>
              <a:ext uri="{FF2B5EF4-FFF2-40B4-BE49-F238E27FC236}">
                <a16:creationId xmlns:a16="http://schemas.microsoft.com/office/drawing/2014/main" id="{7237CB9E-0CA7-374D-9AF3-B1D9ED8B7F6F}"/>
              </a:ext>
            </a:extLst>
          </p:cNvPr>
          <p:cNvSpPr>
            <a:spLocks noGrp="1"/>
          </p:cNvSpPr>
          <p:nvPr>
            <p:ph type="body" idx="1"/>
          </p:nvPr>
        </p:nvSpPr>
        <p:spPr/>
        <p:txBody>
          <a:bodyPr/>
          <a:lstStyle/>
          <a:p>
            <a:r>
              <a:rPr lang="en-AU" dirty="0"/>
              <a:t>Binary Files</a:t>
            </a:r>
          </a:p>
          <a:p>
            <a:pPr lvl="1"/>
            <a:r>
              <a:rPr lang="en-AU" dirty="0"/>
              <a:t>use packages (next few weeks)</a:t>
            </a:r>
          </a:p>
          <a:p>
            <a:r>
              <a:rPr lang="en-AU" dirty="0"/>
              <a:t>Text File</a:t>
            </a:r>
          </a:p>
          <a:p>
            <a:pPr lvl="1"/>
            <a:r>
              <a:rPr lang="en-AU" dirty="0"/>
              <a:t>with keyword</a:t>
            </a:r>
          </a:p>
          <a:p>
            <a:pPr lvl="1"/>
            <a:r>
              <a:rPr lang="en-AU" dirty="0"/>
              <a:t>open()</a:t>
            </a:r>
          </a:p>
          <a:p>
            <a:pPr lvl="1"/>
            <a:r>
              <a:rPr lang="en-AU" dirty="0"/>
              <a:t>read/write/append</a:t>
            </a:r>
          </a:p>
          <a:p>
            <a:pPr lvl="1"/>
            <a:endParaRPr lang="en-AU" dirty="0"/>
          </a:p>
        </p:txBody>
      </p:sp>
    </p:spTree>
    <p:extLst>
      <p:ext uri="{BB962C8B-B14F-4D97-AF65-F5344CB8AC3E}">
        <p14:creationId xmlns:p14="http://schemas.microsoft.com/office/powerpoint/2010/main" val="3504456270"/>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CDDE-09AF-544F-B6BE-6A5CDDFAD4E2}"/>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7AA356E9-15F5-F445-BD46-23669A9D864C}"/>
              </a:ext>
            </a:extLst>
          </p:cNvPr>
          <p:cNvSpPr>
            <a:spLocks noGrp="1"/>
          </p:cNvSpPr>
          <p:nvPr>
            <p:ph type="body" idx="1"/>
          </p:nvPr>
        </p:nvSpPr>
        <p:spPr/>
        <p:txBody>
          <a:bodyPr/>
          <a:lstStyle/>
          <a:p>
            <a:r>
              <a:rPr lang="en-AU" dirty="0"/>
              <a:t>Get Help with Python</a:t>
            </a:r>
          </a:p>
          <a:p>
            <a:r>
              <a:rPr lang="en-AU" dirty="0"/>
              <a:t>Handle Exceptions</a:t>
            </a:r>
          </a:p>
          <a:p>
            <a:r>
              <a:rPr lang="en-AU" dirty="0"/>
              <a:t>Validate Input</a:t>
            </a:r>
          </a:p>
          <a:p>
            <a:r>
              <a:rPr lang="en-AU" dirty="0"/>
              <a:t>Use Files</a:t>
            </a:r>
          </a:p>
          <a:p>
            <a:endParaRPr lang="en-AU" dirty="0"/>
          </a:p>
        </p:txBody>
      </p:sp>
    </p:spTree>
    <p:extLst>
      <p:ext uri="{BB962C8B-B14F-4D97-AF65-F5344CB8AC3E}">
        <p14:creationId xmlns:p14="http://schemas.microsoft.com/office/powerpoint/2010/main" val="1019276415"/>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495</TotalTime>
  <Words>864</Words>
  <Application>Microsoft Macintosh PowerPoint</Application>
  <PresentationFormat>On-screen Show (4:3)</PresentationFormat>
  <Paragraphs>182</Paragraphs>
  <Slides>51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American Typewriter</vt:lpstr>
      <vt:lpstr>Arial</vt:lpstr>
      <vt:lpstr>Calibri</vt:lpstr>
      <vt:lpstr>Helvetica</vt:lpstr>
      <vt:lpstr>Lucida Handwriting</vt:lpstr>
      <vt:lpstr>Wingdings</vt:lpstr>
      <vt:lpstr>curtin2010-PP2003</vt:lpstr>
      <vt:lpstr>Input Output</vt:lpstr>
      <vt:lpstr>PowerPoint Presentation</vt:lpstr>
      <vt:lpstr>PowerPoint Presentation</vt:lpstr>
      <vt:lpstr>Today</vt:lpstr>
      <vt:lpstr>Input Output Model</vt:lpstr>
      <vt:lpstr>Six Things</vt:lpstr>
      <vt:lpstr>Core Principles (so far)</vt:lpstr>
      <vt:lpstr>Python</vt:lpstr>
      <vt:lpstr>(Our) Development Environment</vt:lpstr>
      <vt:lpstr>Getting Help</vt:lpstr>
      <vt:lpstr>PowerPoint Presentation</vt:lpstr>
      <vt:lpstr>PowerPoint Presentation</vt:lpstr>
      <vt:lpstr>PowerPoint Presentation</vt:lpstr>
      <vt:lpstr>PowerPoint Presentation</vt:lpstr>
      <vt:lpstr>PowerPoint Presentation</vt:lpstr>
      <vt:lpstr>PowerPoint Presentation</vt:lpstr>
      <vt:lpstr>Getting Help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Handling</vt:lpstr>
      <vt:lpstr>(Update) Input Output Model</vt:lpstr>
      <vt:lpstr>PowerPoint Presentation</vt:lpstr>
      <vt:lpstr>3 Ways</vt:lpstr>
      <vt:lpstr>PowerPoint Presentation</vt:lpstr>
      <vt:lpstr>PowerPoint Presentation</vt:lpstr>
      <vt:lpstr>PyInputsPlus</vt:lpstr>
      <vt:lpstr>PowerPoint Presentation</vt:lpstr>
      <vt:lpstr>Input 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Working with files</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44</cp:revision>
  <cp:lastPrinted>2021-08-17T17:43:21Z</cp:lastPrinted>
  <dcterms:modified xsi:type="dcterms:W3CDTF">2022-03-22T00:20:12Z</dcterms:modified>
</cp:coreProperties>
</file>