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83" r:id="rId5"/>
    <p:sldId id="282" r:id="rId6"/>
    <p:sldId id="273" r:id="rId7"/>
    <p:sldId id="278" r:id="rId8"/>
    <p:sldId id="268" r:id="rId9"/>
    <p:sldId id="280" r:id="rId10"/>
    <p:sldId id="303" r:id="rId11"/>
    <p:sldId id="281" r:id="rId12"/>
    <p:sldId id="304" r:id="rId13"/>
    <p:sldId id="267" r:id="rId14"/>
    <p:sldId id="279" r:id="rId15"/>
    <p:sldId id="301" r:id="rId16"/>
    <p:sldId id="259" r:id="rId17"/>
    <p:sldId id="270" r:id="rId18"/>
    <p:sldId id="275" r:id="rId19"/>
    <p:sldId id="277" r:id="rId20"/>
    <p:sldId id="261" r:id="rId21"/>
    <p:sldId id="302" r:id="rId22"/>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85"/>
    <p:restoredTop sz="57042"/>
  </p:normalViewPr>
  <p:slideViewPr>
    <p:cSldViewPr snapToGrid="0" snapToObjects="1">
      <p:cViewPr varScale="1">
        <p:scale>
          <a:sx n="67" d="100"/>
          <a:sy n="67" d="100"/>
        </p:scale>
        <p:origin x="34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826290-A338-334D-896F-B1CA87133EF5}" type="doc">
      <dgm:prSet loTypeId="urn:microsoft.com/office/officeart/2005/8/layout/gear1" loCatId="" qsTypeId="urn:microsoft.com/office/officeart/2005/8/quickstyle/simple1" qsCatId="simple" csTypeId="urn:microsoft.com/office/officeart/2005/8/colors/accent1_2" csCatId="accent1" phldr="1"/>
      <dgm:spPr/>
    </dgm:pt>
    <dgm:pt modelId="{0E19D52B-228B-1644-A055-06136B639EAE}">
      <dgm:prSet phldrT="[Text]"/>
      <dgm:spPr/>
      <dgm:t>
        <a:bodyPr/>
        <a:lstStyle/>
        <a:p>
          <a:r>
            <a:rPr lang="en-GB" dirty="0"/>
            <a:t> </a:t>
          </a:r>
        </a:p>
      </dgm:t>
    </dgm:pt>
    <dgm:pt modelId="{FDF66EC8-F901-5747-84E9-60256A662551}" type="parTrans" cxnId="{5FAD6276-3C16-AD48-BC93-F8F7907411BE}">
      <dgm:prSet/>
      <dgm:spPr/>
      <dgm:t>
        <a:bodyPr/>
        <a:lstStyle/>
        <a:p>
          <a:endParaRPr lang="en-GB"/>
        </a:p>
      </dgm:t>
    </dgm:pt>
    <dgm:pt modelId="{FF541990-6774-CB43-B6CA-52E82D117992}" type="sibTrans" cxnId="{5FAD6276-3C16-AD48-BC93-F8F7907411BE}">
      <dgm:prSet/>
      <dgm:spPr/>
      <dgm:t>
        <a:bodyPr/>
        <a:lstStyle/>
        <a:p>
          <a:endParaRPr lang="en-GB"/>
        </a:p>
      </dgm:t>
    </dgm:pt>
    <dgm:pt modelId="{E59C663B-CD32-FA45-B170-9D37C9BAE502}">
      <dgm:prSet phldrT="[Text]"/>
      <dgm:spPr/>
      <dgm:t>
        <a:bodyPr/>
        <a:lstStyle/>
        <a:p>
          <a:r>
            <a:rPr lang="en-GB" dirty="0"/>
            <a:t> </a:t>
          </a:r>
        </a:p>
      </dgm:t>
    </dgm:pt>
    <dgm:pt modelId="{5AB9DA61-9BE9-954C-A185-9F886647AACD}" type="parTrans" cxnId="{DF8668BF-AF95-4B4F-9ED9-69814B33F056}">
      <dgm:prSet/>
      <dgm:spPr/>
      <dgm:t>
        <a:bodyPr/>
        <a:lstStyle/>
        <a:p>
          <a:endParaRPr lang="en-GB"/>
        </a:p>
      </dgm:t>
    </dgm:pt>
    <dgm:pt modelId="{E2C44CD7-3437-B84C-B8C1-220ED69D279D}" type="sibTrans" cxnId="{DF8668BF-AF95-4B4F-9ED9-69814B33F056}">
      <dgm:prSet/>
      <dgm:spPr/>
      <dgm:t>
        <a:bodyPr/>
        <a:lstStyle/>
        <a:p>
          <a:endParaRPr lang="en-GB"/>
        </a:p>
      </dgm:t>
    </dgm:pt>
    <dgm:pt modelId="{4B1241E6-F0F2-F242-A682-6F97E871F717}">
      <dgm:prSet phldrT="[Text]"/>
      <dgm:spPr/>
      <dgm:t>
        <a:bodyPr/>
        <a:lstStyle/>
        <a:p>
          <a:r>
            <a:rPr lang="en-GB" dirty="0"/>
            <a:t> </a:t>
          </a:r>
        </a:p>
      </dgm:t>
    </dgm:pt>
    <dgm:pt modelId="{21BB904F-AB98-AB4F-A589-B6BA7DE21A62}" type="parTrans" cxnId="{F046E62C-6D69-0341-94C5-50EDF4F40FBC}">
      <dgm:prSet/>
      <dgm:spPr/>
      <dgm:t>
        <a:bodyPr/>
        <a:lstStyle/>
        <a:p>
          <a:endParaRPr lang="en-GB"/>
        </a:p>
      </dgm:t>
    </dgm:pt>
    <dgm:pt modelId="{63E3453E-267D-364C-8BF6-3C838CC1643E}" type="sibTrans" cxnId="{F046E62C-6D69-0341-94C5-50EDF4F40FBC}">
      <dgm:prSet/>
      <dgm:spPr/>
      <dgm:t>
        <a:bodyPr/>
        <a:lstStyle/>
        <a:p>
          <a:endParaRPr lang="en-GB"/>
        </a:p>
      </dgm:t>
    </dgm:pt>
    <dgm:pt modelId="{93A3808F-BE62-564B-ABB9-3663B1D87CD2}" type="pres">
      <dgm:prSet presAssocID="{AC826290-A338-334D-896F-B1CA87133EF5}" presName="composite" presStyleCnt="0">
        <dgm:presLayoutVars>
          <dgm:chMax val="3"/>
          <dgm:animLvl val="lvl"/>
          <dgm:resizeHandles val="exact"/>
        </dgm:presLayoutVars>
      </dgm:prSet>
      <dgm:spPr/>
    </dgm:pt>
    <dgm:pt modelId="{02F65583-CC49-9347-BC31-DC50DFE4FE1B}" type="pres">
      <dgm:prSet presAssocID="{0E19D52B-228B-1644-A055-06136B639EAE}" presName="gear1" presStyleLbl="node1" presStyleIdx="0" presStyleCnt="3">
        <dgm:presLayoutVars>
          <dgm:chMax val="1"/>
          <dgm:bulletEnabled val="1"/>
        </dgm:presLayoutVars>
      </dgm:prSet>
      <dgm:spPr/>
    </dgm:pt>
    <dgm:pt modelId="{51759F34-DA34-7644-9F7C-2C08B06222DD}" type="pres">
      <dgm:prSet presAssocID="{0E19D52B-228B-1644-A055-06136B639EAE}" presName="gear1srcNode" presStyleLbl="node1" presStyleIdx="0" presStyleCnt="3"/>
      <dgm:spPr/>
    </dgm:pt>
    <dgm:pt modelId="{9F2D47BE-62D3-134B-99CE-442BA9677BDC}" type="pres">
      <dgm:prSet presAssocID="{0E19D52B-228B-1644-A055-06136B639EAE}" presName="gear1dstNode" presStyleLbl="node1" presStyleIdx="0" presStyleCnt="3"/>
      <dgm:spPr/>
    </dgm:pt>
    <dgm:pt modelId="{32186126-286F-8643-AF84-209C68188F71}" type="pres">
      <dgm:prSet presAssocID="{4B1241E6-F0F2-F242-A682-6F97E871F717}" presName="gear2" presStyleLbl="node1" presStyleIdx="1" presStyleCnt="3">
        <dgm:presLayoutVars>
          <dgm:chMax val="1"/>
          <dgm:bulletEnabled val="1"/>
        </dgm:presLayoutVars>
      </dgm:prSet>
      <dgm:spPr/>
    </dgm:pt>
    <dgm:pt modelId="{56A82FA1-4419-DD48-B65B-3C492BE6AFC8}" type="pres">
      <dgm:prSet presAssocID="{4B1241E6-F0F2-F242-A682-6F97E871F717}" presName="gear2srcNode" presStyleLbl="node1" presStyleIdx="1" presStyleCnt="3"/>
      <dgm:spPr/>
    </dgm:pt>
    <dgm:pt modelId="{9D3A56FC-49B9-944A-B226-7B12EBFBE84F}" type="pres">
      <dgm:prSet presAssocID="{4B1241E6-F0F2-F242-A682-6F97E871F717}" presName="gear2dstNode" presStyleLbl="node1" presStyleIdx="1" presStyleCnt="3"/>
      <dgm:spPr/>
    </dgm:pt>
    <dgm:pt modelId="{ED34B68D-2C06-4540-B7E8-5722B37AAD71}" type="pres">
      <dgm:prSet presAssocID="{E59C663B-CD32-FA45-B170-9D37C9BAE502}" presName="gear3" presStyleLbl="node1" presStyleIdx="2" presStyleCnt="3"/>
      <dgm:spPr/>
    </dgm:pt>
    <dgm:pt modelId="{664F45A0-ADDA-A94A-A25F-ABAB97ED096F}" type="pres">
      <dgm:prSet presAssocID="{E59C663B-CD32-FA45-B170-9D37C9BAE502}" presName="gear3tx" presStyleLbl="node1" presStyleIdx="2" presStyleCnt="3">
        <dgm:presLayoutVars>
          <dgm:chMax val="1"/>
          <dgm:bulletEnabled val="1"/>
        </dgm:presLayoutVars>
      </dgm:prSet>
      <dgm:spPr/>
    </dgm:pt>
    <dgm:pt modelId="{58C6A968-DBBF-714C-BCF3-69D7BC43D0F3}" type="pres">
      <dgm:prSet presAssocID="{E59C663B-CD32-FA45-B170-9D37C9BAE502}" presName="gear3srcNode" presStyleLbl="node1" presStyleIdx="2" presStyleCnt="3"/>
      <dgm:spPr/>
    </dgm:pt>
    <dgm:pt modelId="{5987D77F-EB52-E24A-A6C6-D815DC4D5955}" type="pres">
      <dgm:prSet presAssocID="{E59C663B-CD32-FA45-B170-9D37C9BAE502}" presName="gear3dstNode" presStyleLbl="node1" presStyleIdx="2" presStyleCnt="3"/>
      <dgm:spPr/>
    </dgm:pt>
    <dgm:pt modelId="{B235671B-960A-2949-A749-7F7FF2D38E79}" type="pres">
      <dgm:prSet presAssocID="{FF541990-6774-CB43-B6CA-52E82D117992}" presName="connector1" presStyleLbl="sibTrans2D1" presStyleIdx="0" presStyleCnt="3"/>
      <dgm:spPr/>
    </dgm:pt>
    <dgm:pt modelId="{56575EDC-DF70-064B-BEDF-433ADE60CCAA}" type="pres">
      <dgm:prSet presAssocID="{63E3453E-267D-364C-8BF6-3C838CC1643E}" presName="connector2" presStyleLbl="sibTrans2D1" presStyleIdx="1" presStyleCnt="3"/>
      <dgm:spPr/>
    </dgm:pt>
    <dgm:pt modelId="{D98E08CA-A07D-8F41-BA01-9402AE458E24}" type="pres">
      <dgm:prSet presAssocID="{E2C44CD7-3437-B84C-B8C1-220ED69D279D}" presName="connector3" presStyleLbl="sibTrans2D1" presStyleIdx="2" presStyleCnt="3"/>
      <dgm:spPr/>
    </dgm:pt>
  </dgm:ptLst>
  <dgm:cxnLst>
    <dgm:cxn modelId="{13988A20-A982-7640-983D-FB0F1C9DFC6F}" type="presOf" srcId="{E59C663B-CD32-FA45-B170-9D37C9BAE502}" destId="{664F45A0-ADDA-A94A-A25F-ABAB97ED096F}" srcOrd="1" destOrd="0" presId="urn:microsoft.com/office/officeart/2005/8/layout/gear1"/>
    <dgm:cxn modelId="{6A3D6223-EAA3-584E-9589-39473CD5089C}" type="presOf" srcId="{AC826290-A338-334D-896F-B1CA87133EF5}" destId="{93A3808F-BE62-564B-ABB9-3663B1D87CD2}" srcOrd="0" destOrd="0" presId="urn:microsoft.com/office/officeart/2005/8/layout/gear1"/>
    <dgm:cxn modelId="{F046E62C-6D69-0341-94C5-50EDF4F40FBC}" srcId="{AC826290-A338-334D-896F-B1CA87133EF5}" destId="{4B1241E6-F0F2-F242-A682-6F97E871F717}" srcOrd="1" destOrd="0" parTransId="{21BB904F-AB98-AB4F-A589-B6BA7DE21A62}" sibTransId="{63E3453E-267D-364C-8BF6-3C838CC1643E}"/>
    <dgm:cxn modelId="{95226745-3169-0242-9C9B-C3E9CD76B561}" type="presOf" srcId="{E59C663B-CD32-FA45-B170-9D37C9BAE502}" destId="{58C6A968-DBBF-714C-BCF3-69D7BC43D0F3}" srcOrd="2" destOrd="0" presId="urn:microsoft.com/office/officeart/2005/8/layout/gear1"/>
    <dgm:cxn modelId="{FBB25858-A96B-4744-9A93-8D8A3449A987}" type="presOf" srcId="{E59C663B-CD32-FA45-B170-9D37C9BAE502}" destId="{5987D77F-EB52-E24A-A6C6-D815DC4D5955}" srcOrd="3" destOrd="0" presId="urn:microsoft.com/office/officeart/2005/8/layout/gear1"/>
    <dgm:cxn modelId="{5FAD6276-3C16-AD48-BC93-F8F7907411BE}" srcId="{AC826290-A338-334D-896F-B1CA87133EF5}" destId="{0E19D52B-228B-1644-A055-06136B639EAE}" srcOrd="0" destOrd="0" parTransId="{FDF66EC8-F901-5747-84E9-60256A662551}" sibTransId="{FF541990-6774-CB43-B6CA-52E82D117992}"/>
    <dgm:cxn modelId="{F7E45D77-C68A-B743-901E-1594C43B7B19}" type="presOf" srcId="{0E19D52B-228B-1644-A055-06136B639EAE}" destId="{02F65583-CC49-9347-BC31-DC50DFE4FE1B}" srcOrd="0" destOrd="0" presId="urn:microsoft.com/office/officeart/2005/8/layout/gear1"/>
    <dgm:cxn modelId="{DE7B6B77-038A-7445-8218-3677535C753D}" type="presOf" srcId="{63E3453E-267D-364C-8BF6-3C838CC1643E}" destId="{56575EDC-DF70-064B-BEDF-433ADE60CCAA}" srcOrd="0" destOrd="0" presId="urn:microsoft.com/office/officeart/2005/8/layout/gear1"/>
    <dgm:cxn modelId="{F0C87080-A868-DC43-A60A-A90163EC6370}" type="presOf" srcId="{4B1241E6-F0F2-F242-A682-6F97E871F717}" destId="{32186126-286F-8643-AF84-209C68188F71}" srcOrd="0" destOrd="0" presId="urn:microsoft.com/office/officeart/2005/8/layout/gear1"/>
    <dgm:cxn modelId="{31D9E597-9DAF-604B-886B-FF397681BC01}" type="presOf" srcId="{FF541990-6774-CB43-B6CA-52E82D117992}" destId="{B235671B-960A-2949-A749-7F7FF2D38E79}" srcOrd="0" destOrd="0" presId="urn:microsoft.com/office/officeart/2005/8/layout/gear1"/>
    <dgm:cxn modelId="{50D3E4B2-D66C-584A-A252-5E6F8615E806}" type="presOf" srcId="{0E19D52B-228B-1644-A055-06136B639EAE}" destId="{51759F34-DA34-7644-9F7C-2C08B06222DD}" srcOrd="1" destOrd="0" presId="urn:microsoft.com/office/officeart/2005/8/layout/gear1"/>
    <dgm:cxn modelId="{9BD8A7B8-4981-434F-8285-6736CCA38721}" type="presOf" srcId="{E59C663B-CD32-FA45-B170-9D37C9BAE502}" destId="{ED34B68D-2C06-4540-B7E8-5722B37AAD71}" srcOrd="0" destOrd="0" presId="urn:microsoft.com/office/officeart/2005/8/layout/gear1"/>
    <dgm:cxn modelId="{DF8668BF-AF95-4B4F-9ED9-69814B33F056}" srcId="{AC826290-A338-334D-896F-B1CA87133EF5}" destId="{E59C663B-CD32-FA45-B170-9D37C9BAE502}" srcOrd="2" destOrd="0" parTransId="{5AB9DA61-9BE9-954C-A185-9F886647AACD}" sibTransId="{E2C44CD7-3437-B84C-B8C1-220ED69D279D}"/>
    <dgm:cxn modelId="{A64668CB-5846-2C44-91A8-A782191173F2}" type="presOf" srcId="{E2C44CD7-3437-B84C-B8C1-220ED69D279D}" destId="{D98E08CA-A07D-8F41-BA01-9402AE458E24}" srcOrd="0" destOrd="0" presId="urn:microsoft.com/office/officeart/2005/8/layout/gear1"/>
    <dgm:cxn modelId="{645732E4-7D68-824D-897E-78EE97817702}" type="presOf" srcId="{4B1241E6-F0F2-F242-A682-6F97E871F717}" destId="{9D3A56FC-49B9-944A-B226-7B12EBFBE84F}" srcOrd="2" destOrd="0" presId="urn:microsoft.com/office/officeart/2005/8/layout/gear1"/>
    <dgm:cxn modelId="{A97DA1F2-6843-9849-9DD6-011252A385EA}" type="presOf" srcId="{0E19D52B-228B-1644-A055-06136B639EAE}" destId="{9F2D47BE-62D3-134B-99CE-442BA9677BDC}" srcOrd="2" destOrd="0" presId="urn:microsoft.com/office/officeart/2005/8/layout/gear1"/>
    <dgm:cxn modelId="{ECA1E1FC-8ECE-1A48-B51C-739C587C1633}" type="presOf" srcId="{4B1241E6-F0F2-F242-A682-6F97E871F717}" destId="{56A82FA1-4419-DD48-B65B-3C492BE6AFC8}" srcOrd="1" destOrd="0" presId="urn:microsoft.com/office/officeart/2005/8/layout/gear1"/>
    <dgm:cxn modelId="{DF6D89ED-6D34-2644-B6CF-CF0EF68B1179}" type="presParOf" srcId="{93A3808F-BE62-564B-ABB9-3663B1D87CD2}" destId="{02F65583-CC49-9347-BC31-DC50DFE4FE1B}" srcOrd="0" destOrd="0" presId="urn:microsoft.com/office/officeart/2005/8/layout/gear1"/>
    <dgm:cxn modelId="{BAA01E62-9DC7-6E41-8A7D-251EF4B5D90C}" type="presParOf" srcId="{93A3808F-BE62-564B-ABB9-3663B1D87CD2}" destId="{51759F34-DA34-7644-9F7C-2C08B06222DD}" srcOrd="1" destOrd="0" presId="urn:microsoft.com/office/officeart/2005/8/layout/gear1"/>
    <dgm:cxn modelId="{8158340A-0F70-294C-AF01-BA4BFF84B1A1}" type="presParOf" srcId="{93A3808F-BE62-564B-ABB9-3663B1D87CD2}" destId="{9F2D47BE-62D3-134B-99CE-442BA9677BDC}" srcOrd="2" destOrd="0" presId="urn:microsoft.com/office/officeart/2005/8/layout/gear1"/>
    <dgm:cxn modelId="{E56A0299-8B16-FA4D-862F-920E8B323313}" type="presParOf" srcId="{93A3808F-BE62-564B-ABB9-3663B1D87CD2}" destId="{32186126-286F-8643-AF84-209C68188F71}" srcOrd="3" destOrd="0" presId="urn:microsoft.com/office/officeart/2005/8/layout/gear1"/>
    <dgm:cxn modelId="{80EB3B49-2648-BC4B-8BA5-5B0F8C80C028}" type="presParOf" srcId="{93A3808F-BE62-564B-ABB9-3663B1D87CD2}" destId="{56A82FA1-4419-DD48-B65B-3C492BE6AFC8}" srcOrd="4" destOrd="0" presId="urn:microsoft.com/office/officeart/2005/8/layout/gear1"/>
    <dgm:cxn modelId="{025BB042-7880-EF46-9B70-6FA5B1D47164}" type="presParOf" srcId="{93A3808F-BE62-564B-ABB9-3663B1D87CD2}" destId="{9D3A56FC-49B9-944A-B226-7B12EBFBE84F}" srcOrd="5" destOrd="0" presId="urn:microsoft.com/office/officeart/2005/8/layout/gear1"/>
    <dgm:cxn modelId="{9C029E39-981C-9E47-9DA4-5E3401CB2FD2}" type="presParOf" srcId="{93A3808F-BE62-564B-ABB9-3663B1D87CD2}" destId="{ED34B68D-2C06-4540-B7E8-5722B37AAD71}" srcOrd="6" destOrd="0" presId="urn:microsoft.com/office/officeart/2005/8/layout/gear1"/>
    <dgm:cxn modelId="{0CFF6F50-1126-4B44-9778-3D21C496C21F}" type="presParOf" srcId="{93A3808F-BE62-564B-ABB9-3663B1D87CD2}" destId="{664F45A0-ADDA-A94A-A25F-ABAB97ED096F}" srcOrd="7" destOrd="0" presId="urn:microsoft.com/office/officeart/2005/8/layout/gear1"/>
    <dgm:cxn modelId="{FAB51CBA-7C7F-894F-8375-B703F60501F8}" type="presParOf" srcId="{93A3808F-BE62-564B-ABB9-3663B1D87CD2}" destId="{58C6A968-DBBF-714C-BCF3-69D7BC43D0F3}" srcOrd="8" destOrd="0" presId="urn:microsoft.com/office/officeart/2005/8/layout/gear1"/>
    <dgm:cxn modelId="{6665696C-23A6-DA48-9764-CB83F4117AF8}" type="presParOf" srcId="{93A3808F-BE62-564B-ABB9-3663B1D87CD2}" destId="{5987D77F-EB52-E24A-A6C6-D815DC4D5955}" srcOrd="9" destOrd="0" presId="urn:microsoft.com/office/officeart/2005/8/layout/gear1"/>
    <dgm:cxn modelId="{4637AD2C-E95F-FB4D-A586-707D4AFF0B37}" type="presParOf" srcId="{93A3808F-BE62-564B-ABB9-3663B1D87CD2}" destId="{B235671B-960A-2949-A749-7F7FF2D38E79}" srcOrd="10" destOrd="0" presId="urn:microsoft.com/office/officeart/2005/8/layout/gear1"/>
    <dgm:cxn modelId="{8BD66DAA-F5D2-A240-ADD2-9B2E0C76DC3F}" type="presParOf" srcId="{93A3808F-BE62-564B-ABB9-3663B1D87CD2}" destId="{56575EDC-DF70-064B-BEDF-433ADE60CCAA}" srcOrd="11" destOrd="0" presId="urn:microsoft.com/office/officeart/2005/8/layout/gear1"/>
    <dgm:cxn modelId="{7D3958FD-804A-3040-98B0-560B1E9A9111}" type="presParOf" srcId="{93A3808F-BE62-564B-ABB9-3663B1D87CD2}" destId="{D98E08CA-A07D-8F41-BA01-9402AE458E24}"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65583-CC49-9347-BC31-DC50DFE4FE1B}">
      <dsp:nvSpPr>
        <dsp:cNvPr id="0" name=""/>
        <dsp:cNvSpPr/>
      </dsp:nvSpPr>
      <dsp:spPr>
        <a:xfrm>
          <a:off x="1455907" y="1119725"/>
          <a:ext cx="1368553" cy="1368553"/>
        </a:xfrm>
        <a:prstGeom prst="gear9">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a:off x="1731047" y="1440302"/>
        <a:ext cx="818273" cy="703465"/>
      </dsp:txXfrm>
    </dsp:sp>
    <dsp:sp modelId="{32186126-286F-8643-AF84-209C68188F71}">
      <dsp:nvSpPr>
        <dsp:cNvPr id="0" name=""/>
        <dsp:cNvSpPr/>
      </dsp:nvSpPr>
      <dsp:spPr>
        <a:xfrm>
          <a:off x="659658" y="796249"/>
          <a:ext cx="995311" cy="995311"/>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a:off x="910231" y="1048336"/>
        <a:ext cx="494165" cy="491137"/>
      </dsp:txXfrm>
    </dsp:sp>
    <dsp:sp modelId="{ED34B68D-2C06-4540-B7E8-5722B37AAD71}">
      <dsp:nvSpPr>
        <dsp:cNvPr id="0" name=""/>
        <dsp:cNvSpPr/>
      </dsp:nvSpPr>
      <dsp:spPr>
        <a:xfrm rot="20700000">
          <a:off x="1217134" y="109585"/>
          <a:ext cx="975202" cy="975202"/>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GB" sz="3400" kern="1200" dirty="0"/>
            <a:t> </a:t>
          </a:r>
        </a:p>
      </dsp:txBody>
      <dsp:txXfrm rot="-20700000">
        <a:off x="1431024" y="323476"/>
        <a:ext cx="547421" cy="547421"/>
      </dsp:txXfrm>
    </dsp:sp>
    <dsp:sp modelId="{B235671B-960A-2949-A749-7F7FF2D38E79}">
      <dsp:nvSpPr>
        <dsp:cNvPr id="0" name=""/>
        <dsp:cNvSpPr/>
      </dsp:nvSpPr>
      <dsp:spPr>
        <a:xfrm>
          <a:off x="1333013" y="923059"/>
          <a:ext cx="1751748" cy="1751748"/>
        </a:xfrm>
        <a:prstGeom prst="circularArrow">
          <a:avLst>
            <a:gd name="adj1" fmla="val 4687"/>
            <a:gd name="adj2" fmla="val 299029"/>
            <a:gd name="adj3" fmla="val 2453870"/>
            <a:gd name="adj4" fmla="val 16002670"/>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575EDC-DF70-064B-BEDF-433ADE60CCAA}">
      <dsp:nvSpPr>
        <dsp:cNvPr id="0" name=""/>
        <dsp:cNvSpPr/>
      </dsp:nvSpPr>
      <dsp:spPr>
        <a:xfrm>
          <a:off x="483390" y="583345"/>
          <a:ext cx="1272754" cy="1272754"/>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98E08CA-A07D-8F41-BA01-9402AE458E24}">
      <dsp:nvSpPr>
        <dsp:cNvPr id="0" name=""/>
        <dsp:cNvSpPr/>
      </dsp:nvSpPr>
      <dsp:spPr>
        <a:xfrm>
          <a:off x="991560" y="-96698"/>
          <a:ext cx="1372285" cy="1372285"/>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2450410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Requirements</a:t>
            </a:r>
          </a:p>
          <a:p>
            <a:r>
              <a:rPr lang="en-AU" dirty="0"/>
              <a:t>Design</a:t>
            </a:r>
          </a:p>
          <a:p>
            <a:r>
              <a:rPr lang="en-AU" dirty="0"/>
              <a:t>Code/Implementation</a:t>
            </a:r>
          </a:p>
          <a:p>
            <a:r>
              <a:rPr lang="en-AU" dirty="0"/>
              <a:t>Documentation</a:t>
            </a:r>
          </a:p>
          <a:p>
            <a:endParaRPr lang="en-AU" dirty="0"/>
          </a:p>
        </p:txBody>
      </p:sp>
    </p:spTree>
    <p:extLst>
      <p:ext uri="{BB962C8B-B14F-4D97-AF65-F5344CB8AC3E}">
        <p14:creationId xmlns:p14="http://schemas.microsoft.com/office/powerpoint/2010/main" val="3978474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Unit  Test an individual, isolated component</a:t>
            </a:r>
          </a:p>
          <a:p>
            <a:endParaRPr lang="en-AU" dirty="0"/>
          </a:p>
          <a:p>
            <a:r>
              <a:rPr lang="en-AU" dirty="0"/>
              <a:t>Integration  Test that multiple units work together OR "tests that confirm our code works against code we don't own" (like external APIs, databases, caches, etc)</a:t>
            </a:r>
          </a:p>
          <a:p>
            <a:endParaRPr lang="en-AU" dirty="0"/>
          </a:p>
          <a:p>
            <a:r>
              <a:rPr lang="en-AU" dirty="0"/>
              <a:t>End-to-End  Tests that act as a user actually using the application; tests the entire stack from top-to-bottom</a:t>
            </a:r>
          </a:p>
          <a:p>
            <a:endParaRPr lang="en-AU" dirty="0"/>
          </a:p>
          <a:p>
            <a:r>
              <a:rPr lang="en-AU" dirty="0"/>
              <a:t>Acceptance Domain-driven tests that verify a user story (also comparable to a use case, customer test, command/query, feature, or vertical slice) works as expected.</a:t>
            </a:r>
          </a:p>
          <a:p>
            <a:endParaRPr lang="en-AU" dirty="0"/>
          </a:p>
          <a:p>
            <a:endParaRPr lang="en-AU" dirty="0"/>
          </a:p>
        </p:txBody>
      </p:sp>
    </p:spTree>
    <p:extLst>
      <p:ext uri="{BB962C8B-B14F-4D97-AF65-F5344CB8AC3E}">
        <p14:creationId xmlns:p14="http://schemas.microsoft.com/office/powerpoint/2010/main" val="513659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Write test script to import notebook </a:t>
            </a:r>
          </a:p>
          <a:p>
            <a:r>
              <a:rPr lang="en-AU" dirty="0"/>
              <a:t>Write test and code in one notebook</a:t>
            </a:r>
          </a:p>
          <a:p>
            <a:pPr lvl="1"/>
            <a:r>
              <a:rPr lang="en-AU" dirty="0"/>
              <a:t>Add ‘noise’</a:t>
            </a:r>
          </a:p>
          <a:p>
            <a:pPr lvl="1"/>
            <a:r>
              <a:rPr lang="en-AU" dirty="0"/>
              <a:t>Run notebook, always run tests</a:t>
            </a:r>
          </a:p>
          <a:p>
            <a:r>
              <a:rPr lang="en-AU" dirty="0"/>
              <a:t>Refactor notebook into modules, independently test modules</a:t>
            </a:r>
          </a:p>
          <a:p>
            <a:endParaRPr lang="en-AU" dirty="0"/>
          </a:p>
          <a:p>
            <a:endParaRPr lang="en-AU" dirty="0"/>
          </a:p>
        </p:txBody>
      </p:sp>
    </p:spTree>
    <p:extLst>
      <p:ext uri="{BB962C8B-B14F-4D97-AF65-F5344CB8AC3E}">
        <p14:creationId xmlns:p14="http://schemas.microsoft.com/office/powerpoint/2010/main" val="17300192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216680"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S2</a:t>
            </a:r>
            <a:r>
              <a:rPr lang="en-AU" sz="1000" dirty="0"/>
              <a:t>001</a:t>
            </a:r>
            <a:r>
              <a:rPr sz="1000" dirty="0"/>
              <a:t> </a:t>
            </a:r>
            <a:r>
              <a:rPr lang="en-AU" sz="1000" dirty="0"/>
              <a:t>– Testing</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ISYS2</a:t>
            </a:r>
            <a:r>
              <a:rPr lang="en-AU"/>
              <a:t>001</a:t>
            </a:r>
            <a:r>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Testing</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67077-933C-E447-9C87-091CD5D49992}"/>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08262C70-C9E2-DF43-A025-726978BF15AC}"/>
              </a:ext>
            </a:extLst>
          </p:cNvPr>
          <p:cNvSpPr>
            <a:spLocks noGrp="1"/>
          </p:cNvSpPr>
          <p:nvPr>
            <p:ph type="body" idx="1"/>
          </p:nvPr>
        </p:nvSpPr>
        <p:spPr/>
        <p:txBody>
          <a:bodyPr/>
          <a:lstStyle/>
          <a:p>
            <a:r>
              <a:rPr lang="en-AU" dirty="0"/>
              <a:t>Understand the difference between testing and debugging</a:t>
            </a:r>
          </a:p>
          <a:p>
            <a:r>
              <a:rPr lang="en-AU" dirty="0"/>
              <a:t>Describe one approach of debugging</a:t>
            </a:r>
          </a:p>
          <a:p>
            <a:r>
              <a:rPr lang="en-AU" dirty="0"/>
              <a:t>State why we test</a:t>
            </a:r>
          </a:p>
          <a:p>
            <a:r>
              <a:rPr lang="en-AU" dirty="0"/>
              <a:t>List common testing strategies</a:t>
            </a:r>
          </a:p>
        </p:txBody>
      </p:sp>
    </p:spTree>
    <p:extLst>
      <p:ext uri="{BB962C8B-B14F-4D97-AF65-F5344CB8AC3E}">
        <p14:creationId xmlns:p14="http://schemas.microsoft.com/office/powerpoint/2010/main" val="351735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381C-D1C3-3D40-A04D-19F9386AD994}"/>
              </a:ext>
            </a:extLst>
          </p:cNvPr>
          <p:cNvSpPr>
            <a:spLocks noGrp="1"/>
          </p:cNvSpPr>
          <p:nvPr>
            <p:ph type="title"/>
          </p:nvPr>
        </p:nvSpPr>
        <p:spPr/>
        <p:txBody>
          <a:bodyPr/>
          <a:lstStyle/>
          <a:p>
            <a:r>
              <a:rPr lang="en-AU" dirty="0"/>
              <a:t>Problem Solving Methodology</a:t>
            </a:r>
          </a:p>
        </p:txBody>
      </p:sp>
      <p:sp>
        <p:nvSpPr>
          <p:cNvPr id="3" name="Text Placeholder 2">
            <a:extLst>
              <a:ext uri="{FF2B5EF4-FFF2-40B4-BE49-F238E27FC236}">
                <a16:creationId xmlns:a16="http://schemas.microsoft.com/office/drawing/2014/main" id="{C189B0FC-34E2-0C47-8BAB-FF44E6C339F4}"/>
              </a:ext>
            </a:extLst>
          </p:cNvPr>
          <p:cNvSpPr>
            <a:spLocks noGrp="1"/>
          </p:cNvSpPr>
          <p:nvPr>
            <p:ph type="body" idx="1"/>
          </p:nvPr>
        </p:nvSpPr>
        <p:spPr/>
        <p:txBody>
          <a:bodyPr/>
          <a:lstStyle/>
          <a:p>
            <a:r>
              <a:rPr lang="en-AU" dirty="0"/>
              <a:t>State the problem clearly</a:t>
            </a:r>
          </a:p>
          <a:p>
            <a:r>
              <a:rPr lang="en-AU" dirty="0"/>
              <a:t>Describe the input and output</a:t>
            </a:r>
          </a:p>
          <a:p>
            <a:r>
              <a:rPr lang="en-AU" dirty="0"/>
              <a:t>Work a simple example by hand</a:t>
            </a:r>
          </a:p>
          <a:p>
            <a:r>
              <a:rPr lang="en-AU" dirty="0"/>
              <a:t>Develop and algorithm (and convert to Python)</a:t>
            </a:r>
          </a:p>
          <a:p>
            <a:r>
              <a:rPr lang="en-AU" sz="2800" b="1" dirty="0"/>
              <a:t>Test solution with a variety of data</a:t>
            </a:r>
          </a:p>
        </p:txBody>
      </p:sp>
      <p:grpSp>
        <p:nvGrpSpPr>
          <p:cNvPr id="18" name="Group 17">
            <a:extLst>
              <a:ext uri="{FF2B5EF4-FFF2-40B4-BE49-F238E27FC236}">
                <a16:creationId xmlns:a16="http://schemas.microsoft.com/office/drawing/2014/main" id="{6F5F16C1-CA57-DD4B-9643-7E2E826D88F3}"/>
              </a:ext>
            </a:extLst>
          </p:cNvPr>
          <p:cNvGrpSpPr/>
          <p:nvPr/>
        </p:nvGrpSpPr>
        <p:grpSpPr>
          <a:xfrm>
            <a:off x="7236816" y="1476417"/>
            <a:ext cx="841570" cy="2633902"/>
            <a:chOff x="7123528" y="1557338"/>
            <a:chExt cx="841570" cy="2633902"/>
          </a:xfrm>
        </p:grpSpPr>
        <p:grpSp>
          <p:nvGrpSpPr>
            <p:cNvPr id="11" name="Group 10">
              <a:extLst>
                <a:ext uri="{FF2B5EF4-FFF2-40B4-BE49-F238E27FC236}">
                  <a16:creationId xmlns:a16="http://schemas.microsoft.com/office/drawing/2014/main" id="{B3638019-652B-DD4C-B839-E821D1C8ADC0}"/>
                </a:ext>
              </a:extLst>
            </p:cNvPr>
            <p:cNvGrpSpPr/>
            <p:nvPr/>
          </p:nvGrpSpPr>
          <p:grpSpPr>
            <a:xfrm>
              <a:off x="7544313" y="1557338"/>
              <a:ext cx="420785" cy="2422498"/>
              <a:chOff x="7297667" y="1578769"/>
              <a:chExt cx="420785" cy="2422498"/>
            </a:xfrm>
          </p:grpSpPr>
          <p:sp>
            <p:nvSpPr>
              <p:cNvPr id="5" name="Curved Left Arrow 4">
                <a:extLst>
                  <a:ext uri="{FF2B5EF4-FFF2-40B4-BE49-F238E27FC236}">
                    <a16:creationId xmlns:a16="http://schemas.microsoft.com/office/drawing/2014/main" id="{2064E6F3-1CB2-F944-9402-9F1739DF1EB6}"/>
                  </a:ext>
                </a:extLst>
              </p:cNvPr>
              <p:cNvSpPr/>
              <p:nvPr/>
            </p:nvSpPr>
            <p:spPr>
              <a:xfrm>
                <a:off x="7297667" y="15787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6" name="Curved Left Arrow 5">
                <a:extLst>
                  <a:ext uri="{FF2B5EF4-FFF2-40B4-BE49-F238E27FC236}">
                    <a16:creationId xmlns:a16="http://schemas.microsoft.com/office/drawing/2014/main" id="{0FB88419-5B1B-B94B-9659-C93C2C1CCF0C}"/>
                  </a:ext>
                </a:extLst>
              </p:cNvPr>
              <p:cNvSpPr/>
              <p:nvPr/>
            </p:nvSpPr>
            <p:spPr>
              <a:xfrm>
                <a:off x="7297667" y="2107754"/>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8" name="Curved Left Arrow 7">
                <a:extLst>
                  <a:ext uri="{FF2B5EF4-FFF2-40B4-BE49-F238E27FC236}">
                    <a16:creationId xmlns:a16="http://schemas.microsoft.com/office/drawing/2014/main" id="{D61C9891-09A5-C747-BA60-81A09063F30D}"/>
                  </a:ext>
                </a:extLst>
              </p:cNvPr>
              <p:cNvSpPr/>
              <p:nvPr/>
            </p:nvSpPr>
            <p:spPr>
              <a:xfrm>
                <a:off x="7297667" y="264532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9" name="Curved Left Arrow 8">
                <a:extLst>
                  <a:ext uri="{FF2B5EF4-FFF2-40B4-BE49-F238E27FC236}">
                    <a16:creationId xmlns:a16="http://schemas.microsoft.com/office/drawing/2014/main" id="{E4DE9A37-42BD-8145-A80B-C8B5D4A58CEE}"/>
                  </a:ext>
                </a:extLst>
              </p:cNvPr>
              <p:cNvSpPr/>
              <p:nvPr/>
            </p:nvSpPr>
            <p:spPr>
              <a:xfrm>
                <a:off x="7297667" y="30895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0" name="Curved Left Arrow 9">
                <a:extLst>
                  <a:ext uri="{FF2B5EF4-FFF2-40B4-BE49-F238E27FC236}">
                    <a16:creationId xmlns:a16="http://schemas.microsoft.com/office/drawing/2014/main" id="{08D3BFC4-5491-F44A-9616-FC8F08F0D617}"/>
                  </a:ext>
                </a:extLst>
              </p:cNvPr>
              <p:cNvSpPr/>
              <p:nvPr/>
            </p:nvSpPr>
            <p:spPr>
              <a:xfrm>
                <a:off x="7297667" y="3578458"/>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grpSp>
          <p:nvGrpSpPr>
            <p:cNvPr id="12" name="Group 11">
              <a:extLst>
                <a:ext uri="{FF2B5EF4-FFF2-40B4-BE49-F238E27FC236}">
                  <a16:creationId xmlns:a16="http://schemas.microsoft.com/office/drawing/2014/main" id="{CB10CDAD-17C1-F648-8580-13360A1AC821}"/>
                </a:ext>
              </a:extLst>
            </p:cNvPr>
            <p:cNvGrpSpPr/>
            <p:nvPr/>
          </p:nvGrpSpPr>
          <p:grpSpPr>
            <a:xfrm rot="10800000">
              <a:off x="7123528" y="1768742"/>
              <a:ext cx="420785" cy="2422498"/>
              <a:chOff x="7297667" y="1578769"/>
              <a:chExt cx="420785" cy="2422498"/>
            </a:xfrm>
          </p:grpSpPr>
          <p:sp>
            <p:nvSpPr>
              <p:cNvPr id="13" name="Curved Left Arrow 12">
                <a:extLst>
                  <a:ext uri="{FF2B5EF4-FFF2-40B4-BE49-F238E27FC236}">
                    <a16:creationId xmlns:a16="http://schemas.microsoft.com/office/drawing/2014/main" id="{C9378ECB-A147-4D47-8861-B5D30D77DD08}"/>
                  </a:ext>
                </a:extLst>
              </p:cNvPr>
              <p:cNvSpPr/>
              <p:nvPr/>
            </p:nvSpPr>
            <p:spPr>
              <a:xfrm>
                <a:off x="7297667" y="15787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4" name="Curved Left Arrow 13">
                <a:extLst>
                  <a:ext uri="{FF2B5EF4-FFF2-40B4-BE49-F238E27FC236}">
                    <a16:creationId xmlns:a16="http://schemas.microsoft.com/office/drawing/2014/main" id="{3B380E9B-788E-754A-80EF-B62DDB993312}"/>
                  </a:ext>
                </a:extLst>
              </p:cNvPr>
              <p:cNvSpPr/>
              <p:nvPr/>
            </p:nvSpPr>
            <p:spPr>
              <a:xfrm>
                <a:off x="7297667" y="2107754"/>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5" name="Curved Left Arrow 14">
                <a:extLst>
                  <a:ext uri="{FF2B5EF4-FFF2-40B4-BE49-F238E27FC236}">
                    <a16:creationId xmlns:a16="http://schemas.microsoft.com/office/drawing/2014/main" id="{44B248A8-1FC3-2845-8967-BF05E30FC645}"/>
                  </a:ext>
                </a:extLst>
              </p:cNvPr>
              <p:cNvSpPr/>
              <p:nvPr/>
            </p:nvSpPr>
            <p:spPr>
              <a:xfrm>
                <a:off x="7297667" y="264532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6" name="Curved Left Arrow 15">
                <a:extLst>
                  <a:ext uri="{FF2B5EF4-FFF2-40B4-BE49-F238E27FC236}">
                    <a16:creationId xmlns:a16="http://schemas.microsoft.com/office/drawing/2014/main" id="{7294B635-7E52-8E41-BC63-E15BA1C94D18}"/>
                  </a:ext>
                </a:extLst>
              </p:cNvPr>
              <p:cNvSpPr/>
              <p:nvPr/>
            </p:nvSpPr>
            <p:spPr>
              <a:xfrm>
                <a:off x="7297667" y="30895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7" name="Curved Left Arrow 16">
                <a:extLst>
                  <a:ext uri="{FF2B5EF4-FFF2-40B4-BE49-F238E27FC236}">
                    <a16:creationId xmlns:a16="http://schemas.microsoft.com/office/drawing/2014/main" id="{9FC0F8F6-1A9E-684B-A261-E4DB97194243}"/>
                  </a:ext>
                </a:extLst>
              </p:cNvPr>
              <p:cNvSpPr/>
              <p:nvPr/>
            </p:nvSpPr>
            <p:spPr>
              <a:xfrm>
                <a:off x="7297667" y="3578458"/>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grpSp>
      <p:sp>
        <p:nvSpPr>
          <p:cNvPr id="19" name="TextBox 18">
            <a:extLst>
              <a:ext uri="{FF2B5EF4-FFF2-40B4-BE49-F238E27FC236}">
                <a16:creationId xmlns:a16="http://schemas.microsoft.com/office/drawing/2014/main" id="{2FFA7D90-E152-D842-AFFA-D4B36B26BDA7}"/>
              </a:ext>
            </a:extLst>
          </p:cNvPr>
          <p:cNvSpPr txBox="1"/>
          <p:nvPr/>
        </p:nvSpPr>
        <p:spPr>
          <a:xfrm rot="5400000">
            <a:off x="7338601" y="2647690"/>
            <a:ext cx="195181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Feedback Loop(s)</a:t>
            </a:r>
          </a:p>
        </p:txBody>
      </p:sp>
    </p:spTree>
    <p:extLst>
      <p:ext uri="{BB962C8B-B14F-4D97-AF65-F5344CB8AC3E}">
        <p14:creationId xmlns:p14="http://schemas.microsoft.com/office/powerpoint/2010/main" val="291441229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465730-9DE3-CA4D-99ED-891CD9DFA49B}"/>
              </a:ext>
            </a:extLst>
          </p:cNvPr>
          <p:cNvSpPr>
            <a:spLocks noGrp="1"/>
          </p:cNvSpPr>
          <p:nvPr>
            <p:ph type="body" idx="1"/>
          </p:nvPr>
        </p:nvSpPr>
        <p:spPr/>
        <p:txBody>
          <a:bodyPr/>
          <a:lstStyle/>
          <a:p>
            <a:pPr marL="0" indent="0" algn="ctr">
              <a:buNone/>
            </a:pPr>
            <a:r>
              <a:rPr lang="en-AU" sz="4400" dirty="0"/>
              <a:t>"I'm not a great programmer, I'm just a good programmer with great habits" </a:t>
            </a:r>
          </a:p>
          <a:p>
            <a:pPr marL="0" indent="0" algn="ctr">
              <a:buNone/>
            </a:pPr>
            <a:r>
              <a:rPr lang="en-AU" dirty="0"/>
              <a:t>Kent Beck</a:t>
            </a:r>
          </a:p>
        </p:txBody>
      </p:sp>
    </p:spTree>
    <p:extLst>
      <p:ext uri="{BB962C8B-B14F-4D97-AF65-F5344CB8AC3E}">
        <p14:creationId xmlns:p14="http://schemas.microsoft.com/office/powerpoint/2010/main" val="279557677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6A168-C379-A540-A95B-447E3F2BE54A}"/>
              </a:ext>
            </a:extLst>
          </p:cNvPr>
          <p:cNvSpPr>
            <a:spLocks noGrp="1"/>
          </p:cNvSpPr>
          <p:nvPr>
            <p:ph type="title"/>
          </p:nvPr>
        </p:nvSpPr>
        <p:spPr/>
        <p:txBody>
          <a:bodyPr/>
          <a:lstStyle/>
          <a:p>
            <a:r>
              <a:rPr lang="en-AU" dirty="0"/>
              <a:t>Great Habits</a:t>
            </a:r>
          </a:p>
        </p:txBody>
      </p:sp>
      <p:sp>
        <p:nvSpPr>
          <p:cNvPr id="3" name="Text Placeholder 2">
            <a:extLst>
              <a:ext uri="{FF2B5EF4-FFF2-40B4-BE49-F238E27FC236}">
                <a16:creationId xmlns:a16="http://schemas.microsoft.com/office/drawing/2014/main" id="{189FC10D-80E7-7B4D-A20E-7575F1136EFA}"/>
              </a:ext>
            </a:extLst>
          </p:cNvPr>
          <p:cNvSpPr>
            <a:spLocks noGrp="1"/>
          </p:cNvSpPr>
          <p:nvPr>
            <p:ph type="body" idx="1"/>
          </p:nvPr>
        </p:nvSpPr>
        <p:spPr/>
        <p:txBody>
          <a:bodyPr/>
          <a:lstStyle/>
          <a:p>
            <a:r>
              <a:rPr lang="en-AU" dirty="0"/>
              <a:t>Comments</a:t>
            </a:r>
          </a:p>
          <a:p>
            <a:r>
              <a:rPr lang="en-AU" dirty="0"/>
              <a:t>Docstrings</a:t>
            </a:r>
          </a:p>
          <a:p>
            <a:r>
              <a:rPr lang="en-AU" dirty="0"/>
              <a:t>Use/Create functions</a:t>
            </a:r>
          </a:p>
          <a:p>
            <a:r>
              <a:rPr lang="en-AU" dirty="0"/>
              <a:t>Use/Create modules</a:t>
            </a:r>
          </a:p>
          <a:p>
            <a:r>
              <a:rPr lang="en-AU" dirty="0"/>
              <a:t>Make small frequent commits</a:t>
            </a:r>
          </a:p>
        </p:txBody>
      </p:sp>
    </p:spTree>
    <p:extLst>
      <p:ext uri="{BB962C8B-B14F-4D97-AF65-F5344CB8AC3E}">
        <p14:creationId xmlns:p14="http://schemas.microsoft.com/office/powerpoint/2010/main" val="292380147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0383DA5-9592-364B-A06F-7410572C3C55}"/>
              </a:ext>
            </a:extLst>
          </p:cNvPr>
          <p:cNvSpPr>
            <a:spLocks noGrp="1"/>
          </p:cNvSpPr>
          <p:nvPr>
            <p:ph type="body" idx="1"/>
          </p:nvPr>
        </p:nvSpPr>
        <p:spPr>
          <a:xfrm>
            <a:off x="266700" y="1600200"/>
            <a:ext cx="8877300" cy="4349750"/>
          </a:xfrm>
        </p:spPr>
        <p:txBody>
          <a:bodyPr/>
          <a:lstStyle/>
          <a:p>
            <a:pPr marL="0" indent="0" algn="ctr">
              <a:buNone/>
            </a:pPr>
            <a:r>
              <a:rPr lang="en-AU" sz="4400" i="1" dirty="0"/>
              <a:t>A </a:t>
            </a:r>
            <a:r>
              <a:rPr lang="en-AU" sz="4400" b="1" i="1" dirty="0"/>
              <a:t>software bug </a:t>
            </a:r>
            <a:r>
              <a:rPr lang="en-AU" sz="4400" i="1" dirty="0"/>
              <a:t>is an error, flaw or fault in computer software that causes it to produce an incorrect or unexpected result, or to behave in unintended ways.</a:t>
            </a:r>
            <a:r>
              <a:rPr lang="en-AU" sz="4000" i="1" dirty="0"/>
              <a:t> </a:t>
            </a:r>
          </a:p>
          <a:p>
            <a:pPr marL="0" indent="0" algn="ctr">
              <a:buNone/>
            </a:pPr>
            <a:r>
              <a:rPr lang="en-AU" dirty="0"/>
              <a:t>Wikipedia   https://</a:t>
            </a:r>
            <a:r>
              <a:rPr lang="en-AU" dirty="0" err="1"/>
              <a:t>en.wikipedia.org</a:t>
            </a:r>
            <a:r>
              <a:rPr lang="en-AU" dirty="0"/>
              <a:t>/wiki/</a:t>
            </a:r>
            <a:r>
              <a:rPr lang="en-AU" dirty="0" err="1"/>
              <a:t>Software_bug</a:t>
            </a:r>
            <a:endParaRPr lang="en-AU" dirty="0"/>
          </a:p>
        </p:txBody>
      </p:sp>
    </p:spTree>
    <p:extLst>
      <p:ext uri="{BB962C8B-B14F-4D97-AF65-F5344CB8AC3E}">
        <p14:creationId xmlns:p14="http://schemas.microsoft.com/office/powerpoint/2010/main" val="168963499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F49B8A2-529D-6B49-A1D6-95A2C886031A}"/>
              </a:ext>
            </a:extLst>
          </p:cNvPr>
          <p:cNvSpPr>
            <a:spLocks noGrp="1"/>
          </p:cNvSpPr>
          <p:nvPr>
            <p:ph type="body" idx="1"/>
          </p:nvPr>
        </p:nvSpPr>
        <p:spPr/>
        <p:txBody>
          <a:bodyPr>
            <a:normAutofit/>
          </a:bodyPr>
          <a:lstStyle/>
          <a:p>
            <a:pPr marL="0" indent="0" algn="ctr">
              <a:buNone/>
            </a:pPr>
            <a:r>
              <a:rPr lang="en-AU" sz="4400" b="1" i="1" dirty="0"/>
              <a:t>Debugging</a:t>
            </a:r>
            <a:r>
              <a:rPr lang="en-AU" sz="4400" i="1" dirty="0"/>
              <a:t> is the process to correct the bugs found during testing.</a:t>
            </a:r>
          </a:p>
        </p:txBody>
      </p:sp>
    </p:spTree>
    <p:extLst>
      <p:ext uri="{BB962C8B-B14F-4D97-AF65-F5344CB8AC3E}">
        <p14:creationId xmlns:p14="http://schemas.microsoft.com/office/powerpoint/2010/main" val="220514414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E7CCC-4038-DE46-A332-067C4F7594CE}"/>
              </a:ext>
            </a:extLst>
          </p:cNvPr>
          <p:cNvSpPr>
            <a:spLocks noGrp="1"/>
          </p:cNvSpPr>
          <p:nvPr>
            <p:ph type="title"/>
          </p:nvPr>
        </p:nvSpPr>
        <p:spPr/>
        <p:txBody>
          <a:bodyPr/>
          <a:lstStyle/>
          <a:p>
            <a:r>
              <a:rPr lang="en-AU" dirty="0"/>
              <a:t>Types of Errors</a:t>
            </a:r>
          </a:p>
        </p:txBody>
      </p:sp>
      <p:sp>
        <p:nvSpPr>
          <p:cNvPr id="3" name="Text Placeholder 2">
            <a:extLst>
              <a:ext uri="{FF2B5EF4-FFF2-40B4-BE49-F238E27FC236}">
                <a16:creationId xmlns:a16="http://schemas.microsoft.com/office/drawing/2014/main" id="{A5885C57-D34F-B040-BE5D-00EDB072B818}"/>
              </a:ext>
            </a:extLst>
          </p:cNvPr>
          <p:cNvSpPr>
            <a:spLocks noGrp="1"/>
          </p:cNvSpPr>
          <p:nvPr>
            <p:ph type="body" idx="1"/>
          </p:nvPr>
        </p:nvSpPr>
        <p:spPr/>
        <p:txBody>
          <a:bodyPr/>
          <a:lstStyle/>
          <a:p>
            <a:r>
              <a:rPr lang="en-AU" dirty="0"/>
              <a:t>Syntax Errors</a:t>
            </a:r>
          </a:p>
          <a:p>
            <a:r>
              <a:rPr lang="en-AU" dirty="0"/>
              <a:t>Run-Time Errors</a:t>
            </a:r>
          </a:p>
          <a:p>
            <a:r>
              <a:rPr lang="en-AU" dirty="0"/>
              <a:t>Logic Error</a:t>
            </a:r>
          </a:p>
        </p:txBody>
      </p:sp>
    </p:spTree>
    <p:extLst>
      <p:ext uri="{BB962C8B-B14F-4D97-AF65-F5344CB8AC3E}">
        <p14:creationId xmlns:p14="http://schemas.microsoft.com/office/powerpoint/2010/main" val="418278207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98D26-B665-F740-B25B-6B12E51DDF5C}"/>
              </a:ext>
            </a:extLst>
          </p:cNvPr>
          <p:cNvSpPr>
            <a:spLocks noGrp="1"/>
          </p:cNvSpPr>
          <p:nvPr>
            <p:ph type="title"/>
          </p:nvPr>
        </p:nvSpPr>
        <p:spPr/>
        <p:txBody>
          <a:bodyPr/>
          <a:lstStyle/>
          <a:p>
            <a:r>
              <a:rPr lang="en-AU" dirty="0"/>
              <a:t>Debugging</a:t>
            </a:r>
          </a:p>
        </p:txBody>
      </p:sp>
      <p:sp>
        <p:nvSpPr>
          <p:cNvPr id="3" name="Text Placeholder 2">
            <a:extLst>
              <a:ext uri="{FF2B5EF4-FFF2-40B4-BE49-F238E27FC236}">
                <a16:creationId xmlns:a16="http://schemas.microsoft.com/office/drawing/2014/main" id="{BF1FD22D-F7E9-854C-BA8F-E9232485E92A}"/>
              </a:ext>
            </a:extLst>
          </p:cNvPr>
          <p:cNvSpPr>
            <a:spLocks noGrp="1"/>
          </p:cNvSpPr>
          <p:nvPr>
            <p:ph type="body" idx="1"/>
          </p:nvPr>
        </p:nvSpPr>
        <p:spPr/>
        <p:txBody>
          <a:bodyPr>
            <a:normAutofit lnSpcReduction="10000"/>
          </a:bodyPr>
          <a:lstStyle/>
          <a:p>
            <a:r>
              <a:rPr lang="en-AU" dirty="0"/>
              <a:t>Step/Trace through code</a:t>
            </a:r>
          </a:p>
          <a:p>
            <a:pPr lvl="1"/>
            <a:r>
              <a:rPr lang="en-AU" b="1" dirty="0"/>
              <a:t>print()</a:t>
            </a:r>
          </a:p>
          <a:p>
            <a:pPr lvl="1"/>
            <a:r>
              <a:rPr lang="en-AU" dirty="0"/>
              <a:t>logging()</a:t>
            </a:r>
          </a:p>
          <a:p>
            <a:r>
              <a:rPr lang="en-AU" dirty="0"/>
              <a:t>Inspect Objects</a:t>
            </a:r>
          </a:p>
          <a:p>
            <a:pPr lvl="1"/>
            <a:r>
              <a:rPr lang="en-AU" b="1" dirty="0"/>
              <a:t>type()</a:t>
            </a:r>
          </a:p>
          <a:p>
            <a:pPr lvl="1"/>
            <a:r>
              <a:rPr lang="en-AU" dirty="0"/>
              <a:t>inspect module</a:t>
            </a:r>
          </a:p>
          <a:p>
            <a:r>
              <a:rPr lang="en-AU" dirty="0"/>
              <a:t>Python debugger – </a:t>
            </a:r>
            <a:r>
              <a:rPr lang="en-AU" dirty="0" err="1"/>
              <a:t>pdb</a:t>
            </a:r>
            <a:endParaRPr lang="en-AU" dirty="0"/>
          </a:p>
          <a:p>
            <a:pPr lvl="1"/>
            <a:r>
              <a:rPr lang="en-AU" b="1" dirty="0"/>
              <a:t>breakpoint()</a:t>
            </a:r>
          </a:p>
          <a:p>
            <a:pPr lvl="1"/>
            <a:r>
              <a:rPr lang="en-AU" dirty="0"/>
              <a:t>traceback and other methods not enough</a:t>
            </a:r>
          </a:p>
          <a:p>
            <a:pPr lvl="1"/>
            <a:endParaRPr lang="en-AU" dirty="0"/>
          </a:p>
        </p:txBody>
      </p:sp>
    </p:spTree>
    <p:extLst>
      <p:ext uri="{BB962C8B-B14F-4D97-AF65-F5344CB8AC3E}">
        <p14:creationId xmlns:p14="http://schemas.microsoft.com/office/powerpoint/2010/main" val="426920289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739BD-94DF-5347-B911-E88D0C7A3639}"/>
              </a:ext>
            </a:extLst>
          </p:cNvPr>
          <p:cNvSpPr>
            <a:spLocks noGrp="1"/>
          </p:cNvSpPr>
          <p:nvPr>
            <p:ph type="title"/>
          </p:nvPr>
        </p:nvSpPr>
        <p:spPr/>
        <p:txBody>
          <a:bodyPr/>
          <a:lstStyle/>
          <a:p>
            <a:r>
              <a:rPr lang="en-AU" dirty="0"/>
              <a:t>Debugging Strategies</a:t>
            </a:r>
          </a:p>
        </p:txBody>
      </p:sp>
      <p:sp>
        <p:nvSpPr>
          <p:cNvPr id="3" name="Text Placeholder 2">
            <a:extLst>
              <a:ext uri="{FF2B5EF4-FFF2-40B4-BE49-F238E27FC236}">
                <a16:creationId xmlns:a16="http://schemas.microsoft.com/office/drawing/2014/main" id="{632899F7-F7CF-AC4F-8D00-1647F7726EEA}"/>
              </a:ext>
            </a:extLst>
          </p:cNvPr>
          <p:cNvSpPr>
            <a:spLocks noGrp="1"/>
          </p:cNvSpPr>
          <p:nvPr>
            <p:ph type="body" idx="1"/>
          </p:nvPr>
        </p:nvSpPr>
        <p:spPr/>
        <p:txBody>
          <a:bodyPr/>
          <a:lstStyle/>
          <a:p>
            <a:r>
              <a:rPr lang="en-AU" dirty="0"/>
              <a:t>Apply Trail and Error</a:t>
            </a:r>
          </a:p>
          <a:p>
            <a:r>
              <a:rPr lang="en-AU" dirty="0"/>
              <a:t>Compare to similar code</a:t>
            </a:r>
          </a:p>
          <a:p>
            <a:r>
              <a:rPr lang="en-AU" dirty="0"/>
              <a:t>Copy and paste for working code</a:t>
            </a:r>
          </a:p>
          <a:p>
            <a:r>
              <a:rPr lang="en-AU" dirty="0"/>
              <a:t>Ask for help (peer, forum, google)</a:t>
            </a:r>
          </a:p>
          <a:p>
            <a:r>
              <a:rPr lang="en-AU" dirty="0"/>
              <a:t>Use IDE</a:t>
            </a:r>
          </a:p>
          <a:p>
            <a:pPr lvl="1"/>
            <a:r>
              <a:rPr lang="en-AU" dirty="0"/>
              <a:t>Syntax Highlighting</a:t>
            </a:r>
          </a:p>
          <a:p>
            <a:pPr lvl="1"/>
            <a:r>
              <a:rPr lang="en-AU" dirty="0"/>
              <a:t>Auto completion</a:t>
            </a:r>
          </a:p>
          <a:p>
            <a:pPr lvl="1"/>
            <a:r>
              <a:rPr lang="en-AU" dirty="0"/>
              <a:t>Linting</a:t>
            </a:r>
          </a:p>
        </p:txBody>
      </p:sp>
    </p:spTree>
    <p:extLst>
      <p:ext uri="{BB962C8B-B14F-4D97-AF65-F5344CB8AC3E}">
        <p14:creationId xmlns:p14="http://schemas.microsoft.com/office/powerpoint/2010/main" val="284404914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B28DC3F-A7A6-5341-BF8E-6F3BCEA9171E}"/>
              </a:ext>
            </a:extLst>
          </p:cNvPr>
          <p:cNvSpPr>
            <a:spLocks noGrp="1"/>
          </p:cNvSpPr>
          <p:nvPr>
            <p:ph type="body" idx="1"/>
          </p:nvPr>
        </p:nvSpPr>
        <p:spPr/>
        <p:txBody>
          <a:bodyPr/>
          <a:lstStyle/>
          <a:p>
            <a:pPr marL="0" indent="0" algn="ctr">
              <a:buNone/>
            </a:pPr>
            <a:r>
              <a:rPr lang="en-AU" sz="4400" i="1" dirty="0"/>
              <a:t>Program </a:t>
            </a:r>
            <a:r>
              <a:rPr lang="en-AU" sz="4400" b="1" i="1" dirty="0"/>
              <a:t>testing</a:t>
            </a:r>
            <a:r>
              <a:rPr lang="en-AU" sz="4400" i="1" dirty="0"/>
              <a:t> can be used to show the presence of bugs, but never to show their absence! </a:t>
            </a:r>
            <a:r>
              <a:rPr lang="en-AU" dirty="0"/>
              <a:t>Dijkstra (1970)</a:t>
            </a:r>
          </a:p>
        </p:txBody>
      </p:sp>
    </p:spTree>
    <p:extLst>
      <p:ext uri="{BB962C8B-B14F-4D97-AF65-F5344CB8AC3E}">
        <p14:creationId xmlns:p14="http://schemas.microsoft.com/office/powerpoint/2010/main" val="349547931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C77BF-22BD-6C44-BD49-E2007C312A80}"/>
              </a:ext>
            </a:extLst>
          </p:cNvPr>
          <p:cNvSpPr>
            <a:spLocks noGrp="1"/>
          </p:cNvSpPr>
          <p:nvPr>
            <p:ph type="title"/>
          </p:nvPr>
        </p:nvSpPr>
        <p:spPr/>
        <p:txBody>
          <a:bodyPr/>
          <a:lstStyle/>
          <a:p>
            <a:r>
              <a:rPr lang="en-AU" dirty="0"/>
              <a:t>Why Test</a:t>
            </a:r>
          </a:p>
        </p:txBody>
      </p:sp>
      <p:sp>
        <p:nvSpPr>
          <p:cNvPr id="3" name="Text Placeholder 2">
            <a:extLst>
              <a:ext uri="{FF2B5EF4-FFF2-40B4-BE49-F238E27FC236}">
                <a16:creationId xmlns:a16="http://schemas.microsoft.com/office/drawing/2014/main" id="{521B7DF8-046D-A64D-875E-63B499D46F52}"/>
              </a:ext>
            </a:extLst>
          </p:cNvPr>
          <p:cNvSpPr>
            <a:spLocks noGrp="1"/>
          </p:cNvSpPr>
          <p:nvPr>
            <p:ph type="body" idx="1"/>
          </p:nvPr>
        </p:nvSpPr>
        <p:spPr/>
        <p:txBody>
          <a:bodyPr/>
          <a:lstStyle/>
          <a:p>
            <a:endParaRPr lang="en-AU" dirty="0"/>
          </a:p>
          <a:p>
            <a:endParaRPr lang="en-AU" dirty="0"/>
          </a:p>
          <a:p>
            <a:endParaRPr lang="en-AU" dirty="0"/>
          </a:p>
          <a:p>
            <a:endParaRPr lang="en-AU" dirty="0"/>
          </a:p>
          <a:p>
            <a:endParaRPr lang="en-AU" dirty="0"/>
          </a:p>
          <a:p>
            <a:r>
              <a:rPr lang="en-AU" dirty="0"/>
              <a:t>Reliable</a:t>
            </a:r>
          </a:p>
          <a:p>
            <a:r>
              <a:rPr lang="en-AU" dirty="0"/>
              <a:t>Reproducible</a:t>
            </a:r>
          </a:p>
          <a:p>
            <a:r>
              <a:rPr lang="en-AU" dirty="0"/>
              <a:t>Shareable</a:t>
            </a:r>
          </a:p>
        </p:txBody>
      </p:sp>
      <p:sp>
        <p:nvSpPr>
          <p:cNvPr id="5" name="Text Placeholder 2">
            <a:extLst>
              <a:ext uri="{FF2B5EF4-FFF2-40B4-BE49-F238E27FC236}">
                <a16:creationId xmlns:a16="http://schemas.microsoft.com/office/drawing/2014/main" id="{34CCC75D-195C-8541-BE0D-C05B8E8795B7}"/>
              </a:ext>
            </a:extLst>
          </p:cNvPr>
          <p:cNvSpPr txBox="1">
            <a:spLocks/>
          </p:cNvSpPr>
          <p:nvPr/>
        </p:nvSpPr>
        <p:spPr>
          <a:xfrm>
            <a:off x="609600" y="17526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a:lstStyle>
          <a:p>
            <a:pPr marL="0" indent="0" algn="ctr" hangingPunct="1">
              <a:buFontTx/>
              <a:buNone/>
            </a:pPr>
            <a:r>
              <a:rPr lang="en-AU" sz="4400" i="1" dirty="0"/>
              <a:t>Testing leads to failure, and failure leads to understanding. </a:t>
            </a:r>
          </a:p>
          <a:p>
            <a:pPr marL="0" indent="0" algn="ctr" hangingPunct="1">
              <a:buFontTx/>
              <a:buNone/>
            </a:pPr>
            <a:r>
              <a:rPr lang="en-AU" dirty="0"/>
              <a:t>Burt Rutan</a:t>
            </a:r>
          </a:p>
        </p:txBody>
      </p:sp>
    </p:spTree>
    <p:extLst>
      <p:ext uri="{BB962C8B-B14F-4D97-AF65-F5344CB8AC3E}">
        <p14:creationId xmlns:p14="http://schemas.microsoft.com/office/powerpoint/2010/main" val="236110028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10703-7564-944F-B4D3-1C42B71B0C57}"/>
              </a:ext>
            </a:extLst>
          </p:cNvPr>
          <p:cNvSpPr>
            <a:spLocks noGrp="1"/>
          </p:cNvSpPr>
          <p:nvPr>
            <p:ph type="title"/>
          </p:nvPr>
        </p:nvSpPr>
        <p:spPr/>
        <p:txBody>
          <a:bodyPr/>
          <a:lstStyle/>
          <a:p>
            <a:r>
              <a:rPr lang="en-AU" dirty="0"/>
              <a:t>What to test?</a:t>
            </a:r>
          </a:p>
        </p:txBody>
      </p:sp>
      <p:sp>
        <p:nvSpPr>
          <p:cNvPr id="7" name="Notched Right Arrow 6">
            <a:extLst>
              <a:ext uri="{FF2B5EF4-FFF2-40B4-BE49-F238E27FC236}">
                <a16:creationId xmlns:a16="http://schemas.microsoft.com/office/drawing/2014/main" id="{C8B33405-965C-344C-A4E0-F986E5418BCD}"/>
              </a:ext>
            </a:extLst>
          </p:cNvPr>
          <p:cNvSpPr/>
          <p:nvPr/>
        </p:nvSpPr>
        <p:spPr>
          <a:xfrm>
            <a:off x="715617" y="2972720"/>
            <a:ext cx="1431235"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INPUTS</a:t>
            </a:r>
          </a:p>
        </p:txBody>
      </p:sp>
      <p:sp>
        <p:nvSpPr>
          <p:cNvPr id="8" name="Notched Right Arrow 7">
            <a:extLst>
              <a:ext uri="{FF2B5EF4-FFF2-40B4-BE49-F238E27FC236}">
                <a16:creationId xmlns:a16="http://schemas.microsoft.com/office/drawing/2014/main" id="{80266804-9BA0-5B4E-9D88-464141AFB3A7}"/>
              </a:ext>
            </a:extLst>
          </p:cNvPr>
          <p:cNvSpPr/>
          <p:nvPr/>
        </p:nvSpPr>
        <p:spPr>
          <a:xfrm>
            <a:off x="6095999" y="2972720"/>
            <a:ext cx="1846998" cy="733655"/>
          </a:xfrm>
          <a:prstGeom prst="notchedRigh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OUTPUTS</a:t>
            </a:r>
          </a:p>
        </p:txBody>
      </p:sp>
      <p:graphicFrame>
        <p:nvGraphicFramePr>
          <p:cNvPr id="9" name="Diagram 8">
            <a:extLst>
              <a:ext uri="{FF2B5EF4-FFF2-40B4-BE49-F238E27FC236}">
                <a16:creationId xmlns:a16="http://schemas.microsoft.com/office/drawing/2014/main" id="{A5CD88F9-A568-CD4D-AFE9-5700C7126C74}"/>
              </a:ext>
            </a:extLst>
          </p:cNvPr>
          <p:cNvGraphicFramePr/>
          <p:nvPr/>
        </p:nvGraphicFramePr>
        <p:xfrm>
          <a:off x="2425146" y="2259863"/>
          <a:ext cx="3160643" cy="24882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9">
            <a:extLst>
              <a:ext uri="{FF2B5EF4-FFF2-40B4-BE49-F238E27FC236}">
                <a16:creationId xmlns:a16="http://schemas.microsoft.com/office/drawing/2014/main" id="{5481AB85-F226-4940-8C2B-1D4323B4EC02}"/>
              </a:ext>
            </a:extLst>
          </p:cNvPr>
          <p:cNvSpPr/>
          <p:nvPr/>
        </p:nvSpPr>
        <p:spPr>
          <a:xfrm>
            <a:off x="2574235" y="2057400"/>
            <a:ext cx="3200400" cy="2852530"/>
          </a:xfrm>
          <a:prstGeom prst="rect">
            <a:avLst/>
          </a:prstGeom>
          <a:no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1" name="TextBox 10">
            <a:extLst>
              <a:ext uri="{FF2B5EF4-FFF2-40B4-BE49-F238E27FC236}">
                <a16:creationId xmlns:a16="http://schemas.microsoft.com/office/drawing/2014/main" id="{7FBD5FC1-42AD-AB47-A1B0-702FEE2D820B}"/>
              </a:ext>
            </a:extLst>
          </p:cNvPr>
          <p:cNvSpPr txBox="1"/>
          <p:nvPr/>
        </p:nvSpPr>
        <p:spPr>
          <a:xfrm>
            <a:off x="3437456" y="2098075"/>
            <a:ext cx="1473958"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ALGORITHM</a:t>
            </a:r>
          </a:p>
        </p:txBody>
      </p:sp>
    </p:spTree>
    <p:extLst>
      <p:ext uri="{BB962C8B-B14F-4D97-AF65-F5344CB8AC3E}">
        <p14:creationId xmlns:p14="http://schemas.microsoft.com/office/powerpoint/2010/main" val="142114213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C2F8-CF6B-484D-A188-23D5ABDEBC6F}"/>
              </a:ext>
            </a:extLst>
          </p:cNvPr>
          <p:cNvSpPr>
            <a:spLocks noGrp="1"/>
          </p:cNvSpPr>
          <p:nvPr>
            <p:ph type="title"/>
          </p:nvPr>
        </p:nvSpPr>
        <p:spPr/>
        <p:txBody>
          <a:bodyPr/>
          <a:lstStyle/>
          <a:p>
            <a:r>
              <a:rPr lang="en-AU" dirty="0"/>
              <a:t>You already doing tests!</a:t>
            </a:r>
          </a:p>
        </p:txBody>
      </p:sp>
      <p:sp>
        <p:nvSpPr>
          <p:cNvPr id="3" name="Content Placeholder 2">
            <a:extLst>
              <a:ext uri="{FF2B5EF4-FFF2-40B4-BE49-F238E27FC236}">
                <a16:creationId xmlns:a16="http://schemas.microsoft.com/office/drawing/2014/main" id="{90EF9131-33F9-1746-9B74-EB463A986C1F}"/>
              </a:ext>
            </a:extLst>
          </p:cNvPr>
          <p:cNvSpPr>
            <a:spLocks noGrp="1"/>
          </p:cNvSpPr>
          <p:nvPr>
            <p:ph idx="1"/>
          </p:nvPr>
        </p:nvSpPr>
        <p:spPr/>
        <p:txBody>
          <a:bodyPr/>
          <a:lstStyle/>
          <a:p>
            <a:r>
              <a:rPr lang="en-AU" dirty="0"/>
              <a:t>Validate input</a:t>
            </a:r>
          </a:p>
          <a:p>
            <a:r>
              <a:rPr lang="en-AU" dirty="0"/>
              <a:t>Try variety of inputs (data)</a:t>
            </a:r>
          </a:p>
          <a:p>
            <a:r>
              <a:rPr lang="en-AU" dirty="0"/>
              <a:t>We check output meet requirements</a:t>
            </a:r>
          </a:p>
          <a:p>
            <a:endParaRPr lang="en-AU" dirty="0"/>
          </a:p>
          <a:p>
            <a:endParaRPr lang="en-AU" dirty="0"/>
          </a:p>
          <a:p>
            <a:endParaRPr lang="en-AU" dirty="0"/>
          </a:p>
          <a:p>
            <a:pPr marL="0" indent="0" algn="ctr">
              <a:buNone/>
            </a:pPr>
            <a:r>
              <a:rPr lang="en-AU" i="1" dirty="0"/>
              <a:t>We are provide more structure to the process</a:t>
            </a:r>
          </a:p>
        </p:txBody>
      </p:sp>
    </p:spTree>
    <p:extLst>
      <p:ext uri="{BB962C8B-B14F-4D97-AF65-F5344CB8AC3E}">
        <p14:creationId xmlns:p14="http://schemas.microsoft.com/office/powerpoint/2010/main" val="92399330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AD91C-CC40-674F-BCF7-F0EE4355BB44}"/>
              </a:ext>
            </a:extLst>
          </p:cNvPr>
          <p:cNvSpPr>
            <a:spLocks noGrp="1"/>
          </p:cNvSpPr>
          <p:nvPr>
            <p:ph type="title"/>
          </p:nvPr>
        </p:nvSpPr>
        <p:spPr/>
        <p:txBody>
          <a:bodyPr/>
          <a:lstStyle/>
          <a:p>
            <a:r>
              <a:rPr lang="en-AU" dirty="0"/>
              <a:t>Types of Test</a:t>
            </a:r>
          </a:p>
        </p:txBody>
      </p:sp>
      <p:sp>
        <p:nvSpPr>
          <p:cNvPr id="3" name="Text Placeholder 2">
            <a:extLst>
              <a:ext uri="{FF2B5EF4-FFF2-40B4-BE49-F238E27FC236}">
                <a16:creationId xmlns:a16="http://schemas.microsoft.com/office/drawing/2014/main" id="{E0A253B9-DE50-E746-918E-076821DA4BC0}"/>
              </a:ext>
            </a:extLst>
          </p:cNvPr>
          <p:cNvSpPr>
            <a:spLocks noGrp="1"/>
          </p:cNvSpPr>
          <p:nvPr>
            <p:ph type="body" idx="1"/>
          </p:nvPr>
        </p:nvSpPr>
        <p:spPr/>
        <p:txBody>
          <a:bodyPr/>
          <a:lstStyle/>
          <a:p>
            <a:r>
              <a:rPr lang="en-AU" dirty="0"/>
              <a:t>Unit – test an individual isolated component </a:t>
            </a:r>
          </a:p>
          <a:p>
            <a:r>
              <a:rPr lang="en-AU" dirty="0"/>
              <a:t>Integration – test multiple units work together</a:t>
            </a:r>
          </a:p>
          <a:p>
            <a:r>
              <a:rPr lang="en-AU" dirty="0"/>
              <a:t>End-to-End – act as user, test entire stack</a:t>
            </a:r>
          </a:p>
          <a:p>
            <a:r>
              <a:rPr lang="en-AU" dirty="0"/>
              <a:t>Acceptance Test – verify user store works as expected</a:t>
            </a:r>
          </a:p>
        </p:txBody>
      </p:sp>
    </p:spTree>
    <p:extLst>
      <p:ext uri="{BB962C8B-B14F-4D97-AF65-F5344CB8AC3E}">
        <p14:creationId xmlns:p14="http://schemas.microsoft.com/office/powerpoint/2010/main" val="29052412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A325472-84CE-114B-B156-BF1F96BEE2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874" y="1804988"/>
            <a:ext cx="8634251" cy="4024312"/>
          </a:xfrm>
          <a:prstGeom prst="rect">
            <a:avLst/>
          </a:prstGeom>
        </p:spPr>
      </p:pic>
      <p:sp>
        <p:nvSpPr>
          <p:cNvPr id="2" name="Title 1">
            <a:extLst>
              <a:ext uri="{FF2B5EF4-FFF2-40B4-BE49-F238E27FC236}">
                <a16:creationId xmlns:a16="http://schemas.microsoft.com/office/drawing/2014/main" id="{66AF2FA0-D4F5-734B-BAF9-38FEC305F008}"/>
              </a:ext>
            </a:extLst>
          </p:cNvPr>
          <p:cNvSpPr>
            <a:spLocks noGrp="1"/>
          </p:cNvSpPr>
          <p:nvPr>
            <p:ph type="title"/>
          </p:nvPr>
        </p:nvSpPr>
        <p:spPr/>
        <p:txBody>
          <a:bodyPr/>
          <a:lstStyle/>
          <a:p>
            <a:r>
              <a:rPr lang="en-AU" dirty="0"/>
              <a:t>Test Driven Development</a:t>
            </a:r>
          </a:p>
        </p:txBody>
      </p:sp>
      <p:sp>
        <p:nvSpPr>
          <p:cNvPr id="3" name="Text Placeholder 2">
            <a:extLst>
              <a:ext uri="{FF2B5EF4-FFF2-40B4-BE49-F238E27FC236}">
                <a16:creationId xmlns:a16="http://schemas.microsoft.com/office/drawing/2014/main" id="{6AA9545C-E0EC-AB4C-9460-3287C7C4E706}"/>
              </a:ext>
            </a:extLst>
          </p:cNvPr>
          <p:cNvSpPr>
            <a:spLocks noGrp="1"/>
          </p:cNvSpPr>
          <p:nvPr>
            <p:ph type="body" idx="1"/>
          </p:nvPr>
        </p:nvSpPr>
        <p:spPr>
          <a:xfrm>
            <a:off x="457200" y="1600200"/>
            <a:ext cx="8229600" cy="1828800"/>
          </a:xfrm>
        </p:spPr>
        <p:txBody>
          <a:bodyPr/>
          <a:lstStyle/>
          <a:p>
            <a:r>
              <a:rPr lang="en-AU" dirty="0"/>
              <a:t>A discipline where you grow software in small increments (steps) where you write the test before the implementation.</a:t>
            </a:r>
          </a:p>
        </p:txBody>
      </p:sp>
    </p:spTree>
    <p:extLst>
      <p:ext uri="{BB962C8B-B14F-4D97-AF65-F5344CB8AC3E}">
        <p14:creationId xmlns:p14="http://schemas.microsoft.com/office/powerpoint/2010/main" val="419364253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B3038-E7BE-E149-9A79-735570A93303}"/>
              </a:ext>
            </a:extLst>
          </p:cNvPr>
          <p:cNvSpPr>
            <a:spLocks noGrp="1"/>
          </p:cNvSpPr>
          <p:nvPr>
            <p:ph type="title"/>
          </p:nvPr>
        </p:nvSpPr>
        <p:spPr/>
        <p:txBody>
          <a:bodyPr/>
          <a:lstStyle/>
          <a:p>
            <a:r>
              <a:rPr lang="en-AU" dirty="0"/>
              <a:t>Approach Notebooks</a:t>
            </a:r>
          </a:p>
        </p:txBody>
      </p:sp>
      <p:sp>
        <p:nvSpPr>
          <p:cNvPr id="3" name="Text Placeholder 2">
            <a:extLst>
              <a:ext uri="{FF2B5EF4-FFF2-40B4-BE49-F238E27FC236}">
                <a16:creationId xmlns:a16="http://schemas.microsoft.com/office/drawing/2014/main" id="{A0CA6C68-12C1-1F42-8C44-2F53CE32F1D8}"/>
              </a:ext>
            </a:extLst>
          </p:cNvPr>
          <p:cNvSpPr>
            <a:spLocks noGrp="1"/>
          </p:cNvSpPr>
          <p:nvPr>
            <p:ph type="body" idx="1"/>
          </p:nvPr>
        </p:nvSpPr>
        <p:spPr/>
        <p:txBody>
          <a:bodyPr/>
          <a:lstStyle/>
          <a:p>
            <a:r>
              <a:rPr lang="en-AU" dirty="0"/>
              <a:t>Write python script to test notebook</a:t>
            </a:r>
          </a:p>
          <a:p>
            <a:pPr lvl="1"/>
            <a:r>
              <a:rPr lang="en-AU" dirty="0"/>
              <a:t>Package: </a:t>
            </a:r>
            <a:r>
              <a:rPr lang="en-AU" dirty="0" err="1"/>
              <a:t>testbook</a:t>
            </a:r>
            <a:r>
              <a:rPr lang="en-AU" dirty="0"/>
              <a:t> </a:t>
            </a:r>
          </a:p>
          <a:p>
            <a:r>
              <a:rPr lang="en-AU" dirty="0"/>
              <a:t>Write test and code in one notebook</a:t>
            </a:r>
          </a:p>
          <a:p>
            <a:pPr lvl="1"/>
            <a:r>
              <a:rPr lang="en-AU" dirty="0"/>
              <a:t>Packages: </a:t>
            </a:r>
            <a:r>
              <a:rPr lang="en-AU" b="1" dirty="0"/>
              <a:t>assert(), </a:t>
            </a:r>
            <a:r>
              <a:rPr lang="en-AU" b="1" dirty="0" err="1"/>
              <a:t>doctest</a:t>
            </a:r>
            <a:r>
              <a:rPr lang="en-AU" dirty="0"/>
              <a:t>, </a:t>
            </a:r>
            <a:r>
              <a:rPr lang="en-AU" dirty="0" err="1"/>
              <a:t>unittest</a:t>
            </a:r>
            <a:r>
              <a:rPr lang="en-AU" dirty="0"/>
              <a:t>, nose2 etc..</a:t>
            </a:r>
          </a:p>
          <a:p>
            <a:r>
              <a:rPr lang="en-AU" dirty="0"/>
              <a:t>‘Testing Notebook’ and import notebook(s)</a:t>
            </a:r>
          </a:p>
          <a:p>
            <a:pPr lvl="1"/>
            <a:r>
              <a:rPr lang="en-AU" dirty="0"/>
              <a:t>Packages: </a:t>
            </a:r>
            <a:r>
              <a:rPr lang="en-AU" b="1" dirty="0"/>
              <a:t>assert(), </a:t>
            </a:r>
            <a:r>
              <a:rPr lang="en-AU" b="1" dirty="0" err="1"/>
              <a:t>doctest</a:t>
            </a:r>
            <a:r>
              <a:rPr lang="en-AU" dirty="0"/>
              <a:t>, </a:t>
            </a:r>
            <a:r>
              <a:rPr lang="en-AU" dirty="0" err="1"/>
              <a:t>unittest</a:t>
            </a:r>
            <a:r>
              <a:rPr lang="en-AU" dirty="0"/>
              <a:t>, nose2 etc..</a:t>
            </a:r>
          </a:p>
          <a:p>
            <a:endParaRPr lang="en-AU" dirty="0"/>
          </a:p>
          <a:p>
            <a:endParaRPr lang="en-AU" dirty="0"/>
          </a:p>
          <a:p>
            <a:endParaRPr lang="en-AU" dirty="0"/>
          </a:p>
        </p:txBody>
      </p:sp>
    </p:spTree>
    <p:extLst>
      <p:ext uri="{BB962C8B-B14F-4D97-AF65-F5344CB8AC3E}">
        <p14:creationId xmlns:p14="http://schemas.microsoft.com/office/powerpoint/2010/main" val="215195745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7FBF6-3943-2146-B9AC-192E5A8AC045}"/>
              </a:ext>
            </a:extLst>
          </p:cNvPr>
          <p:cNvSpPr>
            <a:spLocks noGrp="1"/>
          </p:cNvSpPr>
          <p:nvPr>
            <p:ph type="title"/>
          </p:nvPr>
        </p:nvSpPr>
        <p:spPr/>
        <p:txBody>
          <a:bodyPr/>
          <a:lstStyle/>
          <a:p>
            <a:r>
              <a:rPr lang="en-AU" dirty="0"/>
              <a:t>Testing Everything</a:t>
            </a:r>
          </a:p>
        </p:txBody>
      </p:sp>
      <p:sp>
        <p:nvSpPr>
          <p:cNvPr id="3" name="Content Placeholder 2">
            <a:extLst>
              <a:ext uri="{FF2B5EF4-FFF2-40B4-BE49-F238E27FC236}">
                <a16:creationId xmlns:a16="http://schemas.microsoft.com/office/drawing/2014/main" id="{70CD3136-2618-0D49-BADD-6049BEBD0466}"/>
              </a:ext>
            </a:extLst>
          </p:cNvPr>
          <p:cNvSpPr>
            <a:spLocks noGrp="1"/>
          </p:cNvSpPr>
          <p:nvPr>
            <p:ph idx="1"/>
          </p:nvPr>
        </p:nvSpPr>
        <p:spPr/>
        <p:txBody>
          <a:bodyPr/>
          <a:lstStyle/>
          <a:p>
            <a:r>
              <a:rPr lang="en-AU" dirty="0"/>
              <a:t>Build up a suite of Tests</a:t>
            </a:r>
          </a:p>
          <a:p>
            <a:r>
              <a:rPr lang="en-AU" dirty="0"/>
              <a:t>Run all test with one cell/notebook/script</a:t>
            </a:r>
          </a:p>
          <a:p>
            <a:r>
              <a:rPr lang="en-AU" dirty="0"/>
              <a:t>Regression testing</a:t>
            </a:r>
          </a:p>
          <a:p>
            <a:r>
              <a:rPr lang="en-AU" dirty="0"/>
              <a:t>Test Table</a:t>
            </a:r>
          </a:p>
          <a:p>
            <a:pPr lvl="1"/>
            <a:r>
              <a:rPr lang="en-AU" dirty="0"/>
              <a:t>Sane test, then edge cases</a:t>
            </a:r>
          </a:p>
        </p:txBody>
      </p:sp>
    </p:spTree>
    <p:extLst>
      <p:ext uri="{BB962C8B-B14F-4D97-AF65-F5344CB8AC3E}">
        <p14:creationId xmlns:p14="http://schemas.microsoft.com/office/powerpoint/2010/main" val="134618788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67077-933C-E447-9C87-091CD5D49992}"/>
              </a:ext>
            </a:extLst>
          </p:cNvPr>
          <p:cNvSpPr>
            <a:spLocks noGrp="1"/>
          </p:cNvSpPr>
          <p:nvPr>
            <p:ph type="title"/>
          </p:nvPr>
        </p:nvSpPr>
        <p:spPr/>
        <p:txBody>
          <a:bodyPr/>
          <a:lstStyle/>
          <a:p>
            <a:r>
              <a:rPr lang="en-AU" dirty="0"/>
              <a:t>Can you…</a:t>
            </a:r>
          </a:p>
        </p:txBody>
      </p:sp>
      <p:sp>
        <p:nvSpPr>
          <p:cNvPr id="3" name="Text Placeholder 2">
            <a:extLst>
              <a:ext uri="{FF2B5EF4-FFF2-40B4-BE49-F238E27FC236}">
                <a16:creationId xmlns:a16="http://schemas.microsoft.com/office/drawing/2014/main" id="{08262C70-C9E2-DF43-A025-726978BF15AC}"/>
              </a:ext>
            </a:extLst>
          </p:cNvPr>
          <p:cNvSpPr>
            <a:spLocks noGrp="1"/>
          </p:cNvSpPr>
          <p:nvPr>
            <p:ph type="body" idx="1"/>
          </p:nvPr>
        </p:nvSpPr>
        <p:spPr/>
        <p:txBody>
          <a:bodyPr/>
          <a:lstStyle/>
          <a:p>
            <a:r>
              <a:rPr lang="en-AU" dirty="0"/>
              <a:t>Understand the difference between testing and debugging</a:t>
            </a:r>
          </a:p>
          <a:p>
            <a:r>
              <a:rPr lang="en-AU" dirty="0"/>
              <a:t>Describe one approach of debugging</a:t>
            </a:r>
          </a:p>
          <a:p>
            <a:r>
              <a:rPr lang="en-AU" dirty="0"/>
              <a:t>State why we test</a:t>
            </a:r>
          </a:p>
          <a:p>
            <a:r>
              <a:rPr lang="en-AU" dirty="0"/>
              <a:t>List common testing strategies</a:t>
            </a:r>
          </a:p>
        </p:txBody>
      </p:sp>
    </p:spTree>
    <p:extLst>
      <p:ext uri="{BB962C8B-B14F-4D97-AF65-F5344CB8AC3E}">
        <p14:creationId xmlns:p14="http://schemas.microsoft.com/office/powerpoint/2010/main" val="434677755"/>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2465</TotalTime>
  <Words>633</Words>
  <Application>Microsoft Macintosh PowerPoint</Application>
  <PresentationFormat>On-screen Show (4:3)</PresentationFormat>
  <Paragraphs>118</Paragraphs>
  <Slides>21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Helvetica</vt:lpstr>
      <vt:lpstr>Wingdings</vt:lpstr>
      <vt:lpstr>curtin2010-PP2003</vt:lpstr>
      <vt:lpstr>Testing</vt:lpstr>
      <vt:lpstr>PowerPoint Presentation</vt:lpstr>
      <vt:lpstr>PowerPoint Presentation</vt:lpstr>
      <vt:lpstr>Today</vt:lpstr>
      <vt:lpstr>Problem Solving Methodology</vt:lpstr>
      <vt:lpstr>PowerPoint Presentation</vt:lpstr>
      <vt:lpstr>Great Habits</vt:lpstr>
      <vt:lpstr>PowerPoint Presentation</vt:lpstr>
      <vt:lpstr>PowerPoint Presentation</vt:lpstr>
      <vt:lpstr>Types of Errors</vt:lpstr>
      <vt:lpstr>Debugging</vt:lpstr>
      <vt:lpstr>Debugging Strategies</vt:lpstr>
      <vt:lpstr>PowerPoint Presentation</vt:lpstr>
      <vt:lpstr>Why Test</vt:lpstr>
      <vt:lpstr>What to test?</vt:lpstr>
      <vt:lpstr>You already doing tests!</vt:lpstr>
      <vt:lpstr>Types of Test</vt:lpstr>
      <vt:lpstr>Test Driven Development</vt:lpstr>
      <vt:lpstr>Approach Notebooks</vt:lpstr>
      <vt:lpstr>Testing Everything</vt:lpstr>
      <vt:lpstr>Can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58</cp:revision>
  <cp:lastPrinted>2021-09-14T20:06:34Z</cp:lastPrinted>
  <dcterms:modified xsi:type="dcterms:W3CDTF">2022-04-05T00:47:38Z</dcterms:modified>
</cp:coreProperties>
</file>